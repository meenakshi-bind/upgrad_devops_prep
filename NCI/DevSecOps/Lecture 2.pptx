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5" r:id="rId17"/>
    <p:sldId id="276" r:id="rId18"/>
    <p:sldId id="277" r:id="rId19"/>
    <p:sldId id="279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55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6E20E-AE8D-644E-A9D9-D594AD7300D1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6E2E9-01BA-F848-B80C-A6446CFDE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07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6E2E9-01BA-F848-B80C-A6446CFDE7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58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usage typically occurs in evening</a:t>
            </a:r>
            <a:r>
              <a:rPr lang="en-US" baseline="0" dirty="0"/>
              <a:t> time and only for a few hours, but very dramatic growth in traffic over short period of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6E2E9-01BA-F848-B80C-A6446CFDE7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03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Spike here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6E2E9-01BA-F848-B80C-A6446CFDE7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14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6E2E9-01BA-F848-B80C-A6446CFDE7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66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ga-IE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ECD78-3C8E-49F2-8FAB-59489D168ABB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Stock_000010422611Small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74" y="251722"/>
            <a:ext cx="7526875" cy="56451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5523" y="6058890"/>
            <a:ext cx="539823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Monitoring and resource usage</a:t>
            </a:r>
          </a:p>
        </p:txBody>
      </p:sp>
    </p:spTree>
    <p:extLst>
      <p:ext uri="{BB962C8B-B14F-4D97-AF65-F5344CB8AC3E}">
        <p14:creationId xmlns:p14="http://schemas.microsoft.com/office/powerpoint/2010/main" val="124845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11027" y="2517221"/>
            <a:ext cx="41987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Why do we need to monitor? </a:t>
            </a:r>
          </a:p>
        </p:txBody>
      </p:sp>
    </p:spTree>
    <p:extLst>
      <p:ext uri="{BB962C8B-B14F-4D97-AF65-F5344CB8AC3E}">
        <p14:creationId xmlns:p14="http://schemas.microsoft.com/office/powerpoint/2010/main" val="153307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915259" y="1327263"/>
            <a:ext cx="74021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Since we run and manage the service, we need to ensure it’s reliably available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People won’t use our stuff if it’s unreliable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4978" y="2448570"/>
            <a:ext cx="80383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The Golden Mantra:</a:t>
            </a:r>
          </a:p>
          <a:p>
            <a:endParaRPr lang="en-US" sz="3200" dirty="0"/>
          </a:p>
          <a:p>
            <a:r>
              <a:rPr lang="en-US" sz="3200" dirty="0"/>
              <a:t>Find and fix problems before your customer finds them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490" y="1481540"/>
            <a:ext cx="87133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Using Monitoring to help us </a:t>
            </a:r>
            <a:r>
              <a:rPr lang="en-US" sz="2800" dirty="0">
                <a:solidFill>
                  <a:schemeClr val="accent3"/>
                </a:solidFill>
              </a:rPr>
              <a:t>understand</a:t>
            </a:r>
            <a:r>
              <a:rPr lang="en-US" sz="2800" dirty="0"/>
              <a:t> our software at runtime</a:t>
            </a:r>
          </a:p>
          <a:p>
            <a:endParaRPr lang="en-US" sz="2800" dirty="0"/>
          </a:p>
          <a:p>
            <a:r>
              <a:rPr lang="en-US" sz="2800" dirty="0"/>
              <a:t>Monitoring to tell us when there’s a </a:t>
            </a:r>
            <a:r>
              <a:rPr lang="en-US" sz="2800" dirty="0">
                <a:solidFill>
                  <a:schemeClr val="accent3"/>
                </a:solidFill>
              </a:rPr>
              <a:t>problem</a:t>
            </a:r>
          </a:p>
          <a:p>
            <a:endParaRPr lang="en-US" sz="2800" dirty="0"/>
          </a:p>
          <a:p>
            <a:r>
              <a:rPr lang="en-US" sz="2800" dirty="0"/>
              <a:t>Monitoring to </a:t>
            </a:r>
            <a:r>
              <a:rPr lang="en-US" sz="2800" dirty="0">
                <a:solidFill>
                  <a:srgbClr val="9BBB59"/>
                </a:solidFill>
              </a:rPr>
              <a:t>automate</a:t>
            </a:r>
            <a:r>
              <a:rPr lang="en-US" sz="2800" dirty="0"/>
              <a:t> scaling and recovery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3873" y="565964"/>
            <a:ext cx="49658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Understanding Our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221" y="1951870"/>
            <a:ext cx="4494590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Normal resource usage</a:t>
            </a:r>
          </a:p>
          <a:p>
            <a:endParaRPr lang="en-US" sz="2800" dirty="0"/>
          </a:p>
          <a:p>
            <a:r>
              <a:rPr lang="en-US" sz="2800" dirty="0"/>
              <a:t>Peaks and troughs in demand</a:t>
            </a:r>
          </a:p>
          <a:p>
            <a:endParaRPr lang="en-US" sz="2800" dirty="0"/>
          </a:p>
          <a:p>
            <a:r>
              <a:rPr lang="en-US" sz="2800" dirty="0"/>
              <a:t>Non optimized code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1-11-15 at 23.29.49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15" y="1032009"/>
            <a:ext cx="7378700" cy="438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1915" y="5679235"/>
            <a:ext cx="7181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from a live TV streaming server over a 24 hour period – comments?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2213" y="344455"/>
            <a:ext cx="265509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Understanding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1-11-15 at 23.35.1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52" y="898445"/>
            <a:ext cx="77089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909" y="452715"/>
            <a:ext cx="3250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Things we learn: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6285" y="1987143"/>
            <a:ext cx="847815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When servers come under load, and best way to prepare</a:t>
            </a:r>
          </a:p>
          <a:p>
            <a:endParaRPr lang="en-US" sz="3200" dirty="0"/>
          </a:p>
          <a:p>
            <a:r>
              <a:rPr lang="en-US" sz="3200" dirty="0"/>
              <a:t>Bottlenecks in our product</a:t>
            </a:r>
          </a:p>
          <a:p>
            <a:endParaRPr lang="en-US" sz="3200" dirty="0"/>
          </a:p>
          <a:p>
            <a:r>
              <a:rPr lang="en-US" sz="3200" dirty="0"/>
              <a:t>What the user experienced when using the site</a:t>
            </a:r>
          </a:p>
          <a:p>
            <a:endParaRPr lang="en-US" sz="3200" dirty="0"/>
          </a:p>
          <a:p>
            <a:r>
              <a:rPr lang="en-US" sz="3200" dirty="0"/>
              <a:t>How our machines (and resources were managed)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5079" y="705495"/>
            <a:ext cx="436048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Learning about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6738" y="2034177"/>
            <a:ext cx="82782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Identifying problems early on our service helps us respond faster</a:t>
            </a:r>
          </a:p>
          <a:p>
            <a:endParaRPr lang="en-US" sz="2400" dirty="0"/>
          </a:p>
          <a:p>
            <a:r>
              <a:rPr lang="en-US" sz="2400" dirty="0"/>
              <a:t>Automated Monitoring using third party services frees us up to concentrate on building more features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1-11-15 at 23.39.1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" y="543813"/>
            <a:ext cx="7645400" cy="4241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4979" y="5514620"/>
            <a:ext cx="8125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Our streaming server again, is this graph typical of a healthy machine?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7269" y="729012"/>
            <a:ext cx="2658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Classifying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561" y="1998903"/>
            <a:ext cx="1570462" cy="3108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Problems</a:t>
            </a:r>
          </a:p>
          <a:p>
            <a:endParaRPr lang="en-US" sz="2800" dirty="0"/>
          </a:p>
          <a:p>
            <a:r>
              <a:rPr lang="en-US" sz="2800" dirty="0"/>
              <a:t>Warnings</a:t>
            </a:r>
          </a:p>
          <a:p>
            <a:endParaRPr lang="en-US" sz="2800" dirty="0"/>
          </a:p>
          <a:p>
            <a:r>
              <a:rPr lang="en-US" sz="2800" dirty="0"/>
              <a:t>Errors</a:t>
            </a:r>
          </a:p>
          <a:p>
            <a:endParaRPr lang="en-US" sz="2800" dirty="0"/>
          </a:p>
          <a:p>
            <a:r>
              <a:rPr lang="en-US" sz="2800" dirty="0"/>
              <a:t>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62842" y="5505956"/>
            <a:ext cx="4848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Notifications via SMS, email, </a:t>
            </a:r>
            <a:r>
              <a:rPr lang="en-US" sz="2800" dirty="0" err="1"/>
              <a:t>etc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2568" y="846594"/>
            <a:ext cx="3439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Automate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6738" y="2328134"/>
            <a:ext cx="769906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Set key thresholds for scaling up / down our service</a:t>
            </a:r>
          </a:p>
          <a:p>
            <a:endParaRPr lang="en-US" sz="2800" dirty="0"/>
          </a:p>
          <a:p>
            <a:r>
              <a:rPr lang="en-US" sz="2800" dirty="0"/>
              <a:t>Pre-emptively increase capacity ahead of a surge</a:t>
            </a:r>
          </a:p>
          <a:p>
            <a:endParaRPr lang="en-US" sz="2800" dirty="0"/>
          </a:p>
          <a:p>
            <a:r>
              <a:rPr lang="en-US" sz="2800" dirty="0"/>
              <a:t>Scale back infrastructure as demand drops off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63338" y="2974838"/>
            <a:ext cx="350789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Monitoring Services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186" y="940660"/>
            <a:ext cx="717596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Monitoring </a:t>
            </a:r>
            <a:r>
              <a:rPr lang="en-US" sz="3200" dirty="0" err="1"/>
              <a:t>IaaS</a:t>
            </a:r>
            <a:r>
              <a:rPr lang="en-US" sz="3200" dirty="0"/>
              <a:t> vs. </a:t>
            </a:r>
            <a:r>
              <a:rPr lang="en-US" sz="3200" dirty="0" err="1"/>
              <a:t>Paas</a:t>
            </a:r>
            <a:r>
              <a:rPr lang="en-US" sz="3200" dirty="0"/>
              <a:t> type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561" y="2469233"/>
            <a:ext cx="85604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PaaS</a:t>
            </a:r>
            <a:r>
              <a:rPr lang="en-US" sz="2800" dirty="0"/>
              <a:t> generally providers additional monitoring facilities</a:t>
            </a:r>
          </a:p>
          <a:p>
            <a:endParaRPr lang="en-US" sz="2800" dirty="0"/>
          </a:p>
          <a:p>
            <a:r>
              <a:rPr lang="en-US" sz="2800" dirty="0"/>
              <a:t>Not interested in memory usage of O/S performance in </a:t>
            </a:r>
            <a:r>
              <a:rPr lang="en-US" sz="2800" dirty="0" err="1"/>
              <a:t>PaaS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Using </a:t>
            </a:r>
            <a:r>
              <a:rPr lang="en-US" sz="2800" dirty="0" err="1"/>
              <a:t>IaaS</a:t>
            </a:r>
            <a:r>
              <a:rPr lang="en-US" sz="2800" dirty="0"/>
              <a:t>, we need to monitor O/S as well as application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9803" y="1046484"/>
            <a:ext cx="80077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When monitoring </a:t>
            </a:r>
            <a:r>
              <a:rPr lang="en-US" sz="3200" dirty="0" err="1"/>
              <a:t>IaaS</a:t>
            </a:r>
            <a:r>
              <a:rPr lang="en-US" sz="3200" dirty="0"/>
              <a:t>, what are key things to watch out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0354" y="2821981"/>
            <a:ext cx="281804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CPU Usage</a:t>
            </a:r>
          </a:p>
          <a:p>
            <a:endParaRPr lang="en-US" sz="2400" dirty="0"/>
          </a:p>
          <a:p>
            <a:r>
              <a:rPr lang="en-US" sz="2400" dirty="0"/>
              <a:t>Load average</a:t>
            </a:r>
          </a:p>
          <a:p>
            <a:endParaRPr lang="en-US" sz="2400" dirty="0"/>
          </a:p>
          <a:p>
            <a:r>
              <a:rPr lang="en-US" sz="2400" dirty="0"/>
              <a:t>Memory Usage</a:t>
            </a:r>
          </a:p>
          <a:p>
            <a:endParaRPr lang="en-US" sz="2400" dirty="0"/>
          </a:p>
          <a:p>
            <a:r>
              <a:rPr lang="en-US" sz="2400" dirty="0"/>
              <a:t>Disk space usage etc.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9009" y="3033628"/>
            <a:ext cx="553328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+ all our specific app monitoring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2371" y="2786705"/>
            <a:ext cx="6937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look at what monitoring support is available </a:t>
            </a:r>
            <a:r>
              <a:rPr lang="en-US" sz="2800"/>
              <a:t>from Amazon and </a:t>
            </a:r>
            <a:r>
              <a:rPr lang="en-US" sz="2800" dirty="0"/>
              <a:t>Azure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766" y="411539"/>
            <a:ext cx="5304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Nagios</a:t>
            </a:r>
            <a:r>
              <a:rPr lang="en-US" sz="2800" dirty="0"/>
              <a:t> – Open source, suits </a:t>
            </a:r>
            <a:r>
              <a:rPr lang="en-US" sz="2800" dirty="0" err="1"/>
              <a:t>DIY’ers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09" y="1313212"/>
            <a:ext cx="7922325" cy="491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33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8119" y="2963079"/>
            <a:ext cx="15311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054643692"/>
      </p:ext>
    </p:extLst>
  </p:cSld>
  <p:clrMapOvr>
    <a:masterClrMapping/>
  </p:clrMapOvr>
</p:sld>
</file>

<file path=ppt/theme/theme1.xml><?xml version="1.0" encoding="utf-8"?>
<a:theme xmlns:a="http://schemas.openxmlformats.org/drawingml/2006/main" name=" Black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Black .thmx</Template>
  <TotalTime>202</TotalTime>
  <Words>344</Words>
  <Application>Microsoft Office PowerPoint</Application>
  <PresentationFormat>On-screen Show (4:3)</PresentationFormat>
  <Paragraphs>76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 Black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Calom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 Skehill</dc:creator>
  <cp:lastModifiedBy>Vikas Sahni</cp:lastModifiedBy>
  <cp:revision>10</cp:revision>
  <dcterms:created xsi:type="dcterms:W3CDTF">2011-11-15T21:42:12Z</dcterms:created>
  <dcterms:modified xsi:type="dcterms:W3CDTF">2020-10-15T11:20:29Z</dcterms:modified>
</cp:coreProperties>
</file>