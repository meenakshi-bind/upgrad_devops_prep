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77" r:id="rId3"/>
    <p:sldId id="257" r:id="rId4"/>
    <p:sldId id="270" r:id="rId5"/>
    <p:sldId id="272" r:id="rId6"/>
    <p:sldId id="273" r:id="rId7"/>
    <p:sldId id="274" r:id="rId8"/>
    <p:sldId id="269" r:id="rId9"/>
    <p:sldId id="278" r:id="rId10"/>
    <p:sldId id="276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0D65FC-AC5D-4109-87C7-F0885082D9CB}" v="3" dt="2026-02-09T08:59:40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932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vani Estrada" userId="3cb9099b-5b90-4385-a474-99b5fdaa55a0" providerId="ADAL" clId="{32F75D54-46FD-43D5-8804-F9F4E04A7913}"/>
    <pc:docChg chg="undo custSel addSld delSld modSld sldOrd">
      <pc:chgData name="Giovani Estrada" userId="3cb9099b-5b90-4385-a474-99b5fdaa55a0" providerId="ADAL" clId="{32F75D54-46FD-43D5-8804-F9F4E04A7913}" dt="2026-02-09T08:59:40.328" v="1455"/>
      <pc:docMkLst>
        <pc:docMk/>
      </pc:docMkLst>
      <pc:sldChg chg="modSp mod ord">
        <pc:chgData name="Giovani Estrada" userId="3cb9099b-5b90-4385-a474-99b5fdaa55a0" providerId="ADAL" clId="{32F75D54-46FD-43D5-8804-F9F4E04A7913}" dt="2026-02-06T13:26:18.981" v="1023" actId="20577"/>
        <pc:sldMkLst>
          <pc:docMk/>
          <pc:sldMk cId="626847722" sldId="257"/>
        </pc:sldMkLst>
        <pc:spChg chg="mod">
          <ac:chgData name="Giovani Estrada" userId="3cb9099b-5b90-4385-a474-99b5fdaa55a0" providerId="ADAL" clId="{32F75D54-46FD-43D5-8804-F9F4E04A7913}" dt="2026-02-06T13:26:18.981" v="1023" actId="20577"/>
          <ac:spMkLst>
            <pc:docMk/>
            <pc:sldMk cId="626847722" sldId="257"/>
            <ac:spMk id="2" creationId="{C5A476EA-6F10-14C9-BD27-DE5A1B67C71A}"/>
          </ac:spMkLst>
        </pc:spChg>
      </pc:sldChg>
      <pc:sldChg chg="addSp modSp mod ord">
        <pc:chgData name="Giovani Estrada" userId="3cb9099b-5b90-4385-a474-99b5fdaa55a0" providerId="ADAL" clId="{32F75D54-46FD-43D5-8804-F9F4E04A7913}" dt="2026-02-06T13:27:38.005" v="1054" actId="20577"/>
        <pc:sldMkLst>
          <pc:docMk/>
          <pc:sldMk cId="248559833" sldId="269"/>
        </pc:sldMkLst>
        <pc:spChg chg="mod">
          <ac:chgData name="Giovani Estrada" userId="3cb9099b-5b90-4385-a474-99b5fdaa55a0" providerId="ADAL" clId="{32F75D54-46FD-43D5-8804-F9F4E04A7913}" dt="2026-02-06T13:27:38.005" v="1054" actId="20577"/>
          <ac:spMkLst>
            <pc:docMk/>
            <pc:sldMk cId="248559833" sldId="269"/>
            <ac:spMk id="2" creationId="{96AB7050-A6A6-B505-4E05-88EB3DB44BB7}"/>
          </ac:spMkLst>
        </pc:spChg>
        <pc:picChg chg="add mod">
          <ac:chgData name="Giovani Estrada" userId="3cb9099b-5b90-4385-a474-99b5fdaa55a0" providerId="ADAL" clId="{32F75D54-46FD-43D5-8804-F9F4E04A7913}" dt="2026-02-06T11:37:42.310" v="277" actId="1076"/>
          <ac:picMkLst>
            <pc:docMk/>
            <pc:sldMk cId="248559833" sldId="269"/>
            <ac:picMk id="5" creationId="{DDBC6169-FECA-9D00-121A-BC5ED4EB04BA}"/>
          </ac:picMkLst>
        </pc:picChg>
        <pc:picChg chg="add mod">
          <ac:chgData name="Giovani Estrada" userId="3cb9099b-5b90-4385-a474-99b5fdaa55a0" providerId="ADAL" clId="{32F75D54-46FD-43D5-8804-F9F4E04A7913}" dt="2026-02-06T11:37:23.119" v="273" actId="1076"/>
          <ac:picMkLst>
            <pc:docMk/>
            <pc:sldMk cId="248559833" sldId="269"/>
            <ac:picMk id="7" creationId="{0DD9EFEA-9A09-5DA6-B56A-ECDE551B3132}"/>
          </ac:picMkLst>
        </pc:picChg>
        <pc:picChg chg="add mod">
          <ac:chgData name="Giovani Estrada" userId="3cb9099b-5b90-4385-a474-99b5fdaa55a0" providerId="ADAL" clId="{32F75D54-46FD-43D5-8804-F9F4E04A7913}" dt="2026-02-06T11:37:24.716" v="274" actId="1076"/>
          <ac:picMkLst>
            <pc:docMk/>
            <pc:sldMk cId="248559833" sldId="269"/>
            <ac:picMk id="9" creationId="{0569B018-567F-5EEC-3325-1BC0B05E77B2}"/>
          </ac:picMkLst>
        </pc:picChg>
        <pc:cxnChg chg="add mod">
          <ac:chgData name="Giovani Estrada" userId="3cb9099b-5b90-4385-a474-99b5fdaa55a0" providerId="ADAL" clId="{32F75D54-46FD-43D5-8804-F9F4E04A7913}" dt="2026-02-06T11:37:42.310" v="277" actId="1076"/>
          <ac:cxnSpMkLst>
            <pc:docMk/>
            <pc:sldMk cId="248559833" sldId="269"/>
            <ac:cxnSpMk id="11" creationId="{AFC12CD0-5099-83D0-D274-36546B11E825}"/>
          </ac:cxnSpMkLst>
        </pc:cxnChg>
        <pc:cxnChg chg="add mod">
          <ac:chgData name="Giovani Estrada" userId="3cb9099b-5b90-4385-a474-99b5fdaa55a0" providerId="ADAL" clId="{32F75D54-46FD-43D5-8804-F9F4E04A7913}" dt="2026-02-06T11:37:42.310" v="277" actId="1076"/>
          <ac:cxnSpMkLst>
            <pc:docMk/>
            <pc:sldMk cId="248559833" sldId="269"/>
            <ac:cxnSpMk id="12" creationId="{6A30F4BA-EA22-65C2-F70E-88853EF65E22}"/>
          </ac:cxnSpMkLst>
        </pc:cxnChg>
      </pc:sldChg>
      <pc:sldChg chg="modSp mod">
        <pc:chgData name="Giovani Estrada" userId="3cb9099b-5b90-4385-a474-99b5fdaa55a0" providerId="ADAL" clId="{32F75D54-46FD-43D5-8804-F9F4E04A7913}" dt="2026-02-06T13:26:23.849" v="1026" actId="20577"/>
        <pc:sldMkLst>
          <pc:docMk/>
          <pc:sldMk cId="2553371710" sldId="270"/>
        </pc:sldMkLst>
        <pc:spChg chg="mod">
          <ac:chgData name="Giovani Estrada" userId="3cb9099b-5b90-4385-a474-99b5fdaa55a0" providerId="ADAL" clId="{32F75D54-46FD-43D5-8804-F9F4E04A7913}" dt="2026-02-06T13:26:23.849" v="1026" actId="20577"/>
          <ac:spMkLst>
            <pc:docMk/>
            <pc:sldMk cId="2553371710" sldId="270"/>
            <ac:spMk id="2" creationId="{7987797D-FBEA-7E07-E7EA-26BE0D36E187}"/>
          </ac:spMkLst>
        </pc:spChg>
      </pc:sldChg>
      <pc:sldChg chg="addSp delSp modSp add mod">
        <pc:chgData name="Giovani Estrada" userId="3cb9099b-5b90-4385-a474-99b5fdaa55a0" providerId="ADAL" clId="{32F75D54-46FD-43D5-8804-F9F4E04A7913}" dt="2026-02-09T08:59:40.328" v="1455"/>
        <pc:sldMkLst>
          <pc:docMk/>
          <pc:sldMk cId="1621439536" sldId="272"/>
        </pc:sldMkLst>
        <pc:spChg chg="mod">
          <ac:chgData name="Giovani Estrada" userId="3cb9099b-5b90-4385-a474-99b5fdaa55a0" providerId="ADAL" clId="{32F75D54-46FD-43D5-8804-F9F4E04A7913}" dt="2026-02-06T13:27:19.497" v="1045" actId="6549"/>
          <ac:spMkLst>
            <pc:docMk/>
            <pc:sldMk cId="1621439536" sldId="272"/>
            <ac:spMk id="2" creationId="{1CF88F72-C7FA-0136-13D1-74B221F06A49}"/>
          </ac:spMkLst>
        </pc:spChg>
        <pc:spChg chg="mod">
          <ac:chgData name="Giovani Estrada" userId="3cb9099b-5b90-4385-a474-99b5fdaa55a0" providerId="ADAL" clId="{32F75D54-46FD-43D5-8804-F9F4E04A7913}" dt="2026-02-06T11:11:25.423" v="83" actId="113"/>
          <ac:spMkLst>
            <pc:docMk/>
            <pc:sldMk cId="1621439536" sldId="272"/>
            <ac:spMk id="3" creationId="{DBB433C5-877F-7237-DE79-F49CA559EC53}"/>
          </ac:spMkLst>
        </pc:spChg>
        <pc:graphicFrameChg chg="add mod">
          <ac:chgData name="Giovani Estrada" userId="3cb9099b-5b90-4385-a474-99b5fdaa55a0" providerId="ADAL" clId="{32F75D54-46FD-43D5-8804-F9F4E04A7913}" dt="2026-02-09T08:59:40.328" v="1455"/>
          <ac:graphicFrameMkLst>
            <pc:docMk/>
            <pc:sldMk cId="1621439536" sldId="272"/>
            <ac:graphicFrameMk id="4" creationId="{4C07DBDF-0542-5046-7197-98699F7CCB67}"/>
          </ac:graphicFrameMkLst>
        </pc:graphicFrameChg>
      </pc:sldChg>
      <pc:sldChg chg="addSp modSp add mod">
        <pc:chgData name="Giovani Estrada" userId="3cb9099b-5b90-4385-a474-99b5fdaa55a0" providerId="ADAL" clId="{32F75D54-46FD-43D5-8804-F9F4E04A7913}" dt="2026-02-09T08:56:50.172" v="1358" actId="20577"/>
        <pc:sldMkLst>
          <pc:docMk/>
          <pc:sldMk cId="2574124110" sldId="273"/>
        </pc:sldMkLst>
        <pc:spChg chg="mod">
          <ac:chgData name="Giovani Estrada" userId="3cb9099b-5b90-4385-a474-99b5fdaa55a0" providerId="ADAL" clId="{32F75D54-46FD-43D5-8804-F9F4E04A7913}" dt="2026-02-06T13:26:54.490" v="1034" actId="20577"/>
          <ac:spMkLst>
            <pc:docMk/>
            <pc:sldMk cId="2574124110" sldId="273"/>
            <ac:spMk id="2" creationId="{A378ACB1-C755-5ADB-EEE4-73A5F3FB9114}"/>
          </ac:spMkLst>
        </pc:spChg>
        <pc:spChg chg="add mod">
          <ac:chgData name="Giovani Estrada" userId="3cb9099b-5b90-4385-a474-99b5fdaa55a0" providerId="ADAL" clId="{32F75D54-46FD-43D5-8804-F9F4E04A7913}" dt="2026-02-09T08:56:50.172" v="1358" actId="20577"/>
          <ac:spMkLst>
            <pc:docMk/>
            <pc:sldMk cId="2574124110" sldId="273"/>
            <ac:spMk id="3" creationId="{54F23B8F-F746-8515-4AC7-E0F16E88AD42}"/>
          </ac:spMkLst>
        </pc:spChg>
        <pc:spChg chg="add mod">
          <ac:chgData name="Giovani Estrada" userId="3cb9099b-5b90-4385-a474-99b5fdaa55a0" providerId="ADAL" clId="{32F75D54-46FD-43D5-8804-F9F4E04A7913}" dt="2026-02-06T11:13:53.463" v="157" actId="1076"/>
          <ac:spMkLst>
            <pc:docMk/>
            <pc:sldMk cId="2574124110" sldId="273"/>
            <ac:spMk id="5" creationId="{1F33DC15-8131-6752-6810-08CE322BFDFC}"/>
          </ac:spMkLst>
        </pc:spChg>
        <pc:spChg chg="add mod">
          <ac:chgData name="Giovani Estrada" userId="3cb9099b-5b90-4385-a474-99b5fdaa55a0" providerId="ADAL" clId="{32F75D54-46FD-43D5-8804-F9F4E04A7913}" dt="2026-02-06T11:13:48.301" v="156" actId="1076"/>
          <ac:spMkLst>
            <pc:docMk/>
            <pc:sldMk cId="2574124110" sldId="273"/>
            <ac:spMk id="6" creationId="{9FEF8647-E5E9-4DC6-A86C-5AC65603CF0A}"/>
          </ac:spMkLst>
        </pc:spChg>
      </pc:sldChg>
      <pc:sldChg chg="addSp delSp modSp add mod">
        <pc:chgData name="Giovani Estrada" userId="3cb9099b-5b90-4385-a474-99b5fdaa55a0" providerId="ADAL" clId="{32F75D54-46FD-43D5-8804-F9F4E04A7913}" dt="2026-02-09T08:56:41.614" v="1353" actId="20577"/>
        <pc:sldMkLst>
          <pc:docMk/>
          <pc:sldMk cId="3119306576" sldId="274"/>
        </pc:sldMkLst>
        <pc:spChg chg="mod">
          <ac:chgData name="Giovani Estrada" userId="3cb9099b-5b90-4385-a474-99b5fdaa55a0" providerId="ADAL" clId="{32F75D54-46FD-43D5-8804-F9F4E04A7913}" dt="2026-02-06T13:27:30.423" v="1048" actId="20577"/>
          <ac:spMkLst>
            <pc:docMk/>
            <pc:sldMk cId="3119306576" sldId="274"/>
            <ac:spMk id="2" creationId="{D088E83D-85F9-DB04-55BC-F94212699ADC}"/>
          </ac:spMkLst>
        </pc:spChg>
        <pc:spChg chg="mod">
          <ac:chgData name="Giovani Estrada" userId="3cb9099b-5b90-4385-a474-99b5fdaa55a0" providerId="ADAL" clId="{32F75D54-46FD-43D5-8804-F9F4E04A7913}" dt="2026-02-09T08:56:41.614" v="1353" actId="20577"/>
          <ac:spMkLst>
            <pc:docMk/>
            <pc:sldMk cId="3119306576" sldId="274"/>
            <ac:spMk id="3" creationId="{076BC8D3-A60D-6A5B-9EFC-5AE02ADB79B5}"/>
          </ac:spMkLst>
        </pc:spChg>
        <pc:spChg chg="mod">
          <ac:chgData name="Giovani Estrada" userId="3cb9099b-5b90-4385-a474-99b5fdaa55a0" providerId="ADAL" clId="{32F75D54-46FD-43D5-8804-F9F4E04A7913}" dt="2026-02-06T11:26:46.198" v="208" actId="20577"/>
          <ac:spMkLst>
            <pc:docMk/>
            <pc:sldMk cId="3119306576" sldId="274"/>
            <ac:spMk id="5" creationId="{8CECBCB6-B95E-C68C-F420-B2D72E6BCAD2}"/>
          </ac:spMkLst>
        </pc:spChg>
        <pc:spChg chg="mod">
          <ac:chgData name="Giovani Estrada" userId="3cb9099b-5b90-4385-a474-99b5fdaa55a0" providerId="ADAL" clId="{32F75D54-46FD-43D5-8804-F9F4E04A7913}" dt="2026-02-06T11:27:36.675" v="213" actId="1076"/>
          <ac:spMkLst>
            <pc:docMk/>
            <pc:sldMk cId="3119306576" sldId="274"/>
            <ac:spMk id="6" creationId="{80D74DB1-0605-08FF-B3E2-42E35756133F}"/>
          </ac:spMkLst>
        </pc:spChg>
        <pc:picChg chg="add mod">
          <ac:chgData name="Giovani Estrada" userId="3cb9099b-5b90-4385-a474-99b5fdaa55a0" providerId="ADAL" clId="{32F75D54-46FD-43D5-8804-F9F4E04A7913}" dt="2026-02-06T11:17:53.921" v="184" actId="1076"/>
          <ac:picMkLst>
            <pc:docMk/>
            <pc:sldMk cId="3119306576" sldId="274"/>
            <ac:picMk id="8" creationId="{6B555639-A27B-AA30-C795-5CE9794BDEB2}"/>
          </ac:picMkLst>
        </pc:picChg>
        <pc:picChg chg="add mod">
          <ac:chgData name="Giovani Estrada" userId="3cb9099b-5b90-4385-a474-99b5fdaa55a0" providerId="ADAL" clId="{32F75D54-46FD-43D5-8804-F9F4E04A7913}" dt="2026-02-06T11:26:37.744" v="198" actId="14100"/>
          <ac:picMkLst>
            <pc:docMk/>
            <pc:sldMk cId="3119306576" sldId="274"/>
            <ac:picMk id="12" creationId="{A68D2E2B-786D-1924-5E09-63B2C775C966}"/>
          </ac:picMkLst>
        </pc:picChg>
        <pc:picChg chg="add mod">
          <ac:chgData name="Giovani Estrada" userId="3cb9099b-5b90-4385-a474-99b5fdaa55a0" providerId="ADAL" clId="{32F75D54-46FD-43D5-8804-F9F4E04A7913}" dt="2026-02-06T11:27:31.706" v="212" actId="1076"/>
          <ac:picMkLst>
            <pc:docMk/>
            <pc:sldMk cId="3119306576" sldId="274"/>
            <ac:picMk id="14" creationId="{7BCBC50D-68C2-9AC8-59CD-E9A26D7787CF}"/>
          </ac:picMkLst>
        </pc:picChg>
      </pc:sldChg>
      <pc:sldChg chg="modSp new mod">
        <pc:chgData name="Giovani Estrada" userId="3cb9099b-5b90-4385-a474-99b5fdaa55a0" providerId="ADAL" clId="{32F75D54-46FD-43D5-8804-F9F4E04A7913}" dt="2026-02-06T11:43:47.811" v="586" actId="20577"/>
        <pc:sldMkLst>
          <pc:docMk/>
          <pc:sldMk cId="1224752315" sldId="275"/>
        </pc:sldMkLst>
        <pc:spChg chg="mod">
          <ac:chgData name="Giovani Estrada" userId="3cb9099b-5b90-4385-a474-99b5fdaa55a0" providerId="ADAL" clId="{32F75D54-46FD-43D5-8804-F9F4E04A7913}" dt="2026-02-06T11:38:59.792" v="287" actId="20577"/>
          <ac:spMkLst>
            <pc:docMk/>
            <pc:sldMk cId="1224752315" sldId="275"/>
            <ac:spMk id="2" creationId="{3EA1C46D-CA57-87B2-74B9-E1BD3B8E9896}"/>
          </ac:spMkLst>
        </pc:spChg>
        <pc:spChg chg="mod">
          <ac:chgData name="Giovani Estrada" userId="3cb9099b-5b90-4385-a474-99b5fdaa55a0" providerId="ADAL" clId="{32F75D54-46FD-43D5-8804-F9F4E04A7913}" dt="2026-02-06T11:43:47.811" v="586" actId="20577"/>
          <ac:spMkLst>
            <pc:docMk/>
            <pc:sldMk cId="1224752315" sldId="275"/>
            <ac:spMk id="3" creationId="{C758C375-CE3F-9FE4-AF78-AD4C2DDAD40E}"/>
          </ac:spMkLst>
        </pc:spChg>
      </pc:sldChg>
      <pc:sldChg chg="addSp delSp modSp new mod">
        <pc:chgData name="Giovani Estrada" userId="3cb9099b-5b90-4385-a474-99b5fdaa55a0" providerId="ADAL" clId="{32F75D54-46FD-43D5-8804-F9F4E04A7913}" dt="2026-02-09T08:57:58.822" v="1387" actId="20577"/>
        <pc:sldMkLst>
          <pc:docMk/>
          <pc:sldMk cId="4177143788" sldId="276"/>
        </pc:sldMkLst>
        <pc:spChg chg="mod">
          <ac:chgData name="Giovani Estrada" userId="3cb9099b-5b90-4385-a474-99b5fdaa55a0" providerId="ADAL" clId="{32F75D54-46FD-43D5-8804-F9F4E04A7913}" dt="2026-02-09T08:57:58.822" v="1387" actId="20577"/>
          <ac:spMkLst>
            <pc:docMk/>
            <pc:sldMk cId="4177143788" sldId="276"/>
            <ac:spMk id="2" creationId="{6216C5CE-CCE4-1695-A1A6-5665ADDFDCD7}"/>
          </ac:spMkLst>
        </pc:spChg>
        <pc:spChg chg="add mod">
          <ac:chgData name="Giovani Estrada" userId="3cb9099b-5b90-4385-a474-99b5fdaa55a0" providerId="ADAL" clId="{32F75D54-46FD-43D5-8804-F9F4E04A7913}" dt="2026-02-06T12:10:07.933" v="839" actId="20577"/>
          <ac:spMkLst>
            <pc:docMk/>
            <pc:sldMk cId="4177143788" sldId="276"/>
            <ac:spMk id="6" creationId="{B17778AC-3495-E36D-AC9F-589E90B3E42B}"/>
          </ac:spMkLst>
        </pc:spChg>
        <pc:spChg chg="add mod">
          <ac:chgData name="Giovani Estrada" userId="3cb9099b-5b90-4385-a474-99b5fdaa55a0" providerId="ADAL" clId="{32F75D54-46FD-43D5-8804-F9F4E04A7913}" dt="2026-02-06T12:09:21.195" v="824" actId="20577"/>
          <ac:spMkLst>
            <pc:docMk/>
            <pc:sldMk cId="4177143788" sldId="276"/>
            <ac:spMk id="7" creationId="{75C97FB5-991F-FEED-1245-1999AE91D7DD}"/>
          </ac:spMkLst>
        </pc:spChg>
        <pc:spChg chg="add mod">
          <ac:chgData name="Giovani Estrada" userId="3cb9099b-5b90-4385-a474-99b5fdaa55a0" providerId="ADAL" clId="{32F75D54-46FD-43D5-8804-F9F4E04A7913}" dt="2026-02-06T12:09:54.953" v="838" actId="20577"/>
          <ac:spMkLst>
            <pc:docMk/>
            <pc:sldMk cId="4177143788" sldId="276"/>
            <ac:spMk id="8" creationId="{921D72F6-E2EB-E08F-1653-721B4F277351}"/>
          </ac:spMkLst>
        </pc:spChg>
        <pc:picChg chg="add mod">
          <ac:chgData name="Giovani Estrada" userId="3cb9099b-5b90-4385-a474-99b5fdaa55a0" providerId="ADAL" clId="{32F75D54-46FD-43D5-8804-F9F4E04A7913}" dt="2026-02-06T12:05:54.720" v="759"/>
          <ac:picMkLst>
            <pc:docMk/>
            <pc:sldMk cId="4177143788" sldId="276"/>
            <ac:picMk id="4" creationId="{1BEE8C7A-E56D-3489-5DCE-DBAE959A4938}"/>
          </ac:picMkLst>
        </pc:picChg>
      </pc:sldChg>
      <pc:sldChg chg="modSp new mod">
        <pc:chgData name="Giovani Estrada" userId="3cb9099b-5b90-4385-a474-99b5fdaa55a0" providerId="ADAL" clId="{32F75D54-46FD-43D5-8804-F9F4E04A7913}" dt="2026-02-09T08:58:51.849" v="1454" actId="20577"/>
        <pc:sldMkLst>
          <pc:docMk/>
          <pc:sldMk cId="3121315123" sldId="277"/>
        </pc:sldMkLst>
        <pc:spChg chg="mod">
          <ac:chgData name="Giovani Estrada" userId="3cb9099b-5b90-4385-a474-99b5fdaa55a0" providerId="ADAL" clId="{32F75D54-46FD-43D5-8804-F9F4E04A7913}" dt="2026-02-06T13:24:00.860" v="851" actId="20577"/>
          <ac:spMkLst>
            <pc:docMk/>
            <pc:sldMk cId="3121315123" sldId="277"/>
            <ac:spMk id="2" creationId="{A7816ADB-384B-DB8A-0CCC-66A9039CD51D}"/>
          </ac:spMkLst>
        </pc:spChg>
        <pc:spChg chg="mod">
          <ac:chgData name="Giovani Estrada" userId="3cb9099b-5b90-4385-a474-99b5fdaa55a0" providerId="ADAL" clId="{32F75D54-46FD-43D5-8804-F9F4E04A7913}" dt="2026-02-09T08:58:51.849" v="1454" actId="20577"/>
          <ac:spMkLst>
            <pc:docMk/>
            <pc:sldMk cId="3121315123" sldId="277"/>
            <ac:spMk id="3" creationId="{D69751FD-B355-6855-EBFC-7154C3FD1B26}"/>
          </ac:spMkLst>
        </pc:spChg>
      </pc:sldChg>
      <pc:sldChg chg="new del">
        <pc:chgData name="Giovani Estrada" userId="3cb9099b-5b90-4385-a474-99b5fdaa55a0" providerId="ADAL" clId="{32F75D54-46FD-43D5-8804-F9F4E04A7913}" dt="2026-02-09T08:49:43.538" v="1232" actId="47"/>
        <pc:sldMkLst>
          <pc:docMk/>
          <pc:sldMk cId="2805519840" sldId="278"/>
        </pc:sldMkLst>
      </pc:sldChg>
      <pc:sldChg chg="addSp delSp modSp new mod">
        <pc:chgData name="Giovani Estrada" userId="3cb9099b-5b90-4385-a474-99b5fdaa55a0" providerId="ADAL" clId="{32F75D54-46FD-43D5-8804-F9F4E04A7913}" dt="2026-02-09T08:56:34.412" v="1348" actId="20577"/>
        <pc:sldMkLst>
          <pc:docMk/>
          <pc:sldMk cId="3679664213" sldId="278"/>
        </pc:sldMkLst>
        <pc:spChg chg="mod">
          <ac:chgData name="Giovani Estrada" userId="3cb9099b-5b90-4385-a474-99b5fdaa55a0" providerId="ADAL" clId="{32F75D54-46FD-43D5-8804-F9F4E04A7913}" dt="2026-02-09T08:51:06.135" v="1268" actId="20577"/>
          <ac:spMkLst>
            <pc:docMk/>
            <pc:sldMk cId="3679664213" sldId="278"/>
            <ac:spMk id="2" creationId="{8B677B7A-86BB-B857-9418-BFC320DBC855}"/>
          </ac:spMkLst>
        </pc:spChg>
        <pc:spChg chg="del">
          <ac:chgData name="Giovani Estrada" userId="3cb9099b-5b90-4385-a474-99b5fdaa55a0" providerId="ADAL" clId="{32F75D54-46FD-43D5-8804-F9F4E04A7913}" dt="2026-02-09T08:51:11.297" v="1269" actId="478"/>
          <ac:spMkLst>
            <pc:docMk/>
            <pc:sldMk cId="3679664213" sldId="278"/>
            <ac:spMk id="3" creationId="{52F3EE7E-AC70-D65F-54FA-B06A3C670A5F}"/>
          </ac:spMkLst>
        </pc:spChg>
        <pc:spChg chg="add mod">
          <ac:chgData name="Giovani Estrada" userId="3cb9099b-5b90-4385-a474-99b5fdaa55a0" providerId="ADAL" clId="{32F75D54-46FD-43D5-8804-F9F4E04A7913}" dt="2026-02-09T08:56:34.412" v="1348" actId="20577"/>
          <ac:spMkLst>
            <pc:docMk/>
            <pc:sldMk cId="3679664213" sldId="278"/>
            <ac:spMk id="4" creationId="{37DA64B1-2322-34C9-6DEB-70472E6861C4}"/>
          </ac:spMkLst>
        </pc:spChg>
        <pc:spChg chg="add mod">
          <ac:chgData name="Giovani Estrada" userId="3cb9099b-5b90-4385-a474-99b5fdaa55a0" providerId="ADAL" clId="{32F75D54-46FD-43D5-8804-F9F4E04A7913}" dt="2026-02-09T08:55:01.649" v="1309" actId="20577"/>
          <ac:spMkLst>
            <pc:docMk/>
            <pc:sldMk cId="3679664213" sldId="278"/>
            <ac:spMk id="5" creationId="{1F68555E-8337-14D3-22A1-2B07ED34F737}"/>
          </ac:spMkLst>
        </pc:spChg>
        <pc:spChg chg="add mod">
          <ac:chgData name="Giovani Estrada" userId="3cb9099b-5b90-4385-a474-99b5fdaa55a0" providerId="ADAL" clId="{32F75D54-46FD-43D5-8804-F9F4E04A7913}" dt="2026-02-09T08:56:24.473" v="1343" actId="1076"/>
          <ac:spMkLst>
            <pc:docMk/>
            <pc:sldMk cId="3679664213" sldId="278"/>
            <ac:spMk id="6" creationId="{EF40FA48-7339-63C8-5E9B-C59950333AB0}"/>
          </ac:spMkLst>
        </pc:spChg>
        <pc:picChg chg="add del mod">
          <ac:chgData name="Giovani Estrada" userId="3cb9099b-5b90-4385-a474-99b5fdaa55a0" providerId="ADAL" clId="{32F75D54-46FD-43D5-8804-F9F4E04A7913}" dt="2026-02-09T08:53:34.961" v="1273" actId="478"/>
          <ac:picMkLst>
            <pc:docMk/>
            <pc:sldMk cId="3679664213" sldId="278"/>
            <ac:picMk id="7" creationId="{0EA1C546-B6BF-2F4F-3875-8C10A10DA96A}"/>
          </ac:picMkLst>
        </pc:picChg>
        <pc:picChg chg="add del mod">
          <ac:chgData name="Giovani Estrada" userId="3cb9099b-5b90-4385-a474-99b5fdaa55a0" providerId="ADAL" clId="{32F75D54-46FD-43D5-8804-F9F4E04A7913}" dt="2026-02-09T08:56:01.067" v="1310" actId="478"/>
          <ac:picMkLst>
            <pc:docMk/>
            <pc:sldMk cId="3679664213" sldId="278"/>
            <ac:picMk id="8" creationId="{B747622F-CD7D-BCDA-0F6D-EC2293E3B7BE}"/>
          </ac:picMkLst>
        </pc:picChg>
        <pc:picChg chg="add del mod">
          <ac:chgData name="Giovani Estrada" userId="3cb9099b-5b90-4385-a474-99b5fdaa55a0" providerId="ADAL" clId="{32F75D54-46FD-43D5-8804-F9F4E04A7913}" dt="2026-02-09T08:53:46.622" v="1277" actId="478"/>
          <ac:picMkLst>
            <pc:docMk/>
            <pc:sldMk cId="3679664213" sldId="278"/>
            <ac:picMk id="9" creationId="{DF381D8C-FD2F-51F7-85C4-9B145E062CD0}"/>
          </ac:picMkLst>
        </pc:picChg>
        <pc:picChg chg="add mod">
          <ac:chgData name="Giovani Estrada" userId="3cb9099b-5b90-4385-a474-99b5fdaa55a0" providerId="ADAL" clId="{32F75D54-46FD-43D5-8804-F9F4E04A7913}" dt="2026-02-09T08:53:43.476" v="1276" actId="1076"/>
          <ac:picMkLst>
            <pc:docMk/>
            <pc:sldMk cId="3679664213" sldId="278"/>
            <ac:picMk id="11" creationId="{5AB7BE22-6976-2FDC-4BA0-B8A70D76FA22}"/>
          </ac:picMkLst>
        </pc:picChg>
        <pc:picChg chg="add mod">
          <ac:chgData name="Giovani Estrada" userId="3cb9099b-5b90-4385-a474-99b5fdaa55a0" providerId="ADAL" clId="{32F75D54-46FD-43D5-8804-F9F4E04A7913}" dt="2026-02-09T08:54:40.598" v="1280" actId="1076"/>
          <ac:picMkLst>
            <pc:docMk/>
            <pc:sldMk cId="3679664213" sldId="278"/>
            <ac:picMk id="13" creationId="{A2F38D36-2267-720C-A0CF-668F6BD9AA9C}"/>
          </ac:picMkLst>
        </pc:picChg>
        <pc:picChg chg="add mod">
          <ac:chgData name="Giovani Estrada" userId="3cb9099b-5b90-4385-a474-99b5fdaa55a0" providerId="ADAL" clId="{32F75D54-46FD-43D5-8804-F9F4E04A7913}" dt="2026-02-09T08:56:21.563" v="1342" actId="1076"/>
          <ac:picMkLst>
            <pc:docMk/>
            <pc:sldMk cId="3679664213" sldId="278"/>
            <ac:picMk id="15" creationId="{9C809D5E-FE99-E03A-FE36-2884BFD155B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A76E5-56B2-40FC-8CE1-209A535D192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B3F2C-FD9C-42CA-88D3-733F699DFA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93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Change log: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22/02/2024: initial 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23/02/2024: included how to stop </a:t>
            </a:r>
            <a:r>
              <a:rPr lang="en-GB" dirty="0" err="1"/>
              <a:t>mosquitto</a:t>
            </a:r>
            <a:r>
              <a:rPr lang="en-GB" dirty="0"/>
              <a:t> &amp; shorter version of hands-on task #3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B3F2C-FD9C-42CA-88D3-733F699DFA2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840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F02B-8D62-CB63-50FB-AC41DE9E6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F53EF-72C8-3342-7F5A-58128B7B2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23C63-29E7-EE55-5754-3032DDDA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CBA0-CA1A-4E6A-97B4-3E78A31EB45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E9805-EB79-C744-0E10-494733FD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DF2FB-B3F6-49BC-FBB6-F73B5889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D53E-A1C2-48C0-B279-0117D7799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23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7C07-9B9E-1514-F9B2-EE8823237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B0936-5C7C-7891-70B6-34B8B6C15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26971-519E-2E53-65FE-77BD8D5B0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CBA0-CA1A-4E6A-97B4-3E78A31EB45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3C8CE-9368-B9BA-0C36-BBAF555B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1AA7B-670D-737E-0000-B08A0D33F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D53E-A1C2-48C0-B279-0117D7799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8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9573-5EBF-7C45-43A6-5BF47D8E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92B5C-428F-79F6-3A9E-CBA6885F0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20D9D-A09F-8EB0-2B95-2207561E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CBA0-CA1A-4E6A-97B4-3E78A31EB45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77826-4A1E-7122-131D-BE4D96AB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45BB6-5D90-9990-074E-7933BCDA8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D53E-A1C2-48C0-B279-0117D7799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295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9BF0-BEC9-D58D-A364-16566272C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5556B-0B11-B9DA-D4C4-E1237D61D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A5FF5-1861-7651-D127-A2DCA92DC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846EB-9C52-EC99-EB0A-6F0CBB838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CBA0-CA1A-4E6A-97B4-3E78A31EB45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09645-9925-1191-621A-DCBA733FA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C144E-A171-1953-A2B8-BE6B8016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D53E-A1C2-48C0-B279-0117D7799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6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53433-3AF9-6359-94AA-FE7551046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DDB8F-C017-0104-0DC7-5D9D2FDE8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116F7-F1AF-6425-C2B7-7103F59D6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570AB3-15EB-BC73-6F99-2769ABC7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E09D-1402-2FDD-5CA0-FE2FB6A21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7F3449-73E1-86C0-790E-41EB300A2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CBA0-CA1A-4E6A-97B4-3E78A31EB45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903DA-7838-8BDD-3581-D3A137DF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FF2AC1-298C-6EDE-3B9D-62C795D81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D53E-A1C2-48C0-B279-0117D7799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1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A9F5-BABF-15FE-3915-4571FC81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65FC9-69D7-9D77-ACA3-FFFE0B82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CBA0-CA1A-4E6A-97B4-3E78A31EB45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8A63D-A81D-4AA2-F05A-B8CE7FEE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13DDD-E37B-0EBE-646C-19DE988A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D53E-A1C2-48C0-B279-0117D7799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23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F089A-747C-1249-8E89-4E2104B8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CBA0-CA1A-4E6A-97B4-3E78A31EB45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A0ECCE-1066-7732-2696-048FB280B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E9F19-8A34-F014-1B22-BE699730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D53E-A1C2-48C0-B279-0117D7799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9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B4E9-BCA1-E05F-5E84-C60C6D0AD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6489A-DAA8-7462-90B2-681956961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A7650-5A56-903E-E36B-41E25E284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F1CF8-07A5-855E-71B1-F39CEE6D2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CBA0-CA1A-4E6A-97B4-3E78A31EB45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736AB-6F54-C19A-06D3-3639CA039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AB4BD-1E53-E4DC-E0F8-DE02FD9C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D53E-A1C2-48C0-B279-0117D7799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064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6110C-796C-6607-88A6-B700EC4BF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A81E5E-89D7-4C1D-1D31-A33267212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AF39-470F-955A-19DD-4AD180A8A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5AB14-3910-1531-5BC4-9DBD6B2A2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CBA0-CA1A-4E6A-97B4-3E78A31EB45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5D11C-D1EF-5F60-92D3-02AFD7A0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3F423-938E-E989-B23A-81EEF39C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D53E-A1C2-48C0-B279-0117D7799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58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DB2E5-3309-557C-464F-40B2368D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13315-1F25-915C-5B39-1C6DF45A7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34E1-34B2-943E-7933-1FD22B674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CBA0-CA1A-4E6A-97B4-3E78A31EB45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DCD3C-76F3-8BF6-30DB-81C9B0490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4608D-DD2B-7719-3A5A-1D220D03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D53E-A1C2-48C0-B279-0117D7799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929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726FC7-D9A2-FCDF-04B2-72DAA91832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D66DB-16F2-C25A-D56B-A999637B4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C9A1D-0145-668C-82BB-5E45AC2A8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CBA0-CA1A-4E6A-97B4-3E78A31EB45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EC0A7-83ED-2F1F-9760-87F83E19F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5EF9C-C58E-52D7-7A11-065D60C98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D53E-A1C2-48C0-B279-0117D7799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73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4293C4-4282-2CC5-A7D8-3EAC5E017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513F4-3A87-E296-7B59-60A9D5D17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C15AF-25CE-9994-F1DF-5BB0E058E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6CBA0-CA1A-4E6A-97B4-3E78A31EB45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1065F-AF77-274D-297D-CB37A0EE2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E24F8-1F0C-D671-EA32-8097A8E91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2D53E-A1C2-48C0-B279-0117D7799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29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92FEE-9553-832E-F8EE-0FCA4EA55B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Pub/Sub exercises</a:t>
            </a:r>
            <a:br>
              <a:rPr lang="en-GB" dirty="0"/>
            </a:br>
            <a:r>
              <a:rPr lang="en-GB" dirty="0"/>
              <a:t>using MQTT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D28889-9103-D66D-6C8B-99E66A7078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23/02/2024</a:t>
            </a:r>
          </a:p>
        </p:txBody>
      </p:sp>
    </p:spTree>
    <p:extLst>
      <p:ext uri="{BB962C8B-B14F-4D97-AF65-F5344CB8AC3E}">
        <p14:creationId xmlns:p14="http://schemas.microsoft.com/office/powerpoint/2010/main" val="2751558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16ADB-384B-DB8A-0CCC-66A9039C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751FD-B355-6855-EBFC-7154C3FD1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Get familiar with MQTT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Run pub/sub and broker components locally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Add meaningful topics and fanout exchange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closer look </a:t>
            </a:r>
            <a:r>
              <a:rPr lang="en-GB"/>
              <a:t>at the fog </a:t>
            </a:r>
            <a:r>
              <a:rPr lang="en-GB" dirty="0"/>
              <a:t>and </a:t>
            </a:r>
            <a:r>
              <a:rPr lang="en-GB"/>
              <a:t>edge parts (broker &amp; local clients)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Separate the fog and edge from the cloud component</a:t>
            </a:r>
          </a:p>
        </p:txBody>
      </p:sp>
    </p:spTree>
    <p:extLst>
      <p:ext uri="{BB962C8B-B14F-4D97-AF65-F5344CB8AC3E}">
        <p14:creationId xmlns:p14="http://schemas.microsoft.com/office/powerpoint/2010/main" val="3121315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76EA-6F10-14C9-BD27-DE5A1B67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Components of MQTT: Pub/Sub + broker</a:t>
            </a:r>
          </a:p>
        </p:txBody>
      </p:sp>
      <p:pic>
        <p:nvPicPr>
          <p:cNvPr id="4" name="Picture 2" descr="MQTT: publish / subscribe architecture">
            <a:extLst>
              <a:ext uri="{FF2B5EF4-FFF2-40B4-BE49-F238E27FC236}">
                <a16:creationId xmlns:a16="http://schemas.microsoft.com/office/drawing/2014/main" id="{BCF5D6F4-0776-64DE-7317-1C1E5BA9B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435678"/>
            <a:ext cx="97536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847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7797D-FBEA-7E07-E7EA-26BE0D36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Topics &amp; Queues in AWS</a:t>
            </a:r>
          </a:p>
        </p:txBody>
      </p:sp>
      <p:pic>
        <p:nvPicPr>
          <p:cNvPr id="4" name="Picture 3" descr="A child sitting on a couch&#10;&#10;Description automatically generated">
            <a:extLst>
              <a:ext uri="{FF2B5EF4-FFF2-40B4-BE49-F238E27FC236}">
                <a16:creationId xmlns:a16="http://schemas.microsoft.com/office/drawing/2014/main" id="{911B1248-B0F3-62EE-C636-534FF9D09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688" y="1333854"/>
            <a:ext cx="4086623" cy="481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371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0C443-EA84-B577-3DD9-BD4B425E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88F72-C7FA-0136-13D1-74B221F06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Hands-on using </a:t>
            </a:r>
            <a:r>
              <a:rPr lang="en-GB" i="1" dirty="0" err="1"/>
              <a:t>amqtt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433C5-877F-7237-DE79-F49CA559E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1220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1. Install dev environment</a:t>
            </a:r>
          </a:p>
          <a:p>
            <a:pPr marL="0" indent="0">
              <a:buNone/>
            </a:pPr>
            <a:r>
              <a:rPr lang="en-US" dirty="0"/>
              <a:t>sudo apt update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sudo apt update</a:t>
            </a:r>
          </a:p>
          <a:p>
            <a:pPr marL="0" indent="0">
              <a:buNone/>
            </a:pPr>
            <a:r>
              <a:rPr lang="en-GB" dirty="0"/>
              <a:t>sudo apt install python3.14 python3.14-venv</a:t>
            </a:r>
          </a:p>
          <a:p>
            <a:pPr marL="0" indent="0">
              <a:buNone/>
            </a:pPr>
            <a:r>
              <a:rPr lang="en-GB" dirty="0"/>
              <a:t>python3.14 -m </a:t>
            </a:r>
            <a:r>
              <a:rPr lang="en-GB" dirty="0" err="1"/>
              <a:t>venv</a:t>
            </a:r>
            <a:r>
              <a:rPr lang="en-GB" dirty="0"/>
              <a:t> ~/</a:t>
            </a:r>
            <a:r>
              <a:rPr lang="en-GB" dirty="0" err="1"/>
              <a:t>mqtt_env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source ~/</a:t>
            </a:r>
            <a:r>
              <a:rPr lang="en-GB" dirty="0" err="1"/>
              <a:t>mqtt_env</a:t>
            </a:r>
            <a:r>
              <a:rPr lang="en-GB" dirty="0"/>
              <a:t>/bin/activate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2. Install MQTT software</a:t>
            </a:r>
          </a:p>
          <a:p>
            <a:pPr marL="0" indent="0">
              <a:buNone/>
            </a:pPr>
            <a:r>
              <a:rPr lang="en-GB" dirty="0"/>
              <a:t>python -m pip install --upgrade pip</a:t>
            </a:r>
          </a:p>
          <a:p>
            <a:pPr marL="0" indent="0">
              <a:buNone/>
            </a:pPr>
            <a:r>
              <a:rPr lang="en-GB" dirty="0"/>
              <a:t>python -m pip install </a:t>
            </a:r>
            <a:r>
              <a:rPr lang="en-GB" dirty="0" err="1"/>
              <a:t>amqtt</a:t>
            </a:r>
            <a:endParaRPr lang="en-GB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C07DBDF-0542-5046-7197-98699F7CCB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69649"/>
              </p:ext>
            </p:extLst>
          </p:nvPr>
        </p:nvGraphicFramePr>
        <p:xfrm>
          <a:off x="9072563" y="2360613"/>
          <a:ext cx="9048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05030" imgH="514350" progId="Package">
                  <p:embed/>
                </p:oleObj>
              </mc:Choice>
              <mc:Fallback>
                <p:oleObj name="Packager Shell Object" showAsIcon="1" r:id="rId2" imgW="905030" imgH="514350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C07DBDF-0542-5046-7197-98699F7CCB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72563" y="2360613"/>
                        <a:ext cx="9048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143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96DCF-F931-7F10-A1C5-CA833A1D1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ACB1-C755-5ADB-EEE4-73A5F3FB9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Components of MQTT: Pub/Sub + broker</a:t>
            </a:r>
          </a:p>
        </p:txBody>
      </p:sp>
      <p:pic>
        <p:nvPicPr>
          <p:cNvPr id="4" name="Picture 2" descr="MQTT: publish / subscribe architecture">
            <a:extLst>
              <a:ext uri="{FF2B5EF4-FFF2-40B4-BE49-F238E27FC236}">
                <a16:creationId xmlns:a16="http://schemas.microsoft.com/office/drawing/2014/main" id="{BB3A88AA-28B0-ED97-6276-357BE1745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435678"/>
            <a:ext cx="97536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F23B8F-F746-8515-4AC7-E0F16E88AD42}"/>
              </a:ext>
            </a:extLst>
          </p:cNvPr>
          <p:cNvSpPr txBox="1"/>
          <p:nvPr/>
        </p:nvSpPr>
        <p:spPr>
          <a:xfrm>
            <a:off x="4282618" y="5114346"/>
            <a:ext cx="1892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  <a:r>
              <a:rPr lang="en-GB"/>
              <a:t>. </a:t>
            </a:r>
            <a:r>
              <a:rPr lang="en-GB" dirty="0"/>
              <a:t>Start the broker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3DC15-8131-6752-6810-08CE322BFDFC}"/>
              </a:ext>
            </a:extLst>
          </p:cNvPr>
          <p:cNvSpPr txBox="1"/>
          <p:nvPr/>
        </p:nvSpPr>
        <p:spPr>
          <a:xfrm>
            <a:off x="7488547" y="5532658"/>
            <a:ext cx="332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 Subscribe to topic </a:t>
            </a:r>
            <a:r>
              <a:rPr lang="en-GB" i="1" dirty="0"/>
              <a:t>temperature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F8647-E5E9-4DC6-A86C-5AC65603CF0A}"/>
              </a:ext>
            </a:extLst>
          </p:cNvPr>
          <p:cNvSpPr txBox="1"/>
          <p:nvPr/>
        </p:nvSpPr>
        <p:spPr>
          <a:xfrm>
            <a:off x="1219200" y="5717324"/>
            <a:ext cx="332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3. Publish data topic </a:t>
            </a:r>
            <a:r>
              <a:rPr lang="en-GB" i="1" dirty="0"/>
              <a:t>temperature</a:t>
            </a:r>
          </a:p>
        </p:txBody>
      </p:sp>
    </p:spTree>
    <p:extLst>
      <p:ext uri="{BB962C8B-B14F-4D97-AF65-F5344CB8AC3E}">
        <p14:creationId xmlns:p14="http://schemas.microsoft.com/office/powerpoint/2010/main" val="257412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ADA2-A8AE-B735-55BC-45C9BE19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8E83D-85F9-DB04-55BC-F94212699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Components of MQTT: Pub/Sub + broker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6BC8D3-A60D-6A5B-9EFC-5AE02ADB79B5}"/>
              </a:ext>
            </a:extLst>
          </p:cNvPr>
          <p:cNvSpPr txBox="1"/>
          <p:nvPr/>
        </p:nvSpPr>
        <p:spPr>
          <a:xfrm>
            <a:off x="763041" y="2700964"/>
            <a:ext cx="2575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 Start the broker: </a:t>
            </a:r>
            <a:r>
              <a:rPr lang="en-GB" dirty="0" err="1"/>
              <a:t>amqtt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CBCB6-B95E-C68C-F420-B2D72E6BCAD2}"/>
              </a:ext>
            </a:extLst>
          </p:cNvPr>
          <p:cNvSpPr txBox="1"/>
          <p:nvPr/>
        </p:nvSpPr>
        <p:spPr>
          <a:xfrm>
            <a:off x="3735141" y="4140582"/>
            <a:ext cx="49093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 Subscribe to topic </a:t>
            </a:r>
            <a:r>
              <a:rPr lang="en-GB" i="1" dirty="0"/>
              <a:t>temperature</a:t>
            </a:r>
            <a:r>
              <a:rPr lang="en-GB" dirty="0"/>
              <a:t>:</a:t>
            </a:r>
          </a:p>
          <a:p>
            <a:r>
              <a:rPr lang="en-GB" dirty="0" err="1"/>
              <a:t>amqtt_sub</a:t>
            </a:r>
            <a:r>
              <a:rPr lang="en-GB" dirty="0"/>
              <a:t> --url mqtt://localhost -t 'temperature'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D74DB1-0605-08FF-B3E2-42E35756133F}"/>
              </a:ext>
            </a:extLst>
          </p:cNvPr>
          <p:cNvSpPr txBox="1"/>
          <p:nvPr/>
        </p:nvSpPr>
        <p:spPr>
          <a:xfrm>
            <a:off x="2150853" y="5828504"/>
            <a:ext cx="5433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3. Publish data topic </a:t>
            </a:r>
            <a:r>
              <a:rPr lang="en-GB" i="1" dirty="0"/>
              <a:t>temperature</a:t>
            </a:r>
            <a:endParaRPr lang="en-GB" dirty="0"/>
          </a:p>
          <a:p>
            <a:r>
              <a:rPr lang="en-GB" dirty="0" err="1"/>
              <a:t>amqtt_pub</a:t>
            </a:r>
            <a:r>
              <a:rPr lang="en-GB" dirty="0"/>
              <a:t> --url mqtt://localhost -t temperature -m 12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555639-A27B-AA30-C795-5CE9794BD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637255" cy="898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8D2E2B-786D-1924-5E09-63B2C775C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102" y="5117249"/>
            <a:ext cx="4168093" cy="13575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CBC50D-68C2-9AC8-59CD-E9A26D778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4247" y="2938283"/>
            <a:ext cx="6613233" cy="122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0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B7050-A6A6-B505-4E05-88EB3DB4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Hands-on using </a:t>
            </a:r>
            <a:r>
              <a:rPr lang="en-GB" i="1" dirty="0" err="1"/>
              <a:t>amqtt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664CA-5A31-9077-5593-0E3DE9A4A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Try the 1-to-many</a:t>
            </a:r>
          </a:p>
          <a:p>
            <a:pPr lvl="1"/>
            <a:r>
              <a:rPr lang="en-GB" dirty="0"/>
              <a:t>Multiple subscribers</a:t>
            </a:r>
          </a:p>
          <a:p>
            <a:pPr lvl="1"/>
            <a:r>
              <a:rPr lang="en-GB" dirty="0"/>
              <a:t>One publisher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C6169-FECA-9D00-121A-BC5ED4EB0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31" y="3824293"/>
            <a:ext cx="4754880" cy="1338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D9EFEA-9A09-5DA6-B56A-ECDE551B3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678" y="4918973"/>
            <a:ext cx="4984191" cy="1012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69B018-567F-5EEC-3325-1BC0B05E7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677" y="2989781"/>
            <a:ext cx="4984191" cy="1012202"/>
          </a:xfrm>
          <a:prstGeom prst="rect">
            <a:avLst/>
          </a:prstGeom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FC12CD0-5099-83D0-D274-36546B11E82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465011" y="4493711"/>
            <a:ext cx="1032667" cy="93136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A30F4BA-EA22-65C2-F70E-88853EF65E22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5465011" y="3495882"/>
            <a:ext cx="1032666" cy="99782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59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7B7A-86BB-B857-9418-BFC320DB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How does the code look like?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A64B1-2322-34C9-6DEB-70472E6861C4}"/>
              </a:ext>
            </a:extLst>
          </p:cNvPr>
          <p:cNvSpPr txBox="1"/>
          <p:nvPr/>
        </p:nvSpPr>
        <p:spPr>
          <a:xfrm>
            <a:off x="754415" y="2588775"/>
            <a:ext cx="3635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 Start the broker: broker_simple.py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8555E-8337-14D3-22A1-2B07ED34F737}"/>
              </a:ext>
            </a:extLst>
          </p:cNvPr>
          <p:cNvSpPr txBox="1"/>
          <p:nvPr/>
        </p:nvSpPr>
        <p:spPr>
          <a:xfrm>
            <a:off x="3735141" y="4140582"/>
            <a:ext cx="3384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 Subscribe to topic </a:t>
            </a:r>
            <a:r>
              <a:rPr lang="en-GB" i="1" dirty="0"/>
              <a:t>temperature</a:t>
            </a:r>
            <a:r>
              <a:rPr lang="en-GB" dirty="0"/>
              <a:t>:</a:t>
            </a:r>
          </a:p>
          <a:p>
            <a:r>
              <a:rPr lang="en-GB" dirty="0"/>
              <a:t>python client_subscribe.py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40FA48-7339-63C8-5E9B-C59950333AB0}"/>
              </a:ext>
            </a:extLst>
          </p:cNvPr>
          <p:cNvSpPr txBox="1"/>
          <p:nvPr/>
        </p:nvSpPr>
        <p:spPr>
          <a:xfrm>
            <a:off x="2822783" y="5828503"/>
            <a:ext cx="331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3. Publish data topic </a:t>
            </a:r>
            <a:r>
              <a:rPr lang="en-GB" i="1" dirty="0"/>
              <a:t>temperature</a:t>
            </a:r>
            <a:endParaRPr lang="en-GB" dirty="0"/>
          </a:p>
          <a:p>
            <a:r>
              <a:rPr lang="en-GB" dirty="0"/>
              <a:t>python client_publish.py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B7BE22-6976-2FDC-4BA0-B8A70D76F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4214"/>
            <a:ext cx="3969166" cy="10084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F38D36-2267-720C-A0CF-668F6BD9A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248" y="3076874"/>
            <a:ext cx="6364603" cy="11231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809D5E-FE99-E03A-FE36-2884BFD15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076" y="5171489"/>
            <a:ext cx="5075666" cy="131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64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C5CE-CCE4-1695-A1A6-5665ADDF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4: code the fog &amp; edge architecture</a:t>
            </a:r>
          </a:p>
        </p:txBody>
      </p:sp>
      <p:pic>
        <p:nvPicPr>
          <p:cNvPr id="4" name="Picture 2" descr="MQTT: publish / subscribe architecture">
            <a:extLst>
              <a:ext uri="{FF2B5EF4-FFF2-40B4-BE49-F238E27FC236}">
                <a16:creationId xmlns:a16="http://schemas.microsoft.com/office/drawing/2014/main" id="{1BEE8C7A-E56D-3489-5DCE-DBAE959A4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435678"/>
            <a:ext cx="97536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7778AC-3495-E36D-AC9F-589E90B3E42B}"/>
              </a:ext>
            </a:extLst>
          </p:cNvPr>
          <p:cNvSpPr/>
          <p:nvPr/>
        </p:nvSpPr>
        <p:spPr>
          <a:xfrm>
            <a:off x="838200" y="2142291"/>
            <a:ext cx="3105509" cy="3269412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GB" dirty="0"/>
              <a:t>Edge (Local sensors)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C97FB5-991F-FEED-1245-1999AE91D7DD}"/>
              </a:ext>
            </a:extLst>
          </p:cNvPr>
          <p:cNvSpPr/>
          <p:nvPr/>
        </p:nvSpPr>
        <p:spPr>
          <a:xfrm>
            <a:off x="4204855" y="2142291"/>
            <a:ext cx="3105509" cy="3269412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GB" dirty="0"/>
              <a:t>Fog (Local broker)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1D72F6-E2EB-E08F-1653-721B4F277351}"/>
              </a:ext>
            </a:extLst>
          </p:cNvPr>
          <p:cNvSpPr/>
          <p:nvPr/>
        </p:nvSpPr>
        <p:spPr>
          <a:xfrm>
            <a:off x="8019473" y="3776997"/>
            <a:ext cx="3105509" cy="187036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GB" dirty="0"/>
              <a:t>Core (Cloud backend)</a:t>
            </a:r>
          </a:p>
        </p:txBody>
      </p:sp>
    </p:spTree>
    <p:extLst>
      <p:ext uri="{BB962C8B-B14F-4D97-AF65-F5344CB8AC3E}">
        <p14:creationId xmlns:p14="http://schemas.microsoft.com/office/powerpoint/2010/main" val="4177143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C46D-CA57-87B2-74B9-E1BD3B8E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Look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8C375-CE3F-9FE4-AF78-AD4C2DDAD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What’s MQTT default port?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Does it use TCP or UDP?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Name a few implementations of MQTT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the options regarding Quality of Service (QoS)?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the implications of QoS on network overhead?</a:t>
            </a:r>
          </a:p>
        </p:txBody>
      </p:sp>
    </p:spTree>
    <p:extLst>
      <p:ext uri="{BB962C8B-B14F-4D97-AF65-F5344CB8AC3E}">
        <p14:creationId xmlns:p14="http://schemas.microsoft.com/office/powerpoint/2010/main" val="1224752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357</Words>
  <Application>Microsoft Office PowerPoint</Application>
  <PresentationFormat>Widescreen</PresentationFormat>
  <Paragraphs>55</Paragraphs>
  <Slides>11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Package</vt:lpstr>
      <vt:lpstr>Pub/Sub exercises using MQTT</vt:lpstr>
      <vt:lpstr>Lab content</vt:lpstr>
      <vt:lpstr>1. Components of MQTT: Pub/Sub + broker</vt:lpstr>
      <vt:lpstr>1. Topics &amp; Queues in AWS</vt:lpstr>
      <vt:lpstr>2. Hands-on using amqtt</vt:lpstr>
      <vt:lpstr>2. Components of MQTT: Pub/Sub + broker</vt:lpstr>
      <vt:lpstr>2. Components of MQTT: Pub/Sub + broker</vt:lpstr>
      <vt:lpstr>3. Hands-on using amqtt</vt:lpstr>
      <vt:lpstr>3. How does the code look like?</vt:lpstr>
      <vt:lpstr>Hands-on 4: code the fog &amp; edge architecture</vt:lpstr>
      <vt:lpstr>Look for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MQTT</dc:title>
  <dc:creator>Giovani Estrada</dc:creator>
  <cp:lastModifiedBy>Giovani Estrada</cp:lastModifiedBy>
  <cp:revision>5</cp:revision>
  <dcterms:created xsi:type="dcterms:W3CDTF">2024-02-23T00:37:44Z</dcterms:created>
  <dcterms:modified xsi:type="dcterms:W3CDTF">2026-02-09T08:59:44Z</dcterms:modified>
</cp:coreProperties>
</file>