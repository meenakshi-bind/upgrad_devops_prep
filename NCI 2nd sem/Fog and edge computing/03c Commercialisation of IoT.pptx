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5F6BF3-3855-4786-AA4A-92ED91D0E484}" v="36" dt="2024-01-26T12:57:56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i Estrada" userId="3cb9099b-5b90-4385-a474-99b5fdaa55a0" providerId="ADAL" clId="{AA5F6BF3-3855-4786-AA4A-92ED91D0E484}"/>
    <pc:docChg chg="undo custSel addSld modSld">
      <pc:chgData name="Giovani Estrada" userId="3cb9099b-5b90-4385-a474-99b5fdaa55a0" providerId="ADAL" clId="{AA5F6BF3-3855-4786-AA4A-92ED91D0E484}" dt="2024-01-29T11:55:45.901" v="1842" actId="20577"/>
      <pc:docMkLst>
        <pc:docMk/>
      </pc:docMkLst>
      <pc:sldChg chg="modSp new mod">
        <pc:chgData name="Giovani Estrada" userId="3cb9099b-5b90-4385-a474-99b5fdaa55a0" providerId="ADAL" clId="{AA5F6BF3-3855-4786-AA4A-92ED91D0E484}" dt="2024-01-26T12:24:41.527" v="39" actId="20577"/>
        <pc:sldMkLst>
          <pc:docMk/>
          <pc:sldMk cId="1514209948" sldId="256"/>
        </pc:sldMkLst>
        <pc:spChg chg="mod">
          <ac:chgData name="Giovani Estrada" userId="3cb9099b-5b90-4385-a474-99b5fdaa55a0" providerId="ADAL" clId="{AA5F6BF3-3855-4786-AA4A-92ED91D0E484}" dt="2024-01-26T12:24:41.527" v="39" actId="20577"/>
          <ac:spMkLst>
            <pc:docMk/>
            <pc:sldMk cId="1514209948" sldId="256"/>
            <ac:spMk id="2" creationId="{D9CB8DBF-5A7D-1BBB-0B68-C7DBC0C16BD5}"/>
          </ac:spMkLst>
        </pc:spChg>
      </pc:sldChg>
      <pc:sldChg chg="modSp new mod">
        <pc:chgData name="Giovani Estrada" userId="3cb9099b-5b90-4385-a474-99b5fdaa55a0" providerId="ADAL" clId="{AA5F6BF3-3855-4786-AA4A-92ED91D0E484}" dt="2024-01-29T11:55:45.901" v="1842" actId="20577"/>
        <pc:sldMkLst>
          <pc:docMk/>
          <pc:sldMk cId="1204854677" sldId="257"/>
        </pc:sldMkLst>
        <pc:spChg chg="mod">
          <ac:chgData name="Giovani Estrada" userId="3cb9099b-5b90-4385-a474-99b5fdaa55a0" providerId="ADAL" clId="{AA5F6BF3-3855-4786-AA4A-92ED91D0E484}" dt="2024-01-29T11:55:45.901" v="1842" actId="20577"/>
          <ac:spMkLst>
            <pc:docMk/>
            <pc:sldMk cId="1204854677" sldId="257"/>
            <ac:spMk id="2" creationId="{D16775FA-C0F9-819D-FE7C-764A8EB68A87}"/>
          </ac:spMkLst>
        </pc:spChg>
        <pc:spChg chg="mod">
          <ac:chgData name="Giovani Estrada" userId="3cb9099b-5b90-4385-a474-99b5fdaa55a0" providerId="ADAL" clId="{AA5F6BF3-3855-4786-AA4A-92ED91D0E484}" dt="2024-01-29T11:52:59.441" v="1695" actId="20577"/>
          <ac:spMkLst>
            <pc:docMk/>
            <pc:sldMk cId="1204854677" sldId="257"/>
            <ac:spMk id="3" creationId="{63EE41E0-EA52-676F-B4DD-EC8D7526952A}"/>
          </ac:spMkLst>
        </pc:spChg>
      </pc:sldChg>
      <pc:sldChg chg="addSp delSp modSp new mod chgLayout">
        <pc:chgData name="Giovani Estrada" userId="3cb9099b-5b90-4385-a474-99b5fdaa55a0" providerId="ADAL" clId="{AA5F6BF3-3855-4786-AA4A-92ED91D0E484}" dt="2024-01-26T12:41:59.901" v="484" actId="13926"/>
        <pc:sldMkLst>
          <pc:docMk/>
          <pc:sldMk cId="600901563" sldId="258"/>
        </pc:sldMkLst>
        <pc:spChg chg="mod ord">
          <ac:chgData name="Giovani Estrada" userId="3cb9099b-5b90-4385-a474-99b5fdaa55a0" providerId="ADAL" clId="{AA5F6BF3-3855-4786-AA4A-92ED91D0E484}" dt="2024-01-26T12:38:55.663" v="249" actId="700"/>
          <ac:spMkLst>
            <pc:docMk/>
            <pc:sldMk cId="600901563" sldId="258"/>
            <ac:spMk id="2" creationId="{976410CC-D1D0-3709-615C-E6C0A2886C0E}"/>
          </ac:spMkLst>
        </pc:spChg>
        <pc:spChg chg="del">
          <ac:chgData name="Giovani Estrada" userId="3cb9099b-5b90-4385-a474-99b5fdaa55a0" providerId="ADAL" clId="{AA5F6BF3-3855-4786-AA4A-92ED91D0E484}" dt="2024-01-26T12:31:14.576" v="163" actId="478"/>
          <ac:spMkLst>
            <pc:docMk/>
            <pc:sldMk cId="600901563" sldId="258"/>
            <ac:spMk id="3" creationId="{810781E6-26EC-919C-DCB1-2124778C5851}"/>
          </ac:spMkLst>
        </pc:spChg>
        <pc:spChg chg="add mod">
          <ac:chgData name="Giovani Estrada" userId="3cb9099b-5b90-4385-a474-99b5fdaa55a0" providerId="ADAL" clId="{AA5F6BF3-3855-4786-AA4A-92ED91D0E484}" dt="2024-01-26T12:34:28.070" v="228" actId="1076"/>
          <ac:spMkLst>
            <pc:docMk/>
            <pc:sldMk cId="600901563" sldId="258"/>
            <ac:spMk id="4" creationId="{B81287A3-EC8B-BA4A-3711-B20927940A65}"/>
          </ac:spMkLst>
        </pc:spChg>
        <pc:spChg chg="add mod ord">
          <ac:chgData name="Giovani Estrada" userId="3cb9099b-5b90-4385-a474-99b5fdaa55a0" providerId="ADAL" clId="{AA5F6BF3-3855-4786-AA4A-92ED91D0E484}" dt="2024-01-26T12:41:59.901" v="484" actId="13926"/>
          <ac:spMkLst>
            <pc:docMk/>
            <pc:sldMk cId="600901563" sldId="258"/>
            <ac:spMk id="5" creationId="{8E53D6C4-8897-E4C5-E611-FEB4AB025DEE}"/>
          </ac:spMkLst>
        </pc:spChg>
        <pc:picChg chg="add mod">
          <ac:chgData name="Giovani Estrada" userId="3cb9099b-5b90-4385-a474-99b5fdaa55a0" providerId="ADAL" clId="{AA5F6BF3-3855-4786-AA4A-92ED91D0E484}" dt="2024-01-26T12:31:49.116" v="165" actId="1076"/>
          <ac:picMkLst>
            <pc:docMk/>
            <pc:sldMk cId="600901563" sldId="258"/>
            <ac:picMk id="1026" creationId="{98BD5DAB-04AA-899F-69C3-4D8A1F164352}"/>
          </ac:picMkLst>
        </pc:picChg>
        <pc:picChg chg="add del mod">
          <ac:chgData name="Giovani Estrada" userId="3cb9099b-5b90-4385-a474-99b5fdaa55a0" providerId="ADAL" clId="{AA5F6BF3-3855-4786-AA4A-92ED91D0E484}" dt="2024-01-26T12:38:39.589" v="245" actId="478"/>
          <ac:picMkLst>
            <pc:docMk/>
            <pc:sldMk cId="600901563" sldId="258"/>
            <ac:picMk id="1028" creationId="{F7028030-CC80-A590-287C-A4E56D1E0A64}"/>
          </ac:picMkLst>
        </pc:picChg>
        <pc:picChg chg="add del mod">
          <ac:chgData name="Giovani Estrada" userId="3cb9099b-5b90-4385-a474-99b5fdaa55a0" providerId="ADAL" clId="{AA5F6BF3-3855-4786-AA4A-92ED91D0E484}" dt="2024-01-26T12:38:42.288" v="248" actId="478"/>
          <ac:picMkLst>
            <pc:docMk/>
            <pc:sldMk cId="600901563" sldId="258"/>
            <ac:picMk id="1030" creationId="{B72F1290-BC32-4493-895A-8065F0171033}"/>
          </ac:picMkLst>
        </pc:picChg>
        <pc:picChg chg="add del mod">
          <ac:chgData name="Giovani Estrada" userId="3cb9099b-5b90-4385-a474-99b5fdaa55a0" providerId="ADAL" clId="{AA5F6BF3-3855-4786-AA4A-92ED91D0E484}" dt="2024-01-26T12:38:41.590" v="247" actId="478"/>
          <ac:picMkLst>
            <pc:docMk/>
            <pc:sldMk cId="600901563" sldId="258"/>
            <ac:picMk id="1032" creationId="{2B31926F-23A9-2382-F721-7E60CDD31FDE}"/>
          </ac:picMkLst>
        </pc:picChg>
        <pc:picChg chg="add del mod">
          <ac:chgData name="Giovani Estrada" userId="3cb9099b-5b90-4385-a474-99b5fdaa55a0" providerId="ADAL" clId="{AA5F6BF3-3855-4786-AA4A-92ED91D0E484}" dt="2024-01-26T12:38:40.635" v="246" actId="478"/>
          <ac:picMkLst>
            <pc:docMk/>
            <pc:sldMk cId="600901563" sldId="258"/>
            <ac:picMk id="1034" creationId="{B2C2D070-2D38-0E3D-B283-EABF352FD99E}"/>
          </ac:picMkLst>
        </pc:picChg>
      </pc:sldChg>
      <pc:sldChg chg="addSp modSp add mod">
        <pc:chgData name="Giovani Estrada" userId="3cb9099b-5b90-4385-a474-99b5fdaa55a0" providerId="ADAL" clId="{AA5F6BF3-3855-4786-AA4A-92ED91D0E484}" dt="2024-01-26T13:15:01.277" v="1690" actId="6549"/>
        <pc:sldMkLst>
          <pc:docMk/>
          <pc:sldMk cId="3723117403" sldId="259"/>
        </pc:sldMkLst>
        <pc:spChg chg="mod">
          <ac:chgData name="Giovani Estrada" userId="3cb9099b-5b90-4385-a474-99b5fdaa55a0" providerId="ADAL" clId="{AA5F6BF3-3855-4786-AA4A-92ED91D0E484}" dt="2024-01-26T13:15:01.277" v="1690" actId="6549"/>
          <ac:spMkLst>
            <pc:docMk/>
            <pc:sldMk cId="3723117403" sldId="259"/>
            <ac:spMk id="2" creationId="{976410CC-D1D0-3709-615C-E6C0A2886C0E}"/>
          </ac:spMkLst>
        </pc:spChg>
        <pc:spChg chg="add mod">
          <ac:chgData name="Giovani Estrada" userId="3cb9099b-5b90-4385-a474-99b5fdaa55a0" providerId="ADAL" clId="{AA5F6BF3-3855-4786-AA4A-92ED91D0E484}" dt="2024-01-26T12:42:40.225" v="494" actId="1076"/>
          <ac:spMkLst>
            <pc:docMk/>
            <pc:sldMk cId="3723117403" sldId="259"/>
            <ac:spMk id="3" creationId="{F155E343-9960-757B-09E5-AC05A6154158}"/>
          </ac:spMkLst>
        </pc:spChg>
        <pc:spChg chg="add mod">
          <ac:chgData name="Giovani Estrada" userId="3cb9099b-5b90-4385-a474-99b5fdaa55a0" providerId="ADAL" clId="{AA5F6BF3-3855-4786-AA4A-92ED91D0E484}" dt="2024-01-26T12:42:55.779" v="504" actId="1076"/>
          <ac:spMkLst>
            <pc:docMk/>
            <pc:sldMk cId="3723117403" sldId="259"/>
            <ac:spMk id="5" creationId="{4394BB8F-650F-A857-6B7B-4C7934AFF382}"/>
          </ac:spMkLst>
        </pc:spChg>
        <pc:spChg chg="add mod">
          <ac:chgData name="Giovani Estrada" userId="3cb9099b-5b90-4385-a474-99b5fdaa55a0" providerId="ADAL" clId="{AA5F6BF3-3855-4786-AA4A-92ED91D0E484}" dt="2024-01-26T12:47:48.066" v="598" actId="1076"/>
          <ac:spMkLst>
            <pc:docMk/>
            <pc:sldMk cId="3723117403" sldId="259"/>
            <ac:spMk id="6" creationId="{054D644A-45BB-5F1E-CBB8-8F5DA374235F}"/>
          </ac:spMkLst>
        </pc:spChg>
        <pc:spChg chg="add mod">
          <ac:chgData name="Giovani Estrada" userId="3cb9099b-5b90-4385-a474-99b5fdaa55a0" providerId="ADAL" clId="{AA5F6BF3-3855-4786-AA4A-92ED91D0E484}" dt="2024-01-26T12:45:25.293" v="578" actId="1076"/>
          <ac:spMkLst>
            <pc:docMk/>
            <pc:sldMk cId="3723117403" sldId="259"/>
            <ac:spMk id="7" creationId="{0E7D2AC2-E791-D1DE-3C2C-5B36868CE197}"/>
          </ac:spMkLst>
        </pc:spChg>
      </pc:sldChg>
      <pc:sldChg chg="addSp delSp modSp new mod">
        <pc:chgData name="Giovani Estrada" userId="3cb9099b-5b90-4385-a474-99b5fdaa55a0" providerId="ADAL" clId="{AA5F6BF3-3855-4786-AA4A-92ED91D0E484}" dt="2024-01-26T13:12:45.925" v="1627" actId="1076"/>
        <pc:sldMkLst>
          <pc:docMk/>
          <pc:sldMk cId="4197618522" sldId="260"/>
        </pc:sldMkLst>
        <pc:spChg chg="mod">
          <ac:chgData name="Giovani Estrada" userId="3cb9099b-5b90-4385-a474-99b5fdaa55a0" providerId="ADAL" clId="{AA5F6BF3-3855-4786-AA4A-92ED91D0E484}" dt="2024-01-26T12:57:16.550" v="872" actId="313"/>
          <ac:spMkLst>
            <pc:docMk/>
            <pc:sldMk cId="4197618522" sldId="260"/>
            <ac:spMk id="2" creationId="{F7E18330-9B8B-FCC6-7211-C3197E5CB132}"/>
          </ac:spMkLst>
        </pc:spChg>
        <pc:spChg chg="del">
          <ac:chgData name="Giovani Estrada" userId="3cb9099b-5b90-4385-a474-99b5fdaa55a0" providerId="ADAL" clId="{AA5F6BF3-3855-4786-AA4A-92ED91D0E484}" dt="2024-01-26T12:49:49.629" v="651" actId="478"/>
          <ac:spMkLst>
            <pc:docMk/>
            <pc:sldMk cId="4197618522" sldId="260"/>
            <ac:spMk id="3" creationId="{522EBB2A-F50A-42D5-15EF-14A6AC3D0B84}"/>
          </ac:spMkLst>
        </pc:spChg>
        <pc:spChg chg="add mod">
          <ac:chgData name="Giovani Estrada" userId="3cb9099b-5b90-4385-a474-99b5fdaa55a0" providerId="ADAL" clId="{AA5F6BF3-3855-4786-AA4A-92ED91D0E484}" dt="2024-01-26T13:12:04.557" v="1590" actId="13926"/>
          <ac:spMkLst>
            <pc:docMk/>
            <pc:sldMk cId="4197618522" sldId="260"/>
            <ac:spMk id="4" creationId="{6C09FF2A-C6B8-EDAA-26FD-4997DB2B8AF6}"/>
          </ac:spMkLst>
        </pc:spChg>
        <pc:spChg chg="add mod">
          <ac:chgData name="Giovani Estrada" userId="3cb9099b-5b90-4385-a474-99b5fdaa55a0" providerId="ADAL" clId="{AA5F6BF3-3855-4786-AA4A-92ED91D0E484}" dt="2024-01-26T13:12:45.925" v="1627" actId="1076"/>
          <ac:spMkLst>
            <pc:docMk/>
            <pc:sldMk cId="4197618522" sldId="260"/>
            <ac:spMk id="5" creationId="{5870CAA5-F830-ADA2-982B-D6BD628EAA45}"/>
          </ac:spMkLst>
        </pc:spChg>
        <pc:picChg chg="add mod">
          <ac:chgData name="Giovani Estrada" userId="3cb9099b-5b90-4385-a474-99b5fdaa55a0" providerId="ADAL" clId="{AA5F6BF3-3855-4786-AA4A-92ED91D0E484}" dt="2024-01-26T12:49:53.453" v="653" actId="1076"/>
          <ac:picMkLst>
            <pc:docMk/>
            <pc:sldMk cId="4197618522" sldId="260"/>
            <ac:picMk id="2050" creationId="{95243F16-63AA-FB18-1667-B1BAFB2811DB}"/>
          </ac:picMkLst>
        </pc:picChg>
      </pc:sldChg>
      <pc:sldChg chg="addSp delSp modSp add mod chgLayout">
        <pc:chgData name="Giovani Estrada" userId="3cb9099b-5b90-4385-a474-99b5fdaa55a0" providerId="ADAL" clId="{AA5F6BF3-3855-4786-AA4A-92ED91D0E484}" dt="2024-01-26T13:13:37.034" v="1652" actId="6549"/>
        <pc:sldMkLst>
          <pc:docMk/>
          <pc:sldMk cId="25867829" sldId="261"/>
        </pc:sldMkLst>
        <pc:spChg chg="mod ord">
          <ac:chgData name="Giovani Estrada" userId="3cb9099b-5b90-4385-a474-99b5fdaa55a0" providerId="ADAL" clId="{AA5F6BF3-3855-4786-AA4A-92ED91D0E484}" dt="2024-01-26T12:58:06.896" v="891" actId="700"/>
          <ac:spMkLst>
            <pc:docMk/>
            <pc:sldMk cId="25867829" sldId="261"/>
            <ac:spMk id="2" creationId="{976410CC-D1D0-3709-615C-E6C0A2886C0E}"/>
          </ac:spMkLst>
        </pc:spChg>
        <pc:spChg chg="del mod">
          <ac:chgData name="Giovani Estrada" userId="3cb9099b-5b90-4385-a474-99b5fdaa55a0" providerId="ADAL" clId="{AA5F6BF3-3855-4786-AA4A-92ED91D0E484}" dt="2024-01-26T13:02:43.190" v="1280" actId="478"/>
          <ac:spMkLst>
            <pc:docMk/>
            <pc:sldMk cId="25867829" sldId="261"/>
            <ac:spMk id="3" creationId="{F155E343-9960-757B-09E5-AC05A6154158}"/>
          </ac:spMkLst>
        </pc:spChg>
        <pc:spChg chg="del mod">
          <ac:chgData name="Giovani Estrada" userId="3cb9099b-5b90-4385-a474-99b5fdaa55a0" providerId="ADAL" clId="{AA5F6BF3-3855-4786-AA4A-92ED91D0E484}" dt="2024-01-26T13:02:45.263" v="1281" actId="478"/>
          <ac:spMkLst>
            <pc:docMk/>
            <pc:sldMk cId="25867829" sldId="261"/>
            <ac:spMk id="5" creationId="{4394BB8F-650F-A857-6B7B-4C7934AFF382}"/>
          </ac:spMkLst>
        </pc:spChg>
        <pc:spChg chg="del">
          <ac:chgData name="Giovani Estrada" userId="3cb9099b-5b90-4385-a474-99b5fdaa55a0" providerId="ADAL" clId="{AA5F6BF3-3855-4786-AA4A-92ED91D0E484}" dt="2024-01-26T13:02:41.695" v="1279" actId="478"/>
          <ac:spMkLst>
            <pc:docMk/>
            <pc:sldMk cId="25867829" sldId="261"/>
            <ac:spMk id="6" creationId="{054D644A-45BB-5F1E-CBB8-8F5DA374235F}"/>
          </ac:spMkLst>
        </pc:spChg>
        <pc:spChg chg="del">
          <ac:chgData name="Giovani Estrada" userId="3cb9099b-5b90-4385-a474-99b5fdaa55a0" providerId="ADAL" clId="{AA5F6BF3-3855-4786-AA4A-92ED91D0E484}" dt="2024-01-26T13:02:47.981" v="1282" actId="478"/>
          <ac:spMkLst>
            <pc:docMk/>
            <pc:sldMk cId="25867829" sldId="261"/>
            <ac:spMk id="7" creationId="{0E7D2AC2-E791-D1DE-3C2C-5B36868CE197}"/>
          </ac:spMkLst>
        </pc:spChg>
        <pc:spChg chg="add mod ord">
          <ac:chgData name="Giovani Estrada" userId="3cb9099b-5b90-4385-a474-99b5fdaa55a0" providerId="ADAL" clId="{AA5F6BF3-3855-4786-AA4A-92ED91D0E484}" dt="2024-01-26T13:13:37.034" v="1652" actId="6549"/>
          <ac:spMkLst>
            <pc:docMk/>
            <pc:sldMk cId="25867829" sldId="261"/>
            <ac:spMk id="8" creationId="{0E813EBF-763B-6CD8-CE49-562487D6862F}"/>
          </ac:spMkLst>
        </pc:spChg>
        <pc:picChg chg="del">
          <ac:chgData name="Giovani Estrada" userId="3cb9099b-5b90-4385-a474-99b5fdaa55a0" providerId="ADAL" clId="{AA5F6BF3-3855-4786-AA4A-92ED91D0E484}" dt="2024-01-26T12:57:53.450" v="886" actId="478"/>
          <ac:picMkLst>
            <pc:docMk/>
            <pc:sldMk cId="25867829" sldId="261"/>
            <ac:picMk id="1028" creationId="{F7028030-CC80-A590-287C-A4E56D1E0A64}"/>
          </ac:picMkLst>
        </pc:picChg>
        <pc:picChg chg="del">
          <ac:chgData name="Giovani Estrada" userId="3cb9099b-5b90-4385-a474-99b5fdaa55a0" providerId="ADAL" clId="{AA5F6BF3-3855-4786-AA4A-92ED91D0E484}" dt="2024-01-26T12:57:56.700" v="889" actId="478"/>
          <ac:picMkLst>
            <pc:docMk/>
            <pc:sldMk cId="25867829" sldId="261"/>
            <ac:picMk id="1030" creationId="{B72F1290-BC32-4493-895A-8065F0171033}"/>
          </ac:picMkLst>
        </pc:picChg>
        <pc:picChg chg="del">
          <ac:chgData name="Giovani Estrada" userId="3cb9099b-5b90-4385-a474-99b5fdaa55a0" providerId="ADAL" clId="{AA5F6BF3-3855-4786-AA4A-92ED91D0E484}" dt="2024-01-26T12:57:55.929" v="888" actId="478"/>
          <ac:picMkLst>
            <pc:docMk/>
            <pc:sldMk cId="25867829" sldId="261"/>
            <ac:picMk id="1032" creationId="{2B31926F-23A9-2382-F721-7E60CDD31FDE}"/>
          </ac:picMkLst>
        </pc:picChg>
        <pc:picChg chg="del">
          <ac:chgData name="Giovani Estrada" userId="3cb9099b-5b90-4385-a474-99b5fdaa55a0" providerId="ADAL" clId="{AA5F6BF3-3855-4786-AA4A-92ED91D0E484}" dt="2024-01-26T12:57:55.082" v="887" actId="478"/>
          <ac:picMkLst>
            <pc:docMk/>
            <pc:sldMk cId="25867829" sldId="261"/>
            <ac:picMk id="1034" creationId="{B2C2D070-2D38-0E3D-B283-EABF352FD99E}"/>
          </ac:picMkLst>
        </pc:picChg>
      </pc:sldChg>
      <pc:sldChg chg="modSp new mod">
        <pc:chgData name="Giovani Estrada" userId="3cb9099b-5b90-4385-a474-99b5fdaa55a0" providerId="ADAL" clId="{AA5F6BF3-3855-4786-AA4A-92ED91D0E484}" dt="2024-01-29T11:55:05.423" v="1838" actId="20577"/>
        <pc:sldMkLst>
          <pc:docMk/>
          <pc:sldMk cId="67205323" sldId="262"/>
        </pc:sldMkLst>
        <pc:spChg chg="mod">
          <ac:chgData name="Giovani Estrada" userId="3cb9099b-5b90-4385-a474-99b5fdaa55a0" providerId="ADAL" clId="{AA5F6BF3-3855-4786-AA4A-92ED91D0E484}" dt="2024-01-26T13:04:58.396" v="1336" actId="20577"/>
          <ac:spMkLst>
            <pc:docMk/>
            <pc:sldMk cId="67205323" sldId="262"/>
            <ac:spMk id="2" creationId="{70361BE5-60A9-AB72-EA37-50D789735D51}"/>
          </ac:spMkLst>
        </pc:spChg>
        <pc:spChg chg="mod">
          <ac:chgData name="Giovani Estrada" userId="3cb9099b-5b90-4385-a474-99b5fdaa55a0" providerId="ADAL" clId="{AA5F6BF3-3855-4786-AA4A-92ED91D0E484}" dt="2024-01-29T11:55:05.423" v="1838" actId="20577"/>
          <ac:spMkLst>
            <pc:docMk/>
            <pc:sldMk cId="67205323" sldId="262"/>
            <ac:spMk id="3" creationId="{FC42BB27-5D40-3944-633F-BD95C902405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DFE38-A386-12FD-3BDA-DAC46ABF0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ABF14-0C38-B8B4-F0CC-34739B009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8369D-588B-10DB-2F86-E7393DAD3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D65B0-6B74-C443-0CB1-DA6009BF4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08645-5379-D96C-A912-268518FF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581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D95AC-C448-7074-E436-A2B9F427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2442E-D7D9-F7E1-9551-D3D197042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8F7A5-6B22-3641-6C83-3825DAC3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E51BA-0F44-186C-C5B3-A19E3B2A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98910-8531-2596-8E78-C350529D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71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A750-001D-018E-AD48-BFB6F964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0F109-CF27-D276-00A4-59CBDA251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C9B09-457C-5337-4B64-55347BE3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3CC32-BEC1-F77A-124B-969C0892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CE55D-93C3-9DCD-0757-0951F33B2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325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FA8D7-DECB-B706-3BB5-01586E00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C4FC4-3BCB-C195-DC7D-5F9AC618C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C67F3-D26E-856B-6C6F-BA34E220D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CA13B-5815-DEA3-A76B-8CA2FE9B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E2EE3-170F-A45D-4488-8D27138D5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E8811-FD83-4031-600E-3C60A160A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81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2DED-5248-E50E-B710-F13181A6E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3FC2B-EE4D-147A-1C59-92CCA95A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D1C8F-2D76-D729-036E-2AB9CAB81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ACBA1-E318-1D29-C40D-C9511F90C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F563C5-7575-79F0-5922-79CEE7EA8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B2B055-0104-D0AF-0951-256552C9A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BF55A-E8E1-DC57-42FA-C1FE8185C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F2049-078C-EFEE-F136-303FAE28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64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9A4E-F7E4-0EE9-63E2-87A4ED03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864C6-23E4-C0C9-8953-DF8215B1E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01B11-4152-C490-5CC0-1A50F20BD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DD06FE-CCF5-A2A8-52F2-9C814979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373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4B7D6C-B3FE-D067-E7F3-57DD3449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5535D-0AF5-561A-015F-76842B59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29CF9-1D74-731D-E72B-14AF4F2ED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80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D7AF-42DA-5C82-F665-D0FCCB61C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3D548-3DC9-2EE6-B3A9-1585781B9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BFE7E-506D-303A-643D-C34916FDA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9142F-97D0-578D-BD4E-3826DE2E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4F942-1362-6E4B-2783-CAA3B6FF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4E564-9B49-6912-FC49-CE23218A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575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B90A-F21C-1E53-6265-B28CBEDA4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936084-188B-1BDB-BF62-27B071EC1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516C6-C83D-4102-1268-FB455D0FE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DA49C-97A3-B5FB-882C-8755B2A78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F7F6A-C86C-C704-30A9-C74282A3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78518-6C5A-47FA-61C8-83EE5C90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683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F3E0-D2BC-CB4B-C992-366FB870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BB6D9-2D21-8A56-1BC9-CBEA8C12B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BF7A3-8EA6-F7E8-40D6-7A09BBA02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9B170-42F1-F4C5-097F-E277931C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EE94B-A56F-22AE-9F0D-04AE0818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93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AC374-4F61-A8DE-8827-E0F0ECCF0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F3B05-832F-3053-9C0C-8D38B0E04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C0538-37D5-A34C-4693-149AB099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5BE48-9FE4-0AFA-F3DB-E314862E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16A9C-6E0F-8419-1F91-D94BE096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385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D421DA-108E-83BA-F823-BD13244B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7C4C0-32E5-4465-B3E9-4F39D8478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0C470-E44F-C27A-C3E8-333EC01E5A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8FCD9-4F2A-4D2C-BEE6-6745127AE3DF}" type="datetimeFigureOut">
              <a:rPr lang="en-GB" smtClean="0"/>
              <a:t>29/01/2024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0F6E-614D-79D1-3908-72901D910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BE95E-DDA3-A745-A1DB-ED3B16BE2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E3C68-4BB4-4D9A-8E30-364667BAFB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06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gif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8DBF-5A7D-1BBB-0B68-C7DBC0C16B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Commercialisation of</a:t>
            </a:r>
            <a:br>
              <a:rPr lang="en-GB" dirty="0"/>
            </a:br>
            <a:r>
              <a:rPr lang="en-GB" dirty="0"/>
              <a:t>IoT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9CFE0-F6CD-60CB-331A-0C8A8C1FD1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4209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75FA-C0F9-819D-FE7C-764A8EB6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for business and enterprise use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E41E0-EA52-676F-B4DD-EC8D75269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enables new smart products to</a:t>
            </a:r>
          </a:p>
          <a:p>
            <a:pPr lvl="1"/>
            <a:r>
              <a:rPr lang="en-US" dirty="0"/>
              <a:t>address market needs</a:t>
            </a:r>
          </a:p>
          <a:p>
            <a:pPr lvl="1"/>
            <a:r>
              <a:rPr lang="en-US" dirty="0"/>
              <a:t>make better versions of the existing products</a:t>
            </a:r>
          </a:p>
          <a:p>
            <a:pPr lvl="1"/>
            <a:r>
              <a:rPr lang="en-US" dirty="0"/>
              <a:t>create a solution that nobody else provides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4854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10CC-D1D0-3709-615C-E6C0A288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53D6C4-8897-E4C5-E611-FEB4AB025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825625"/>
            <a:ext cx="72390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Can we put a sensor on our pet? Yes, why not. But, what for? (</a:t>
            </a:r>
            <a:r>
              <a:rPr lang="en-GB" dirty="0">
                <a:highlight>
                  <a:srgbClr val="FFFF00"/>
                </a:highlight>
              </a:rPr>
              <a:t>business opportunity</a:t>
            </a:r>
            <a:r>
              <a:rPr lang="en-GB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Is it feasible? How would that work? (</a:t>
            </a:r>
            <a:r>
              <a:rPr lang="en-GB" dirty="0">
                <a:highlight>
                  <a:srgbClr val="FFFF00"/>
                </a:highlight>
              </a:rPr>
              <a:t>UX</a:t>
            </a:r>
            <a:r>
              <a:rPr lang="en-GB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Monetisation (</a:t>
            </a:r>
            <a:r>
              <a:rPr lang="en-GB" dirty="0">
                <a:highlight>
                  <a:srgbClr val="FFFF00"/>
                </a:highlight>
              </a:rPr>
              <a:t>data driven products</a:t>
            </a:r>
            <a:r>
              <a:rPr lang="en-GB" dirty="0"/>
              <a:t>)</a:t>
            </a:r>
          </a:p>
        </p:txBody>
      </p:sp>
      <p:pic>
        <p:nvPicPr>
          <p:cNvPr id="1026" name="Picture 2" descr="Walk Your Way to Health With Your Dog! — Precision Foot and ...">
            <a:extLst>
              <a:ext uri="{FF2B5EF4-FFF2-40B4-BE49-F238E27FC236}">
                <a16:creationId xmlns:a16="http://schemas.microsoft.com/office/drawing/2014/main" id="{98BD5DAB-04AA-899F-69C3-4D8A1F164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72557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1287A3-EC8B-BA4A-3711-B20927940A65}"/>
              </a:ext>
            </a:extLst>
          </p:cNvPr>
          <p:cNvSpPr txBox="1"/>
          <p:nvPr/>
        </p:nvSpPr>
        <p:spPr>
          <a:xfrm>
            <a:off x="552450" y="4350058"/>
            <a:ext cx="251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IoT sensor on dog collar</a:t>
            </a:r>
          </a:p>
        </p:txBody>
      </p:sp>
    </p:spTree>
    <p:extLst>
      <p:ext uri="{BB962C8B-B14F-4D97-AF65-F5344CB8AC3E}">
        <p14:creationId xmlns:p14="http://schemas.microsoft.com/office/powerpoint/2010/main" val="600901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10CC-D1D0-3709-615C-E6C0A288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business opportunity (what for?)</a:t>
            </a:r>
          </a:p>
        </p:txBody>
      </p:sp>
      <p:pic>
        <p:nvPicPr>
          <p:cNvPr id="1026" name="Picture 2" descr="Walk Your Way to Health With Your Dog! — Precision Foot and ...">
            <a:extLst>
              <a:ext uri="{FF2B5EF4-FFF2-40B4-BE49-F238E27FC236}">
                <a16:creationId xmlns:a16="http://schemas.microsoft.com/office/drawing/2014/main" id="{98BD5DAB-04AA-899F-69C3-4D8A1F164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72557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1287A3-EC8B-BA4A-3711-B20927940A65}"/>
              </a:ext>
            </a:extLst>
          </p:cNvPr>
          <p:cNvSpPr txBox="1"/>
          <p:nvPr/>
        </p:nvSpPr>
        <p:spPr>
          <a:xfrm>
            <a:off x="552450" y="4350058"/>
            <a:ext cx="251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IoT sensor on dog collar</a:t>
            </a:r>
          </a:p>
        </p:txBody>
      </p:sp>
      <p:pic>
        <p:nvPicPr>
          <p:cNvPr id="1028" name="Picture 4" descr="Packaging of Tractive GPS DOG 4">
            <a:extLst>
              <a:ext uri="{FF2B5EF4-FFF2-40B4-BE49-F238E27FC236}">
                <a16:creationId xmlns:a16="http://schemas.microsoft.com/office/drawing/2014/main" id="{F7028030-CC80-A590-287C-A4E56D1E0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244" y="1343489"/>
            <a:ext cx="2085511" cy="208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72F1290-BC32-4493-895A-8065F0171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664" y="3692591"/>
            <a:ext cx="3250163" cy="2437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B31926F-23A9-2382-F721-7E60CDD31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804" y="4056483"/>
            <a:ext cx="2466392" cy="1849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ow it works – DogFence N.I. and Ireland">
            <a:extLst>
              <a:ext uri="{FF2B5EF4-FFF2-40B4-BE49-F238E27FC236}">
                <a16:creationId xmlns:a16="http://schemas.microsoft.com/office/drawing/2014/main" id="{B2C2D070-2D38-0E3D-B283-EABF352FD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476" y="1465005"/>
            <a:ext cx="3266537" cy="163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55E343-9960-757B-09E5-AC05A6154158}"/>
              </a:ext>
            </a:extLst>
          </p:cNvPr>
          <p:cNvSpPr txBox="1"/>
          <p:nvPr/>
        </p:nvSpPr>
        <p:spPr>
          <a:xfrm>
            <a:off x="5598202" y="3286957"/>
            <a:ext cx="99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location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4BB8F-650F-A857-6B7B-4C7934AFF382}"/>
              </a:ext>
            </a:extLst>
          </p:cNvPr>
          <p:cNvSpPr txBox="1"/>
          <p:nvPr/>
        </p:nvSpPr>
        <p:spPr>
          <a:xfrm>
            <a:off x="9173599" y="3286957"/>
            <a:ext cx="914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fencing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D644A-45BB-5F1E-CBB8-8F5DA374235F}"/>
              </a:ext>
            </a:extLst>
          </p:cNvPr>
          <p:cNvSpPr txBox="1"/>
          <p:nvPr/>
        </p:nvSpPr>
        <p:spPr>
          <a:xfrm>
            <a:off x="4551826" y="6022084"/>
            <a:ext cx="308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sleep/play time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D2AC2-E791-D1DE-3C2C-5B36868CE197}"/>
              </a:ext>
            </a:extLst>
          </p:cNvPr>
          <p:cNvSpPr txBox="1"/>
          <p:nvPr/>
        </p:nvSpPr>
        <p:spPr>
          <a:xfrm>
            <a:off x="8837480" y="6022084"/>
            <a:ext cx="158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exercise goals</a:t>
            </a:r>
          </a:p>
        </p:txBody>
      </p:sp>
    </p:spTree>
    <p:extLst>
      <p:ext uri="{BB962C8B-B14F-4D97-AF65-F5344CB8AC3E}">
        <p14:creationId xmlns:p14="http://schemas.microsoft.com/office/powerpoint/2010/main" val="3723117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8330-9B8B-FCC6-7211-C3197E5C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User experience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5243F16-63AA-FB18-1667-B1BAFB281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954013"/>
            <a:ext cx="4762500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09FF2A-C6B8-EDAA-26FD-4997DB2B8AF6}"/>
              </a:ext>
            </a:extLst>
          </p:cNvPr>
          <p:cNvSpPr txBox="1"/>
          <p:nvPr/>
        </p:nvSpPr>
        <p:spPr>
          <a:xfrm>
            <a:off x="1482571" y="2414727"/>
            <a:ext cx="195534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Hardware</a:t>
            </a:r>
          </a:p>
          <a:p>
            <a:endParaRPr lang="en-GB" dirty="0"/>
          </a:p>
          <a:p>
            <a:r>
              <a:rPr lang="en-GB" dirty="0"/>
              <a:t>Re-charge battery</a:t>
            </a:r>
          </a:p>
          <a:p>
            <a:endParaRPr lang="en-GB" dirty="0"/>
          </a:p>
          <a:p>
            <a:r>
              <a:rPr lang="en-GB" dirty="0"/>
              <a:t>Battery life</a:t>
            </a:r>
          </a:p>
          <a:p>
            <a:endParaRPr lang="en-GB" dirty="0"/>
          </a:p>
          <a:p>
            <a:r>
              <a:rPr lang="en-GB" dirty="0"/>
              <a:t>Water-proof</a:t>
            </a:r>
          </a:p>
          <a:p>
            <a:endParaRPr lang="en-GB" dirty="0"/>
          </a:p>
          <a:p>
            <a:r>
              <a:rPr lang="en-GB" dirty="0"/>
              <a:t>Child-proof</a:t>
            </a:r>
          </a:p>
          <a:p>
            <a:endParaRPr lang="en-GB" dirty="0"/>
          </a:p>
          <a:p>
            <a:r>
              <a:rPr lang="en-GB" dirty="0"/>
              <a:t>Etc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0CAA5-F830-ADA2-982B-D6BD628EAA45}"/>
              </a:ext>
            </a:extLst>
          </p:cNvPr>
          <p:cNvSpPr txBox="1"/>
          <p:nvPr/>
        </p:nvSpPr>
        <p:spPr>
          <a:xfrm>
            <a:off x="9074458" y="1860728"/>
            <a:ext cx="207428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Firmware/Software</a:t>
            </a:r>
          </a:p>
          <a:p>
            <a:endParaRPr lang="en-GB" dirty="0"/>
          </a:p>
          <a:p>
            <a:r>
              <a:rPr lang="en-GB" dirty="0"/>
              <a:t>USB</a:t>
            </a:r>
          </a:p>
          <a:p>
            <a:endParaRPr lang="en-GB" dirty="0"/>
          </a:p>
          <a:p>
            <a:r>
              <a:rPr lang="en-GB" dirty="0"/>
              <a:t>NFC (centimetres)</a:t>
            </a:r>
          </a:p>
          <a:p>
            <a:endParaRPr lang="en-GB" dirty="0"/>
          </a:p>
          <a:p>
            <a:r>
              <a:rPr lang="en-GB" dirty="0"/>
              <a:t>BLE (metres)</a:t>
            </a:r>
          </a:p>
          <a:p>
            <a:endParaRPr lang="en-GB" dirty="0"/>
          </a:p>
          <a:p>
            <a:r>
              <a:rPr lang="en-GB" dirty="0"/>
              <a:t>Wi-fi</a:t>
            </a:r>
          </a:p>
          <a:p>
            <a:endParaRPr lang="en-GB" dirty="0"/>
          </a:p>
          <a:p>
            <a:r>
              <a:rPr lang="en-GB" dirty="0"/>
              <a:t>4G/LTE/5G</a:t>
            </a:r>
          </a:p>
          <a:p>
            <a:endParaRPr lang="en-GB" dirty="0"/>
          </a:p>
          <a:p>
            <a:r>
              <a:rPr lang="en-GB" dirty="0"/>
              <a:t>OTA</a:t>
            </a:r>
          </a:p>
          <a:p>
            <a:endParaRPr lang="en-GB" dirty="0"/>
          </a:p>
          <a:p>
            <a:r>
              <a:rPr lang="en-GB" dirty="0"/>
              <a:t>etc</a:t>
            </a:r>
          </a:p>
        </p:txBody>
      </p:sp>
    </p:spTree>
    <p:extLst>
      <p:ext uri="{BB962C8B-B14F-4D97-AF65-F5344CB8AC3E}">
        <p14:creationId xmlns:p14="http://schemas.microsoft.com/office/powerpoint/2010/main" val="4197618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10CC-D1D0-3709-615C-E6C0A288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monetisation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813EBF-763B-6CD8-CE49-562487D68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628" y="1825625"/>
            <a:ext cx="6651171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Who’s going to use / pay for this data? </a:t>
            </a:r>
            <a:r>
              <a:rPr lang="en-GB" dirty="0">
                <a:highlight>
                  <a:srgbClr val="FFFF00"/>
                </a:highlight>
              </a:rPr>
              <a:t>Here’s where data gets transformed into gold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Pet owner (dog activity, location, fencing, etc)</a:t>
            </a:r>
          </a:p>
          <a:p>
            <a:r>
              <a:rPr lang="en-GB" dirty="0"/>
              <a:t>Pet insurance</a:t>
            </a:r>
          </a:p>
          <a:p>
            <a:r>
              <a:rPr lang="en-GB" dirty="0"/>
              <a:t>Proxy for owner’s lifestyle (health insurance / life insurance)</a:t>
            </a:r>
          </a:p>
          <a:p>
            <a:r>
              <a:rPr lang="en-GB" dirty="0"/>
              <a:t>Plan vet visits</a:t>
            </a:r>
          </a:p>
          <a:p>
            <a:r>
              <a:rPr lang="en-GB" dirty="0"/>
              <a:t>Food preference</a:t>
            </a:r>
          </a:p>
        </p:txBody>
      </p:sp>
      <p:pic>
        <p:nvPicPr>
          <p:cNvPr id="1026" name="Picture 2" descr="Walk Your Way to Health With Your Dog! — Precision Foot and ...">
            <a:extLst>
              <a:ext uri="{FF2B5EF4-FFF2-40B4-BE49-F238E27FC236}">
                <a16:creationId xmlns:a16="http://schemas.microsoft.com/office/drawing/2014/main" id="{98BD5DAB-04AA-899F-69C3-4D8A1F164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72557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1287A3-EC8B-BA4A-3711-B20927940A65}"/>
              </a:ext>
            </a:extLst>
          </p:cNvPr>
          <p:cNvSpPr txBox="1"/>
          <p:nvPr/>
        </p:nvSpPr>
        <p:spPr>
          <a:xfrm>
            <a:off x="552450" y="4350058"/>
            <a:ext cx="251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IoT sensor on dog collar</a:t>
            </a:r>
          </a:p>
        </p:txBody>
      </p:sp>
    </p:spTree>
    <p:extLst>
      <p:ext uri="{BB962C8B-B14F-4D97-AF65-F5344CB8AC3E}">
        <p14:creationId xmlns:p14="http://schemas.microsoft.com/office/powerpoint/2010/main" val="25867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1BE5-60A9-AB72-EA37-50D78973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2BB27-5D40-3944-633F-BD95C9024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Think of an activity or sport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What can you instrument or add a tech gadget to?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What’s the business opportunity?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How does the UX look like?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What data monetisation opportunities you see?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r>
              <a:rPr lang="en-GB" dirty="0"/>
              <a:t>Provide details and justifications with your answers!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205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237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Commercialisation of IoT Technology</vt:lpstr>
      <vt:lpstr>IoT for business and enterprise use</vt:lpstr>
      <vt:lpstr>Example</vt:lpstr>
      <vt:lpstr>Example: business opportunity (what for?)</vt:lpstr>
      <vt:lpstr>Example: User experience</vt:lpstr>
      <vt:lpstr>Example: monetisation</vt:lpstr>
      <vt:lpstr>Lab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Commercialisation of IoT Technology</dc:title>
  <dc:creator>Giovani Estrada</dc:creator>
  <cp:lastModifiedBy>Giovani Estrada</cp:lastModifiedBy>
  <cp:revision>1</cp:revision>
  <dcterms:created xsi:type="dcterms:W3CDTF">2024-01-26T12:22:59Z</dcterms:created>
  <dcterms:modified xsi:type="dcterms:W3CDTF">2024-01-29T11:55:49Z</dcterms:modified>
</cp:coreProperties>
</file>