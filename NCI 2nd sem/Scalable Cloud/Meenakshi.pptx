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F295E-0853-86BA-32D2-CF5CA12409BC}" v="19" dt="2026-04-01T12:59:59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1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1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B36F94-5390-4326-8CCA-CAE3884E35A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0B96BCD-F830-4215-ABD1-CBCA1CE0C3E4}">
      <dgm:prSet/>
      <dgm:spPr/>
      <dgm:t>
        <a:bodyPr/>
        <a:lstStyle/>
        <a:p>
          <a:r>
            <a:rPr lang="en-US"/>
            <a:t>Modern applications use microservices over monolithic architecture</a:t>
          </a:r>
        </a:p>
      </dgm:t>
    </dgm:pt>
    <dgm:pt modelId="{7669CA6F-DEE1-4650-A876-3B99D9A1C08B}" type="parTrans" cxnId="{A4DA4244-EA2F-4CB0-A568-493386B1286A}">
      <dgm:prSet/>
      <dgm:spPr/>
      <dgm:t>
        <a:bodyPr/>
        <a:lstStyle/>
        <a:p>
          <a:endParaRPr lang="en-US"/>
        </a:p>
      </dgm:t>
    </dgm:pt>
    <dgm:pt modelId="{7D8FA7B7-9D30-47DA-851F-D9F0FC887255}" type="sibTrans" cxnId="{A4DA4244-EA2F-4CB0-A568-493386B1286A}">
      <dgm:prSet/>
      <dgm:spPr/>
      <dgm:t>
        <a:bodyPr/>
        <a:lstStyle/>
        <a:p>
          <a:endParaRPr lang="en-US"/>
        </a:p>
      </dgm:t>
    </dgm:pt>
    <dgm:pt modelId="{5AA1E3AF-4B4D-453C-BF85-54ECDEB169B6}">
      <dgm:prSet/>
      <dgm:spPr/>
      <dgm:t>
        <a:bodyPr/>
        <a:lstStyle/>
        <a:p>
          <a:r>
            <a:rPr lang="en-US"/>
            <a:t>Benefits: Scalability, Flexibility, Maintainability</a:t>
          </a:r>
        </a:p>
      </dgm:t>
    </dgm:pt>
    <dgm:pt modelId="{2D852031-42CB-4B98-AEDE-130040B670B8}" type="parTrans" cxnId="{2E5DE86A-F430-4B56-B398-EB30C9E6BBBF}">
      <dgm:prSet/>
      <dgm:spPr/>
      <dgm:t>
        <a:bodyPr/>
        <a:lstStyle/>
        <a:p>
          <a:endParaRPr lang="en-US"/>
        </a:p>
      </dgm:t>
    </dgm:pt>
    <dgm:pt modelId="{9537486D-5A56-4D36-95FB-A14300CE5CA3}" type="sibTrans" cxnId="{2E5DE86A-F430-4B56-B398-EB30C9E6BBBF}">
      <dgm:prSet/>
      <dgm:spPr/>
      <dgm:t>
        <a:bodyPr/>
        <a:lstStyle/>
        <a:p>
          <a:endParaRPr lang="en-US"/>
        </a:p>
      </dgm:t>
    </dgm:pt>
    <dgm:pt modelId="{C9A4F29A-6C06-471E-81FD-26FA0173AE51}">
      <dgm:prSet/>
      <dgm:spPr/>
      <dgm:t>
        <a:bodyPr/>
        <a:lstStyle/>
        <a:p>
          <a:r>
            <a:rPr lang="en-US"/>
            <a:t>Challenges: API communication, Distributed complexity</a:t>
          </a:r>
        </a:p>
      </dgm:t>
    </dgm:pt>
    <dgm:pt modelId="{8F313AB7-089D-467B-92B5-D5DC866BD8EE}" type="parTrans" cxnId="{63AC94CB-F944-40CC-996F-99F01EB6A5A1}">
      <dgm:prSet/>
      <dgm:spPr/>
      <dgm:t>
        <a:bodyPr/>
        <a:lstStyle/>
        <a:p>
          <a:endParaRPr lang="en-US"/>
        </a:p>
      </dgm:t>
    </dgm:pt>
    <dgm:pt modelId="{EE03FF3F-E60C-4D7E-B94C-EFD50C85ACCC}" type="sibTrans" cxnId="{63AC94CB-F944-40CC-996F-99F01EB6A5A1}">
      <dgm:prSet/>
      <dgm:spPr/>
      <dgm:t>
        <a:bodyPr/>
        <a:lstStyle/>
        <a:p>
          <a:endParaRPr lang="en-US"/>
        </a:p>
      </dgm:t>
    </dgm:pt>
    <dgm:pt modelId="{5FCED4FF-F10A-4C55-93FC-F6D97626BFDB}" type="pres">
      <dgm:prSet presAssocID="{D4B36F94-5390-4326-8CCA-CAE3884E35A0}" presName="root" presStyleCnt="0">
        <dgm:presLayoutVars>
          <dgm:dir/>
          <dgm:resizeHandles val="exact"/>
        </dgm:presLayoutVars>
      </dgm:prSet>
      <dgm:spPr/>
    </dgm:pt>
    <dgm:pt modelId="{B33E93AE-9ACC-4EC1-872F-6A11C9C1AF39}" type="pres">
      <dgm:prSet presAssocID="{60B96BCD-F830-4215-ABD1-CBCA1CE0C3E4}" presName="compNode" presStyleCnt="0"/>
      <dgm:spPr/>
    </dgm:pt>
    <dgm:pt modelId="{3B237FF7-1B6C-4612-B9A2-CE6F7BEE892E}" type="pres">
      <dgm:prSet presAssocID="{60B96BCD-F830-4215-ABD1-CBCA1CE0C3E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94FB7D7-4AB9-4A0C-8312-6B7BABEA97E2}" type="pres">
      <dgm:prSet presAssocID="{60B96BCD-F830-4215-ABD1-CBCA1CE0C3E4}" presName="spaceRect" presStyleCnt="0"/>
      <dgm:spPr/>
    </dgm:pt>
    <dgm:pt modelId="{CF58E320-1563-4B5F-B805-69E301CC46D3}" type="pres">
      <dgm:prSet presAssocID="{60B96BCD-F830-4215-ABD1-CBCA1CE0C3E4}" presName="textRect" presStyleLbl="revTx" presStyleIdx="0" presStyleCnt="3">
        <dgm:presLayoutVars>
          <dgm:chMax val="1"/>
          <dgm:chPref val="1"/>
        </dgm:presLayoutVars>
      </dgm:prSet>
      <dgm:spPr/>
    </dgm:pt>
    <dgm:pt modelId="{D278375E-9C96-4F53-83B0-B4CF115EEF18}" type="pres">
      <dgm:prSet presAssocID="{7D8FA7B7-9D30-47DA-851F-D9F0FC887255}" presName="sibTrans" presStyleCnt="0"/>
      <dgm:spPr/>
    </dgm:pt>
    <dgm:pt modelId="{F0A34A3A-531A-4B62-84ED-2596B0A506DC}" type="pres">
      <dgm:prSet presAssocID="{5AA1E3AF-4B4D-453C-BF85-54ECDEB169B6}" presName="compNode" presStyleCnt="0"/>
      <dgm:spPr/>
    </dgm:pt>
    <dgm:pt modelId="{98E685D6-8BBF-4390-A471-A56323E38D57}" type="pres">
      <dgm:prSet presAssocID="{5AA1E3AF-4B4D-453C-BF85-54ECDEB169B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BBD4E90C-CEA3-4F8F-8BFE-66D9C71E4964}" type="pres">
      <dgm:prSet presAssocID="{5AA1E3AF-4B4D-453C-BF85-54ECDEB169B6}" presName="spaceRect" presStyleCnt="0"/>
      <dgm:spPr/>
    </dgm:pt>
    <dgm:pt modelId="{0D2A3CBC-832A-47D1-B118-707356E21C18}" type="pres">
      <dgm:prSet presAssocID="{5AA1E3AF-4B4D-453C-BF85-54ECDEB169B6}" presName="textRect" presStyleLbl="revTx" presStyleIdx="1" presStyleCnt="3">
        <dgm:presLayoutVars>
          <dgm:chMax val="1"/>
          <dgm:chPref val="1"/>
        </dgm:presLayoutVars>
      </dgm:prSet>
      <dgm:spPr/>
    </dgm:pt>
    <dgm:pt modelId="{CD99003C-DCB6-4D9A-B672-5165EA69A118}" type="pres">
      <dgm:prSet presAssocID="{9537486D-5A56-4D36-95FB-A14300CE5CA3}" presName="sibTrans" presStyleCnt="0"/>
      <dgm:spPr/>
    </dgm:pt>
    <dgm:pt modelId="{E790FC00-E787-430B-B079-385ED51AFAE2}" type="pres">
      <dgm:prSet presAssocID="{C9A4F29A-6C06-471E-81FD-26FA0173AE51}" presName="compNode" presStyleCnt="0"/>
      <dgm:spPr/>
    </dgm:pt>
    <dgm:pt modelId="{AF656B04-8518-45F1-A78A-CB18D30ACCBB}" type="pres">
      <dgm:prSet presAssocID="{C9A4F29A-6C06-471E-81FD-26FA0173AE5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C7E5D91B-FE8B-43E7-A637-A2AC97295AF2}" type="pres">
      <dgm:prSet presAssocID="{C9A4F29A-6C06-471E-81FD-26FA0173AE51}" presName="spaceRect" presStyleCnt="0"/>
      <dgm:spPr/>
    </dgm:pt>
    <dgm:pt modelId="{C87A81E3-A578-47E5-B701-4784BD7BB442}" type="pres">
      <dgm:prSet presAssocID="{C9A4F29A-6C06-471E-81FD-26FA0173AE5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3604920-5573-4CBA-8155-593626A06A9D}" type="presOf" srcId="{C9A4F29A-6C06-471E-81FD-26FA0173AE51}" destId="{C87A81E3-A578-47E5-B701-4784BD7BB442}" srcOrd="0" destOrd="0" presId="urn:microsoft.com/office/officeart/2018/2/layout/IconLabelList"/>
    <dgm:cxn modelId="{A4DA4244-EA2F-4CB0-A568-493386B1286A}" srcId="{D4B36F94-5390-4326-8CCA-CAE3884E35A0}" destId="{60B96BCD-F830-4215-ABD1-CBCA1CE0C3E4}" srcOrd="0" destOrd="0" parTransId="{7669CA6F-DEE1-4650-A876-3B99D9A1C08B}" sibTransId="{7D8FA7B7-9D30-47DA-851F-D9F0FC887255}"/>
    <dgm:cxn modelId="{A6268168-9114-4371-9293-55E6C8B2BA45}" type="presOf" srcId="{5AA1E3AF-4B4D-453C-BF85-54ECDEB169B6}" destId="{0D2A3CBC-832A-47D1-B118-707356E21C18}" srcOrd="0" destOrd="0" presId="urn:microsoft.com/office/officeart/2018/2/layout/IconLabelList"/>
    <dgm:cxn modelId="{2E5DE86A-F430-4B56-B398-EB30C9E6BBBF}" srcId="{D4B36F94-5390-4326-8CCA-CAE3884E35A0}" destId="{5AA1E3AF-4B4D-453C-BF85-54ECDEB169B6}" srcOrd="1" destOrd="0" parTransId="{2D852031-42CB-4B98-AEDE-130040B670B8}" sibTransId="{9537486D-5A56-4D36-95FB-A14300CE5CA3}"/>
    <dgm:cxn modelId="{67519654-9EE3-4E55-8664-7E835AF91816}" type="presOf" srcId="{60B96BCD-F830-4215-ABD1-CBCA1CE0C3E4}" destId="{CF58E320-1563-4B5F-B805-69E301CC46D3}" srcOrd="0" destOrd="0" presId="urn:microsoft.com/office/officeart/2018/2/layout/IconLabelList"/>
    <dgm:cxn modelId="{6A3BD3C9-EC75-4F08-99D1-B0F6E5A7DABB}" type="presOf" srcId="{D4B36F94-5390-4326-8CCA-CAE3884E35A0}" destId="{5FCED4FF-F10A-4C55-93FC-F6D97626BFDB}" srcOrd="0" destOrd="0" presId="urn:microsoft.com/office/officeart/2018/2/layout/IconLabelList"/>
    <dgm:cxn modelId="{63AC94CB-F944-40CC-996F-99F01EB6A5A1}" srcId="{D4B36F94-5390-4326-8CCA-CAE3884E35A0}" destId="{C9A4F29A-6C06-471E-81FD-26FA0173AE51}" srcOrd="2" destOrd="0" parTransId="{8F313AB7-089D-467B-92B5-D5DC866BD8EE}" sibTransId="{EE03FF3F-E60C-4D7E-B94C-EFD50C85ACCC}"/>
    <dgm:cxn modelId="{6FE0E6FA-A911-46ED-8A8A-21D5A5417D68}" type="presParOf" srcId="{5FCED4FF-F10A-4C55-93FC-F6D97626BFDB}" destId="{B33E93AE-9ACC-4EC1-872F-6A11C9C1AF39}" srcOrd="0" destOrd="0" presId="urn:microsoft.com/office/officeart/2018/2/layout/IconLabelList"/>
    <dgm:cxn modelId="{A411C7CC-C913-4A55-9881-F0677B84500B}" type="presParOf" srcId="{B33E93AE-9ACC-4EC1-872F-6A11C9C1AF39}" destId="{3B237FF7-1B6C-4612-B9A2-CE6F7BEE892E}" srcOrd="0" destOrd="0" presId="urn:microsoft.com/office/officeart/2018/2/layout/IconLabelList"/>
    <dgm:cxn modelId="{4DD78AAD-6169-480F-BF7C-D9EDD488433C}" type="presParOf" srcId="{B33E93AE-9ACC-4EC1-872F-6A11C9C1AF39}" destId="{E94FB7D7-4AB9-4A0C-8312-6B7BABEA97E2}" srcOrd="1" destOrd="0" presId="urn:microsoft.com/office/officeart/2018/2/layout/IconLabelList"/>
    <dgm:cxn modelId="{AA42AB57-B0EC-43B7-97D4-D36C6C888781}" type="presParOf" srcId="{B33E93AE-9ACC-4EC1-872F-6A11C9C1AF39}" destId="{CF58E320-1563-4B5F-B805-69E301CC46D3}" srcOrd="2" destOrd="0" presId="urn:microsoft.com/office/officeart/2018/2/layout/IconLabelList"/>
    <dgm:cxn modelId="{D5ED8432-A0EA-4B3A-8581-16C690888768}" type="presParOf" srcId="{5FCED4FF-F10A-4C55-93FC-F6D97626BFDB}" destId="{D278375E-9C96-4F53-83B0-B4CF115EEF18}" srcOrd="1" destOrd="0" presId="urn:microsoft.com/office/officeart/2018/2/layout/IconLabelList"/>
    <dgm:cxn modelId="{03D09EDA-3093-4F37-BF45-7A02FC9E9127}" type="presParOf" srcId="{5FCED4FF-F10A-4C55-93FC-F6D97626BFDB}" destId="{F0A34A3A-531A-4B62-84ED-2596B0A506DC}" srcOrd="2" destOrd="0" presId="urn:microsoft.com/office/officeart/2018/2/layout/IconLabelList"/>
    <dgm:cxn modelId="{BF5DD726-BC2F-4200-9C50-589D3DF8716C}" type="presParOf" srcId="{F0A34A3A-531A-4B62-84ED-2596B0A506DC}" destId="{98E685D6-8BBF-4390-A471-A56323E38D57}" srcOrd="0" destOrd="0" presId="urn:microsoft.com/office/officeart/2018/2/layout/IconLabelList"/>
    <dgm:cxn modelId="{B26DF8C7-DDB4-4384-9894-EC45190446E7}" type="presParOf" srcId="{F0A34A3A-531A-4B62-84ED-2596B0A506DC}" destId="{BBD4E90C-CEA3-4F8F-8BFE-66D9C71E4964}" srcOrd="1" destOrd="0" presId="urn:microsoft.com/office/officeart/2018/2/layout/IconLabelList"/>
    <dgm:cxn modelId="{BABD74CE-6408-47DE-90D2-A50FB7648EB9}" type="presParOf" srcId="{F0A34A3A-531A-4B62-84ED-2596B0A506DC}" destId="{0D2A3CBC-832A-47D1-B118-707356E21C18}" srcOrd="2" destOrd="0" presId="urn:microsoft.com/office/officeart/2018/2/layout/IconLabelList"/>
    <dgm:cxn modelId="{5B35000D-ECD6-4FD5-BB1F-EFB9A5BDAB45}" type="presParOf" srcId="{5FCED4FF-F10A-4C55-93FC-F6D97626BFDB}" destId="{CD99003C-DCB6-4D9A-B672-5165EA69A118}" srcOrd="3" destOrd="0" presId="urn:microsoft.com/office/officeart/2018/2/layout/IconLabelList"/>
    <dgm:cxn modelId="{FADE3869-1716-46ED-A159-39E3ACFE9939}" type="presParOf" srcId="{5FCED4FF-F10A-4C55-93FC-F6D97626BFDB}" destId="{E790FC00-E787-430B-B079-385ED51AFAE2}" srcOrd="4" destOrd="0" presId="urn:microsoft.com/office/officeart/2018/2/layout/IconLabelList"/>
    <dgm:cxn modelId="{C7C62254-AE85-4445-A754-BFED1EF347C3}" type="presParOf" srcId="{E790FC00-E787-430B-B079-385ED51AFAE2}" destId="{AF656B04-8518-45F1-A78A-CB18D30ACCBB}" srcOrd="0" destOrd="0" presId="urn:microsoft.com/office/officeart/2018/2/layout/IconLabelList"/>
    <dgm:cxn modelId="{ACE98F83-5B8F-45F9-A19C-6EF18BD0A9ED}" type="presParOf" srcId="{E790FC00-E787-430B-B079-385ED51AFAE2}" destId="{C7E5D91B-FE8B-43E7-A637-A2AC97295AF2}" srcOrd="1" destOrd="0" presId="urn:microsoft.com/office/officeart/2018/2/layout/IconLabelList"/>
    <dgm:cxn modelId="{4DA30C4F-F672-4344-81F8-6B7CF935B9F2}" type="presParOf" srcId="{E790FC00-E787-430B-B079-385ED51AFAE2}" destId="{C87A81E3-A578-47E5-B701-4784BD7BB44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FAA640-05D9-4801-8251-108FD81276D4}" type="doc">
      <dgm:prSet loTypeId="urn:microsoft.com/office/officeart/2016/7/layout/LinearArrow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EA9880F-C843-4545-BBE9-78529F718986}">
      <dgm:prSet/>
      <dgm:spPr/>
      <dgm:t>
        <a:bodyPr/>
        <a:lstStyle/>
        <a:p>
          <a:r>
            <a:rPr lang="en-US"/>
            <a:t>Develop a user-friendly frontend interface</a:t>
          </a:r>
        </a:p>
      </dgm:t>
    </dgm:pt>
    <dgm:pt modelId="{76EAFACD-9528-45FF-9D54-DA302A989885}" type="parTrans" cxnId="{51B13620-F9E1-4026-B9D9-290986491AC8}">
      <dgm:prSet/>
      <dgm:spPr/>
      <dgm:t>
        <a:bodyPr/>
        <a:lstStyle/>
        <a:p>
          <a:endParaRPr lang="en-US"/>
        </a:p>
      </dgm:t>
    </dgm:pt>
    <dgm:pt modelId="{E93B7FF8-BE70-4658-9C94-C6CAF5855E92}" type="sibTrans" cxnId="{51B13620-F9E1-4026-B9D9-290986491AC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B1C2637-84F2-42E2-9C06-130CA6E4BAED}">
      <dgm:prSet/>
      <dgm:spPr/>
      <dgm:t>
        <a:bodyPr/>
        <a:lstStyle/>
        <a:p>
          <a:r>
            <a:rPr lang="en-US"/>
            <a:t>Create a custom password validation API</a:t>
          </a:r>
        </a:p>
      </dgm:t>
    </dgm:pt>
    <dgm:pt modelId="{DD544914-CDC4-413E-A569-635FF58E297E}" type="parTrans" cxnId="{7B107CB5-0713-4F8B-B126-42EB2D69EFD7}">
      <dgm:prSet/>
      <dgm:spPr/>
      <dgm:t>
        <a:bodyPr/>
        <a:lstStyle/>
        <a:p>
          <a:endParaRPr lang="en-US"/>
        </a:p>
      </dgm:t>
    </dgm:pt>
    <dgm:pt modelId="{6E9408D2-8027-4232-A087-92A60CF6EA6B}" type="sibTrans" cxnId="{7B107CB5-0713-4F8B-B126-42EB2D69EFD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429850F-8B07-4929-BF64-A052C721B29A}">
      <dgm:prSet/>
      <dgm:spPr/>
      <dgm:t>
        <a:bodyPr/>
        <a:lstStyle/>
        <a:p>
          <a:r>
            <a:rPr lang="en-US"/>
            <a:t>Integrate third-party and public APIs</a:t>
          </a:r>
        </a:p>
      </dgm:t>
    </dgm:pt>
    <dgm:pt modelId="{D7BA58AC-51AB-4B62-B579-91FB0565D874}" type="parTrans" cxnId="{C1EFF63C-9DA0-480C-8451-B13DBAE343B5}">
      <dgm:prSet/>
      <dgm:spPr/>
      <dgm:t>
        <a:bodyPr/>
        <a:lstStyle/>
        <a:p>
          <a:endParaRPr lang="en-US"/>
        </a:p>
      </dgm:t>
    </dgm:pt>
    <dgm:pt modelId="{8204C02A-6F6F-437B-B57C-CB2B7363059A}" type="sibTrans" cxnId="{C1EFF63C-9DA0-480C-8451-B13DBAE343B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CDC3FAD-C436-49D3-9D7A-4FE55D820D39}">
      <dgm:prSet/>
      <dgm:spPr/>
      <dgm:t>
        <a:bodyPr/>
        <a:lstStyle/>
        <a:p>
          <a:r>
            <a:rPr lang="en-US"/>
            <a:t>Deploy the system on the cloud</a:t>
          </a:r>
        </a:p>
      </dgm:t>
    </dgm:pt>
    <dgm:pt modelId="{8E823A7A-510B-4BC9-92C3-4AE8EFDBC0B6}" type="parTrans" cxnId="{E938FA90-6BB3-4C10-BC63-D3762EDFB862}">
      <dgm:prSet/>
      <dgm:spPr/>
      <dgm:t>
        <a:bodyPr/>
        <a:lstStyle/>
        <a:p>
          <a:endParaRPr lang="en-US"/>
        </a:p>
      </dgm:t>
    </dgm:pt>
    <dgm:pt modelId="{A6ACD295-03A2-4384-9AAA-019FDC2268E1}" type="sibTrans" cxnId="{E938FA90-6BB3-4C10-BC63-D3762EDFB86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B2C0F4D-1981-4290-955A-1D755F312C83}" type="pres">
      <dgm:prSet presAssocID="{77FAA640-05D9-4801-8251-108FD81276D4}" presName="linearFlow" presStyleCnt="0">
        <dgm:presLayoutVars>
          <dgm:dir/>
          <dgm:animLvl val="lvl"/>
          <dgm:resizeHandles val="exact"/>
        </dgm:presLayoutVars>
      </dgm:prSet>
      <dgm:spPr/>
    </dgm:pt>
    <dgm:pt modelId="{5FE072B3-CF31-41B3-BB2D-36965B106868}" type="pres">
      <dgm:prSet presAssocID="{3EA9880F-C843-4545-BBE9-78529F718986}" presName="compositeNode" presStyleCnt="0"/>
      <dgm:spPr/>
    </dgm:pt>
    <dgm:pt modelId="{5A5641F0-A48A-46FC-A694-59E8AAE21697}" type="pres">
      <dgm:prSet presAssocID="{3EA9880F-C843-4545-BBE9-78529F71898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65C3EFB-D4FE-4596-9D87-8A192BA42673}" type="pres">
      <dgm:prSet presAssocID="{3EA9880F-C843-4545-BBE9-78529F718986}" presName="parSh" presStyleCnt="0"/>
      <dgm:spPr/>
    </dgm:pt>
    <dgm:pt modelId="{9DC218E3-C7AD-41D0-8579-6A8BF4B0BADB}" type="pres">
      <dgm:prSet presAssocID="{3EA9880F-C843-4545-BBE9-78529F718986}" presName="lineNode" presStyleLbl="alignAccFollowNode1" presStyleIdx="0" presStyleCnt="12"/>
      <dgm:spPr/>
    </dgm:pt>
    <dgm:pt modelId="{1812B287-4236-45DA-9BE1-22D86BA69D07}" type="pres">
      <dgm:prSet presAssocID="{3EA9880F-C843-4545-BBE9-78529F718986}" presName="lineArrowNode" presStyleLbl="alignAccFollowNode1" presStyleIdx="1" presStyleCnt="12"/>
      <dgm:spPr/>
    </dgm:pt>
    <dgm:pt modelId="{55012C8D-9186-4DED-9F4D-B29F35FC218F}" type="pres">
      <dgm:prSet presAssocID="{E93B7FF8-BE70-4658-9C94-C6CAF5855E92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8CC251FA-E9CB-40F2-B392-68C7070F8737}" type="pres">
      <dgm:prSet presAssocID="{E93B7FF8-BE70-4658-9C94-C6CAF5855E92}" presName="spacerBetweenCircleAndCallout" presStyleCnt="0">
        <dgm:presLayoutVars/>
      </dgm:prSet>
      <dgm:spPr/>
    </dgm:pt>
    <dgm:pt modelId="{C099B037-E0FB-4CD8-87CF-7B6295B4816B}" type="pres">
      <dgm:prSet presAssocID="{3EA9880F-C843-4545-BBE9-78529F718986}" presName="nodeText" presStyleLbl="alignAccFollowNode1" presStyleIdx="2" presStyleCnt="12">
        <dgm:presLayoutVars>
          <dgm:bulletEnabled val="1"/>
        </dgm:presLayoutVars>
      </dgm:prSet>
      <dgm:spPr/>
    </dgm:pt>
    <dgm:pt modelId="{DBD8D280-8C94-48C7-8A7D-4A2F39E134D7}" type="pres">
      <dgm:prSet presAssocID="{E93B7FF8-BE70-4658-9C94-C6CAF5855E92}" presName="sibTransComposite" presStyleCnt="0"/>
      <dgm:spPr/>
    </dgm:pt>
    <dgm:pt modelId="{D077D368-FAD7-4552-BEB5-1CF487B1DBFF}" type="pres">
      <dgm:prSet presAssocID="{CB1C2637-84F2-42E2-9C06-130CA6E4BAED}" presName="compositeNode" presStyleCnt="0"/>
      <dgm:spPr/>
    </dgm:pt>
    <dgm:pt modelId="{066C0703-1122-4407-95C0-C0C5E0565DB1}" type="pres">
      <dgm:prSet presAssocID="{CB1C2637-84F2-42E2-9C06-130CA6E4BAE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A9C50AA-BFC8-45DB-86AB-A6AB2C847571}" type="pres">
      <dgm:prSet presAssocID="{CB1C2637-84F2-42E2-9C06-130CA6E4BAED}" presName="parSh" presStyleCnt="0"/>
      <dgm:spPr/>
    </dgm:pt>
    <dgm:pt modelId="{CAEA305F-457F-4947-B998-744653EA8E3D}" type="pres">
      <dgm:prSet presAssocID="{CB1C2637-84F2-42E2-9C06-130CA6E4BAED}" presName="lineNode" presStyleLbl="alignAccFollowNode1" presStyleIdx="3" presStyleCnt="12"/>
      <dgm:spPr/>
    </dgm:pt>
    <dgm:pt modelId="{B764031B-7A7B-4BF4-A16C-669D7C4B9CA3}" type="pres">
      <dgm:prSet presAssocID="{CB1C2637-84F2-42E2-9C06-130CA6E4BAED}" presName="lineArrowNode" presStyleLbl="alignAccFollowNode1" presStyleIdx="4" presStyleCnt="12"/>
      <dgm:spPr/>
    </dgm:pt>
    <dgm:pt modelId="{5DD73231-C4F3-406B-8CC1-C89CA525FBF5}" type="pres">
      <dgm:prSet presAssocID="{6E9408D2-8027-4232-A087-92A60CF6EA6B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6AB2033C-16FD-486F-A5E5-CC16626949FE}" type="pres">
      <dgm:prSet presAssocID="{6E9408D2-8027-4232-A087-92A60CF6EA6B}" presName="spacerBetweenCircleAndCallout" presStyleCnt="0">
        <dgm:presLayoutVars/>
      </dgm:prSet>
      <dgm:spPr/>
    </dgm:pt>
    <dgm:pt modelId="{DD0118E0-7557-4DDE-874F-F795E0ACF7DF}" type="pres">
      <dgm:prSet presAssocID="{CB1C2637-84F2-42E2-9C06-130CA6E4BAED}" presName="nodeText" presStyleLbl="alignAccFollowNode1" presStyleIdx="5" presStyleCnt="12">
        <dgm:presLayoutVars>
          <dgm:bulletEnabled val="1"/>
        </dgm:presLayoutVars>
      </dgm:prSet>
      <dgm:spPr/>
    </dgm:pt>
    <dgm:pt modelId="{D2080425-5AA8-45D8-BF58-29110E7BA5EC}" type="pres">
      <dgm:prSet presAssocID="{6E9408D2-8027-4232-A087-92A60CF6EA6B}" presName="sibTransComposite" presStyleCnt="0"/>
      <dgm:spPr/>
    </dgm:pt>
    <dgm:pt modelId="{4A5E2474-6F04-43A8-BE97-A2343BC75F31}" type="pres">
      <dgm:prSet presAssocID="{5429850F-8B07-4929-BF64-A052C721B29A}" presName="compositeNode" presStyleCnt="0"/>
      <dgm:spPr/>
    </dgm:pt>
    <dgm:pt modelId="{495155DE-A596-424C-A012-8689BF796D18}" type="pres">
      <dgm:prSet presAssocID="{5429850F-8B07-4929-BF64-A052C721B29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A2D3B18-9D0E-49BA-ABF0-944AB11C9084}" type="pres">
      <dgm:prSet presAssocID="{5429850F-8B07-4929-BF64-A052C721B29A}" presName="parSh" presStyleCnt="0"/>
      <dgm:spPr/>
    </dgm:pt>
    <dgm:pt modelId="{B5D20095-6C33-44F8-9ACD-CFFECA56A7AD}" type="pres">
      <dgm:prSet presAssocID="{5429850F-8B07-4929-BF64-A052C721B29A}" presName="lineNode" presStyleLbl="alignAccFollowNode1" presStyleIdx="6" presStyleCnt="12"/>
      <dgm:spPr/>
    </dgm:pt>
    <dgm:pt modelId="{F67F2A82-8E23-4F81-A128-70C478AD8934}" type="pres">
      <dgm:prSet presAssocID="{5429850F-8B07-4929-BF64-A052C721B29A}" presName="lineArrowNode" presStyleLbl="alignAccFollowNode1" presStyleIdx="7" presStyleCnt="12"/>
      <dgm:spPr/>
    </dgm:pt>
    <dgm:pt modelId="{63BBAF2C-F21F-4288-992A-C73E98346056}" type="pres">
      <dgm:prSet presAssocID="{8204C02A-6F6F-437B-B57C-CB2B7363059A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A76F61C-B488-41BB-ACFE-9B0F8E3293CC}" type="pres">
      <dgm:prSet presAssocID="{8204C02A-6F6F-437B-B57C-CB2B7363059A}" presName="spacerBetweenCircleAndCallout" presStyleCnt="0">
        <dgm:presLayoutVars/>
      </dgm:prSet>
      <dgm:spPr/>
    </dgm:pt>
    <dgm:pt modelId="{0692CE8C-83E7-41D9-863A-1AD559807296}" type="pres">
      <dgm:prSet presAssocID="{5429850F-8B07-4929-BF64-A052C721B29A}" presName="nodeText" presStyleLbl="alignAccFollowNode1" presStyleIdx="8" presStyleCnt="12">
        <dgm:presLayoutVars>
          <dgm:bulletEnabled val="1"/>
        </dgm:presLayoutVars>
      </dgm:prSet>
      <dgm:spPr/>
    </dgm:pt>
    <dgm:pt modelId="{80F09D9E-8BA2-4EBE-AC9B-5A98E818AAB1}" type="pres">
      <dgm:prSet presAssocID="{8204C02A-6F6F-437B-B57C-CB2B7363059A}" presName="sibTransComposite" presStyleCnt="0"/>
      <dgm:spPr/>
    </dgm:pt>
    <dgm:pt modelId="{B58EA151-E60B-4F59-AADE-24D1C561C327}" type="pres">
      <dgm:prSet presAssocID="{8CDC3FAD-C436-49D3-9D7A-4FE55D820D39}" presName="compositeNode" presStyleCnt="0"/>
      <dgm:spPr/>
    </dgm:pt>
    <dgm:pt modelId="{0E05BBC1-2C63-4946-AB22-46D89757C827}" type="pres">
      <dgm:prSet presAssocID="{8CDC3FAD-C436-49D3-9D7A-4FE55D820D3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142BBA8-0A19-466F-82BE-6411BEC7E6D7}" type="pres">
      <dgm:prSet presAssocID="{8CDC3FAD-C436-49D3-9D7A-4FE55D820D39}" presName="parSh" presStyleCnt="0"/>
      <dgm:spPr/>
    </dgm:pt>
    <dgm:pt modelId="{B3992DAD-63FB-4BA8-B6BE-5B6FB9F767E1}" type="pres">
      <dgm:prSet presAssocID="{8CDC3FAD-C436-49D3-9D7A-4FE55D820D39}" presName="lineNode" presStyleLbl="alignAccFollowNode1" presStyleIdx="9" presStyleCnt="12"/>
      <dgm:spPr/>
    </dgm:pt>
    <dgm:pt modelId="{2B8B99A1-DAC7-4E39-9B4E-69F0B6D42340}" type="pres">
      <dgm:prSet presAssocID="{8CDC3FAD-C436-49D3-9D7A-4FE55D820D39}" presName="lineArrowNode" presStyleLbl="alignAccFollowNode1" presStyleIdx="10" presStyleCnt="12"/>
      <dgm:spPr/>
    </dgm:pt>
    <dgm:pt modelId="{3F0B33A1-436F-4607-BEA3-E6E59451F3BE}" type="pres">
      <dgm:prSet presAssocID="{A6ACD295-03A2-4384-9AAA-019FDC2268E1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71731549-1D6E-4F0F-B9AB-9A26C83B78F0}" type="pres">
      <dgm:prSet presAssocID="{A6ACD295-03A2-4384-9AAA-019FDC2268E1}" presName="spacerBetweenCircleAndCallout" presStyleCnt="0">
        <dgm:presLayoutVars/>
      </dgm:prSet>
      <dgm:spPr/>
    </dgm:pt>
    <dgm:pt modelId="{D9C900AD-480C-436B-8D57-E2DAEDE3272F}" type="pres">
      <dgm:prSet presAssocID="{8CDC3FAD-C436-49D3-9D7A-4FE55D820D39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51B13620-F9E1-4026-B9D9-290986491AC8}" srcId="{77FAA640-05D9-4801-8251-108FD81276D4}" destId="{3EA9880F-C843-4545-BBE9-78529F718986}" srcOrd="0" destOrd="0" parTransId="{76EAFACD-9528-45FF-9D54-DA302A989885}" sibTransId="{E93B7FF8-BE70-4658-9C94-C6CAF5855E92}"/>
    <dgm:cxn modelId="{27BCEE29-E9C9-4A29-B2A7-335A303282C7}" type="presOf" srcId="{5429850F-8B07-4929-BF64-A052C721B29A}" destId="{0692CE8C-83E7-41D9-863A-1AD559807296}" srcOrd="0" destOrd="0" presId="urn:microsoft.com/office/officeart/2016/7/layout/LinearArrowProcessNumbered"/>
    <dgm:cxn modelId="{C1EFF63C-9DA0-480C-8451-B13DBAE343B5}" srcId="{77FAA640-05D9-4801-8251-108FD81276D4}" destId="{5429850F-8B07-4929-BF64-A052C721B29A}" srcOrd="2" destOrd="0" parTransId="{D7BA58AC-51AB-4B62-B579-91FB0565D874}" sibTransId="{8204C02A-6F6F-437B-B57C-CB2B7363059A}"/>
    <dgm:cxn modelId="{46164D88-8E5F-4EFB-ADFA-C1E5E1FB401E}" type="presOf" srcId="{E93B7FF8-BE70-4658-9C94-C6CAF5855E92}" destId="{55012C8D-9186-4DED-9F4D-B29F35FC218F}" srcOrd="0" destOrd="0" presId="urn:microsoft.com/office/officeart/2016/7/layout/LinearArrowProcessNumbered"/>
    <dgm:cxn modelId="{E938FA90-6BB3-4C10-BC63-D3762EDFB862}" srcId="{77FAA640-05D9-4801-8251-108FD81276D4}" destId="{8CDC3FAD-C436-49D3-9D7A-4FE55D820D39}" srcOrd="3" destOrd="0" parTransId="{8E823A7A-510B-4BC9-92C3-4AE8EFDBC0B6}" sibTransId="{A6ACD295-03A2-4384-9AAA-019FDC2268E1}"/>
    <dgm:cxn modelId="{5E715FAE-382F-4754-9FC0-5E7E6D54E607}" type="presOf" srcId="{8CDC3FAD-C436-49D3-9D7A-4FE55D820D39}" destId="{D9C900AD-480C-436B-8D57-E2DAEDE3272F}" srcOrd="0" destOrd="0" presId="urn:microsoft.com/office/officeart/2016/7/layout/LinearArrowProcessNumbered"/>
    <dgm:cxn modelId="{7B107CB5-0713-4F8B-B126-42EB2D69EFD7}" srcId="{77FAA640-05D9-4801-8251-108FD81276D4}" destId="{CB1C2637-84F2-42E2-9C06-130CA6E4BAED}" srcOrd="1" destOrd="0" parTransId="{DD544914-CDC4-413E-A569-635FF58E297E}" sibTransId="{6E9408D2-8027-4232-A087-92A60CF6EA6B}"/>
    <dgm:cxn modelId="{5371E2BD-54E6-4076-AC74-B76CD646BFA3}" type="presOf" srcId="{6E9408D2-8027-4232-A087-92A60CF6EA6B}" destId="{5DD73231-C4F3-406B-8CC1-C89CA525FBF5}" srcOrd="0" destOrd="0" presId="urn:microsoft.com/office/officeart/2016/7/layout/LinearArrowProcessNumbered"/>
    <dgm:cxn modelId="{C4A1D4CE-36E7-4F1C-B836-3D9BF5373EC9}" type="presOf" srcId="{A6ACD295-03A2-4384-9AAA-019FDC2268E1}" destId="{3F0B33A1-436F-4607-BEA3-E6E59451F3BE}" srcOrd="0" destOrd="0" presId="urn:microsoft.com/office/officeart/2016/7/layout/LinearArrowProcessNumbered"/>
    <dgm:cxn modelId="{17CFB1E2-8755-4EC5-9A91-6123E64D5464}" type="presOf" srcId="{77FAA640-05D9-4801-8251-108FD81276D4}" destId="{AB2C0F4D-1981-4290-955A-1D755F312C83}" srcOrd="0" destOrd="0" presId="urn:microsoft.com/office/officeart/2016/7/layout/LinearArrowProcessNumbered"/>
    <dgm:cxn modelId="{9F94C8EB-43B7-4E8D-9E6C-FBB98636CCBA}" type="presOf" srcId="{8204C02A-6F6F-437B-B57C-CB2B7363059A}" destId="{63BBAF2C-F21F-4288-992A-C73E98346056}" srcOrd="0" destOrd="0" presId="urn:microsoft.com/office/officeart/2016/7/layout/LinearArrowProcessNumbered"/>
    <dgm:cxn modelId="{C2FFA1ED-540C-4DCD-9FA4-BCC147324E92}" type="presOf" srcId="{CB1C2637-84F2-42E2-9C06-130CA6E4BAED}" destId="{DD0118E0-7557-4DDE-874F-F795E0ACF7DF}" srcOrd="0" destOrd="0" presId="urn:microsoft.com/office/officeart/2016/7/layout/LinearArrowProcessNumbered"/>
    <dgm:cxn modelId="{281EE0F4-FFA1-49D3-AFDD-CD633FD029BA}" type="presOf" srcId="{3EA9880F-C843-4545-BBE9-78529F718986}" destId="{C099B037-E0FB-4CD8-87CF-7B6295B4816B}" srcOrd="0" destOrd="0" presId="urn:microsoft.com/office/officeart/2016/7/layout/LinearArrowProcessNumbered"/>
    <dgm:cxn modelId="{2CD33E35-6261-46B9-97A7-9F5786025DBD}" type="presParOf" srcId="{AB2C0F4D-1981-4290-955A-1D755F312C83}" destId="{5FE072B3-CF31-41B3-BB2D-36965B106868}" srcOrd="0" destOrd="0" presId="urn:microsoft.com/office/officeart/2016/7/layout/LinearArrowProcessNumbered"/>
    <dgm:cxn modelId="{EDA6B3EE-D790-4799-9B71-B068FEF9994A}" type="presParOf" srcId="{5FE072B3-CF31-41B3-BB2D-36965B106868}" destId="{5A5641F0-A48A-46FC-A694-59E8AAE21697}" srcOrd="0" destOrd="0" presId="urn:microsoft.com/office/officeart/2016/7/layout/LinearArrowProcessNumbered"/>
    <dgm:cxn modelId="{CD856C86-1D99-47E5-8749-2C16D1ADE914}" type="presParOf" srcId="{5FE072B3-CF31-41B3-BB2D-36965B106868}" destId="{065C3EFB-D4FE-4596-9D87-8A192BA42673}" srcOrd="1" destOrd="0" presId="urn:microsoft.com/office/officeart/2016/7/layout/LinearArrowProcessNumbered"/>
    <dgm:cxn modelId="{E5624583-8F70-4CB8-9BE0-96795A9EF267}" type="presParOf" srcId="{065C3EFB-D4FE-4596-9D87-8A192BA42673}" destId="{9DC218E3-C7AD-41D0-8579-6A8BF4B0BADB}" srcOrd="0" destOrd="0" presId="urn:microsoft.com/office/officeart/2016/7/layout/LinearArrowProcessNumbered"/>
    <dgm:cxn modelId="{E0C0CA62-C704-414C-A3F2-D6A0871971BC}" type="presParOf" srcId="{065C3EFB-D4FE-4596-9D87-8A192BA42673}" destId="{1812B287-4236-45DA-9BE1-22D86BA69D07}" srcOrd="1" destOrd="0" presId="urn:microsoft.com/office/officeart/2016/7/layout/LinearArrowProcessNumbered"/>
    <dgm:cxn modelId="{5167EA83-D2A3-4A02-BD65-ACA19CE58CFF}" type="presParOf" srcId="{065C3EFB-D4FE-4596-9D87-8A192BA42673}" destId="{55012C8D-9186-4DED-9F4D-B29F35FC218F}" srcOrd="2" destOrd="0" presId="urn:microsoft.com/office/officeart/2016/7/layout/LinearArrowProcessNumbered"/>
    <dgm:cxn modelId="{7FBCB19D-02C1-4AD5-8081-5B783C991E12}" type="presParOf" srcId="{065C3EFB-D4FE-4596-9D87-8A192BA42673}" destId="{8CC251FA-E9CB-40F2-B392-68C7070F8737}" srcOrd="3" destOrd="0" presId="urn:microsoft.com/office/officeart/2016/7/layout/LinearArrowProcessNumbered"/>
    <dgm:cxn modelId="{6EA61CDC-5692-4A1E-990E-AB015ACE4367}" type="presParOf" srcId="{5FE072B3-CF31-41B3-BB2D-36965B106868}" destId="{C099B037-E0FB-4CD8-87CF-7B6295B4816B}" srcOrd="2" destOrd="0" presId="urn:microsoft.com/office/officeart/2016/7/layout/LinearArrowProcessNumbered"/>
    <dgm:cxn modelId="{1BD2E7BC-9A47-40D0-A124-A3F549B1ACA5}" type="presParOf" srcId="{AB2C0F4D-1981-4290-955A-1D755F312C83}" destId="{DBD8D280-8C94-48C7-8A7D-4A2F39E134D7}" srcOrd="1" destOrd="0" presId="urn:microsoft.com/office/officeart/2016/7/layout/LinearArrowProcessNumbered"/>
    <dgm:cxn modelId="{6E0B2F37-BC35-4D35-80F2-D9359B2542E3}" type="presParOf" srcId="{AB2C0F4D-1981-4290-955A-1D755F312C83}" destId="{D077D368-FAD7-4552-BEB5-1CF487B1DBFF}" srcOrd="2" destOrd="0" presId="urn:microsoft.com/office/officeart/2016/7/layout/LinearArrowProcessNumbered"/>
    <dgm:cxn modelId="{600BB578-19BB-44B8-BFF0-C16B0DB2AB20}" type="presParOf" srcId="{D077D368-FAD7-4552-BEB5-1CF487B1DBFF}" destId="{066C0703-1122-4407-95C0-C0C5E0565DB1}" srcOrd="0" destOrd="0" presId="urn:microsoft.com/office/officeart/2016/7/layout/LinearArrowProcessNumbered"/>
    <dgm:cxn modelId="{992199F6-6763-4531-8C20-2B10F9F12F0C}" type="presParOf" srcId="{D077D368-FAD7-4552-BEB5-1CF487B1DBFF}" destId="{9A9C50AA-BFC8-45DB-86AB-A6AB2C847571}" srcOrd="1" destOrd="0" presId="urn:microsoft.com/office/officeart/2016/7/layout/LinearArrowProcessNumbered"/>
    <dgm:cxn modelId="{24EB4007-60D8-4EE5-BA02-EE0FB671FFB7}" type="presParOf" srcId="{9A9C50AA-BFC8-45DB-86AB-A6AB2C847571}" destId="{CAEA305F-457F-4947-B998-744653EA8E3D}" srcOrd="0" destOrd="0" presId="urn:microsoft.com/office/officeart/2016/7/layout/LinearArrowProcessNumbered"/>
    <dgm:cxn modelId="{19AF186C-DCE6-475E-A638-C61778B07D0B}" type="presParOf" srcId="{9A9C50AA-BFC8-45DB-86AB-A6AB2C847571}" destId="{B764031B-7A7B-4BF4-A16C-669D7C4B9CA3}" srcOrd="1" destOrd="0" presId="urn:microsoft.com/office/officeart/2016/7/layout/LinearArrowProcessNumbered"/>
    <dgm:cxn modelId="{20A194C8-EE62-4DBB-8D57-B8DB455612F2}" type="presParOf" srcId="{9A9C50AA-BFC8-45DB-86AB-A6AB2C847571}" destId="{5DD73231-C4F3-406B-8CC1-C89CA525FBF5}" srcOrd="2" destOrd="0" presId="urn:microsoft.com/office/officeart/2016/7/layout/LinearArrowProcessNumbered"/>
    <dgm:cxn modelId="{88F732A0-178D-4D95-A09A-D0F274E42CFE}" type="presParOf" srcId="{9A9C50AA-BFC8-45DB-86AB-A6AB2C847571}" destId="{6AB2033C-16FD-486F-A5E5-CC16626949FE}" srcOrd="3" destOrd="0" presId="urn:microsoft.com/office/officeart/2016/7/layout/LinearArrowProcessNumbered"/>
    <dgm:cxn modelId="{99ED3D64-965B-44E6-B242-C73F0AB3FC64}" type="presParOf" srcId="{D077D368-FAD7-4552-BEB5-1CF487B1DBFF}" destId="{DD0118E0-7557-4DDE-874F-F795E0ACF7DF}" srcOrd="2" destOrd="0" presId="urn:microsoft.com/office/officeart/2016/7/layout/LinearArrowProcessNumbered"/>
    <dgm:cxn modelId="{E1EE37F2-E5BB-4BC7-BCC3-EE0C1EDC8587}" type="presParOf" srcId="{AB2C0F4D-1981-4290-955A-1D755F312C83}" destId="{D2080425-5AA8-45D8-BF58-29110E7BA5EC}" srcOrd="3" destOrd="0" presId="urn:microsoft.com/office/officeart/2016/7/layout/LinearArrowProcessNumbered"/>
    <dgm:cxn modelId="{F43195A0-60A4-4AAC-8BDF-941C630D6A11}" type="presParOf" srcId="{AB2C0F4D-1981-4290-955A-1D755F312C83}" destId="{4A5E2474-6F04-43A8-BE97-A2343BC75F31}" srcOrd="4" destOrd="0" presId="urn:microsoft.com/office/officeart/2016/7/layout/LinearArrowProcessNumbered"/>
    <dgm:cxn modelId="{94BC1DCF-B8E0-4C75-BDE3-0BD1EEFC096D}" type="presParOf" srcId="{4A5E2474-6F04-43A8-BE97-A2343BC75F31}" destId="{495155DE-A596-424C-A012-8689BF796D18}" srcOrd="0" destOrd="0" presId="urn:microsoft.com/office/officeart/2016/7/layout/LinearArrowProcessNumbered"/>
    <dgm:cxn modelId="{D1BA2E15-1AA5-49B3-B914-3450C82843DD}" type="presParOf" srcId="{4A5E2474-6F04-43A8-BE97-A2343BC75F31}" destId="{5A2D3B18-9D0E-49BA-ABF0-944AB11C9084}" srcOrd="1" destOrd="0" presId="urn:microsoft.com/office/officeart/2016/7/layout/LinearArrowProcessNumbered"/>
    <dgm:cxn modelId="{39272F7A-2AC9-4AE1-A14E-246343F28E3C}" type="presParOf" srcId="{5A2D3B18-9D0E-49BA-ABF0-944AB11C9084}" destId="{B5D20095-6C33-44F8-9ACD-CFFECA56A7AD}" srcOrd="0" destOrd="0" presId="urn:microsoft.com/office/officeart/2016/7/layout/LinearArrowProcessNumbered"/>
    <dgm:cxn modelId="{32A4CC06-7F6C-4BAD-8CC7-AB27E6134F1F}" type="presParOf" srcId="{5A2D3B18-9D0E-49BA-ABF0-944AB11C9084}" destId="{F67F2A82-8E23-4F81-A128-70C478AD8934}" srcOrd="1" destOrd="0" presId="urn:microsoft.com/office/officeart/2016/7/layout/LinearArrowProcessNumbered"/>
    <dgm:cxn modelId="{8F856D2A-3490-4B70-A893-EB38B07E4A6B}" type="presParOf" srcId="{5A2D3B18-9D0E-49BA-ABF0-944AB11C9084}" destId="{63BBAF2C-F21F-4288-992A-C73E98346056}" srcOrd="2" destOrd="0" presId="urn:microsoft.com/office/officeart/2016/7/layout/LinearArrowProcessNumbered"/>
    <dgm:cxn modelId="{868C9877-3A9C-4742-82B8-314FF65B3DE1}" type="presParOf" srcId="{5A2D3B18-9D0E-49BA-ABF0-944AB11C9084}" destId="{5A76F61C-B488-41BB-ACFE-9B0F8E3293CC}" srcOrd="3" destOrd="0" presId="urn:microsoft.com/office/officeart/2016/7/layout/LinearArrowProcessNumbered"/>
    <dgm:cxn modelId="{1B9BBD68-58B8-4117-BB8C-711045BC2D8F}" type="presParOf" srcId="{4A5E2474-6F04-43A8-BE97-A2343BC75F31}" destId="{0692CE8C-83E7-41D9-863A-1AD559807296}" srcOrd="2" destOrd="0" presId="urn:microsoft.com/office/officeart/2016/7/layout/LinearArrowProcessNumbered"/>
    <dgm:cxn modelId="{CA756D89-001B-42B9-8E43-8A566A528D5C}" type="presParOf" srcId="{AB2C0F4D-1981-4290-955A-1D755F312C83}" destId="{80F09D9E-8BA2-4EBE-AC9B-5A98E818AAB1}" srcOrd="5" destOrd="0" presId="urn:microsoft.com/office/officeart/2016/7/layout/LinearArrowProcessNumbered"/>
    <dgm:cxn modelId="{2B036F2B-00F9-4A9D-B885-BE9642BB0829}" type="presParOf" srcId="{AB2C0F4D-1981-4290-955A-1D755F312C83}" destId="{B58EA151-E60B-4F59-AADE-24D1C561C327}" srcOrd="6" destOrd="0" presId="urn:microsoft.com/office/officeart/2016/7/layout/LinearArrowProcessNumbered"/>
    <dgm:cxn modelId="{5C369C0A-90C5-48AA-BA89-104387D50EE4}" type="presParOf" srcId="{B58EA151-E60B-4F59-AADE-24D1C561C327}" destId="{0E05BBC1-2C63-4946-AB22-46D89757C827}" srcOrd="0" destOrd="0" presId="urn:microsoft.com/office/officeart/2016/7/layout/LinearArrowProcessNumbered"/>
    <dgm:cxn modelId="{56D29612-0F46-47FC-95D9-333A4189B2D7}" type="presParOf" srcId="{B58EA151-E60B-4F59-AADE-24D1C561C327}" destId="{A142BBA8-0A19-466F-82BE-6411BEC7E6D7}" srcOrd="1" destOrd="0" presId="urn:microsoft.com/office/officeart/2016/7/layout/LinearArrowProcessNumbered"/>
    <dgm:cxn modelId="{4EB1C840-802B-4020-9282-FEEC56AD2E99}" type="presParOf" srcId="{A142BBA8-0A19-466F-82BE-6411BEC7E6D7}" destId="{B3992DAD-63FB-4BA8-B6BE-5B6FB9F767E1}" srcOrd="0" destOrd="0" presId="urn:microsoft.com/office/officeart/2016/7/layout/LinearArrowProcessNumbered"/>
    <dgm:cxn modelId="{0135431C-CCD7-497A-9A3D-EDAD3FFBFF2F}" type="presParOf" srcId="{A142BBA8-0A19-466F-82BE-6411BEC7E6D7}" destId="{2B8B99A1-DAC7-4E39-9B4E-69F0B6D42340}" srcOrd="1" destOrd="0" presId="urn:microsoft.com/office/officeart/2016/7/layout/LinearArrowProcessNumbered"/>
    <dgm:cxn modelId="{A6C80D90-0010-4A21-9378-5ABE06913318}" type="presParOf" srcId="{A142BBA8-0A19-466F-82BE-6411BEC7E6D7}" destId="{3F0B33A1-436F-4607-BEA3-E6E59451F3BE}" srcOrd="2" destOrd="0" presId="urn:microsoft.com/office/officeart/2016/7/layout/LinearArrowProcessNumbered"/>
    <dgm:cxn modelId="{797B6EA5-F5C1-40A9-93EF-A6A3F2B21629}" type="presParOf" srcId="{A142BBA8-0A19-466F-82BE-6411BEC7E6D7}" destId="{71731549-1D6E-4F0F-B9AB-9A26C83B78F0}" srcOrd="3" destOrd="0" presId="urn:microsoft.com/office/officeart/2016/7/layout/LinearArrowProcessNumbered"/>
    <dgm:cxn modelId="{70D9CB09-1F95-4B0A-B58E-66056F67FAC2}" type="presParOf" srcId="{B58EA151-E60B-4F59-AADE-24D1C561C327}" destId="{D9C900AD-480C-436B-8D57-E2DAEDE3272F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C92505-EB0F-42C6-B21C-CC3096E530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1D2A504-3684-4B10-BFF3-3C7A49FB87DC}">
      <dgm:prSet/>
      <dgm:spPr/>
      <dgm:t>
        <a:bodyPr/>
        <a:lstStyle/>
        <a:p>
          <a:r>
            <a:rPr lang="en-US"/>
            <a:t>Functional Requirements:</a:t>
          </a:r>
        </a:p>
      </dgm:t>
    </dgm:pt>
    <dgm:pt modelId="{488B8D3A-C685-46A9-8FC8-83FE5296DCC6}" type="parTrans" cxnId="{11B43A78-62D9-40A6-92B5-E7676B19D83B}">
      <dgm:prSet/>
      <dgm:spPr/>
      <dgm:t>
        <a:bodyPr/>
        <a:lstStyle/>
        <a:p>
          <a:endParaRPr lang="en-US"/>
        </a:p>
      </dgm:t>
    </dgm:pt>
    <dgm:pt modelId="{82872947-EC1E-468F-A01E-CA9698F8E5B0}" type="sibTrans" cxnId="{11B43A78-62D9-40A6-92B5-E7676B19D83B}">
      <dgm:prSet/>
      <dgm:spPr/>
      <dgm:t>
        <a:bodyPr/>
        <a:lstStyle/>
        <a:p>
          <a:endParaRPr lang="en-US"/>
        </a:p>
      </dgm:t>
    </dgm:pt>
    <dgm:pt modelId="{8CB5DAAF-B21D-4068-8E60-0DAC05ADA5AE}">
      <dgm:prSet/>
      <dgm:spPr/>
      <dgm:t>
        <a:bodyPr/>
        <a:lstStyle/>
        <a:p>
          <a:r>
            <a:rPr lang="en-US"/>
            <a:t>- Add/Delete vehicle records</a:t>
          </a:r>
        </a:p>
      </dgm:t>
    </dgm:pt>
    <dgm:pt modelId="{DBB6E954-069D-44AA-AB7F-5517746F304E}" type="parTrans" cxnId="{20184C9B-7DB2-40BB-9551-86F3B9F9886C}">
      <dgm:prSet/>
      <dgm:spPr/>
      <dgm:t>
        <a:bodyPr/>
        <a:lstStyle/>
        <a:p>
          <a:endParaRPr lang="en-US"/>
        </a:p>
      </dgm:t>
    </dgm:pt>
    <dgm:pt modelId="{B8763C61-2489-4365-8E45-69F247FFFB49}" type="sibTrans" cxnId="{20184C9B-7DB2-40BB-9551-86F3B9F9886C}">
      <dgm:prSet/>
      <dgm:spPr/>
      <dgm:t>
        <a:bodyPr/>
        <a:lstStyle/>
        <a:p>
          <a:endParaRPr lang="en-US"/>
        </a:p>
      </dgm:t>
    </dgm:pt>
    <dgm:pt modelId="{33B9FA7A-CCEC-4F70-9BC2-645B3BF263E3}">
      <dgm:prSet/>
      <dgm:spPr/>
      <dgm:t>
        <a:bodyPr/>
        <a:lstStyle/>
        <a:p>
          <a:r>
            <a:rPr lang="en-US"/>
            <a:t>- Validate password strength</a:t>
          </a:r>
        </a:p>
      </dgm:t>
    </dgm:pt>
    <dgm:pt modelId="{EAF44E0B-3D6C-4D4A-B56D-02EFC1FC6542}" type="parTrans" cxnId="{F97D1D97-641A-48A4-9D37-C1D202385587}">
      <dgm:prSet/>
      <dgm:spPr/>
      <dgm:t>
        <a:bodyPr/>
        <a:lstStyle/>
        <a:p>
          <a:endParaRPr lang="en-US"/>
        </a:p>
      </dgm:t>
    </dgm:pt>
    <dgm:pt modelId="{D8D83DBA-54AD-4885-922D-42FEBAADC6BB}" type="sibTrans" cxnId="{F97D1D97-641A-48A4-9D37-C1D202385587}">
      <dgm:prSet/>
      <dgm:spPr/>
      <dgm:t>
        <a:bodyPr/>
        <a:lstStyle/>
        <a:p>
          <a:endParaRPr lang="en-US"/>
        </a:p>
      </dgm:t>
    </dgm:pt>
    <dgm:pt modelId="{69B684CC-8BEE-4C45-9306-B3FF7143D777}">
      <dgm:prSet/>
      <dgm:spPr/>
      <dgm:t>
        <a:bodyPr/>
        <a:lstStyle/>
        <a:p>
          <a:r>
            <a:rPr lang="en-US"/>
            <a:t>- Generate PDF of vehicle details</a:t>
          </a:r>
        </a:p>
      </dgm:t>
    </dgm:pt>
    <dgm:pt modelId="{EA539319-2E4E-4713-830B-2BB855B05EF2}" type="parTrans" cxnId="{3F873299-EFEE-4B9F-A826-AB1C40B11D60}">
      <dgm:prSet/>
      <dgm:spPr/>
      <dgm:t>
        <a:bodyPr/>
        <a:lstStyle/>
        <a:p>
          <a:endParaRPr lang="en-US"/>
        </a:p>
      </dgm:t>
    </dgm:pt>
    <dgm:pt modelId="{1A110D61-42DC-4C03-AD0B-5B92029BE0FE}" type="sibTrans" cxnId="{3F873299-EFEE-4B9F-A826-AB1C40B11D60}">
      <dgm:prSet/>
      <dgm:spPr/>
      <dgm:t>
        <a:bodyPr/>
        <a:lstStyle/>
        <a:p>
          <a:endParaRPr lang="en-US"/>
        </a:p>
      </dgm:t>
    </dgm:pt>
    <dgm:pt modelId="{A490D1E0-0C0E-4FF1-9B26-91A82BF169C7}">
      <dgm:prSet/>
      <dgm:spPr/>
      <dgm:t>
        <a:bodyPr/>
        <a:lstStyle/>
        <a:p>
          <a:r>
            <a:rPr lang="en-US"/>
            <a:t>Non-Functional Requirements:</a:t>
          </a:r>
        </a:p>
      </dgm:t>
    </dgm:pt>
    <dgm:pt modelId="{97F0E586-2FD5-4909-B08B-FCB2C7E30F9E}" type="parTrans" cxnId="{14862183-37D4-4142-BBD9-5D9E9F0A8433}">
      <dgm:prSet/>
      <dgm:spPr/>
      <dgm:t>
        <a:bodyPr/>
        <a:lstStyle/>
        <a:p>
          <a:endParaRPr lang="en-US"/>
        </a:p>
      </dgm:t>
    </dgm:pt>
    <dgm:pt modelId="{EF554BDE-6A7F-44D4-B835-FDBC672C7345}" type="sibTrans" cxnId="{14862183-37D4-4142-BBD9-5D9E9F0A8433}">
      <dgm:prSet/>
      <dgm:spPr/>
      <dgm:t>
        <a:bodyPr/>
        <a:lstStyle/>
        <a:p>
          <a:endParaRPr lang="en-US"/>
        </a:p>
      </dgm:t>
    </dgm:pt>
    <dgm:pt modelId="{090AF508-0BA7-4569-800C-C67893085BAA}">
      <dgm:prSet/>
      <dgm:spPr/>
      <dgm:t>
        <a:bodyPr/>
        <a:lstStyle/>
        <a:p>
          <a:r>
            <a:rPr lang="en-US"/>
            <a:t>- Scalability, Performance, Availability, Usability</a:t>
          </a:r>
        </a:p>
      </dgm:t>
    </dgm:pt>
    <dgm:pt modelId="{AC688F4F-1E8C-42D1-87FC-11EC0DD90CF2}" type="parTrans" cxnId="{A7E32AF8-B4A4-4DAC-BD56-0E4C184F122A}">
      <dgm:prSet/>
      <dgm:spPr/>
      <dgm:t>
        <a:bodyPr/>
        <a:lstStyle/>
        <a:p>
          <a:endParaRPr lang="en-US"/>
        </a:p>
      </dgm:t>
    </dgm:pt>
    <dgm:pt modelId="{6A46C2B9-EAC3-4CC3-B0F9-999AFFC27F9D}" type="sibTrans" cxnId="{A7E32AF8-B4A4-4DAC-BD56-0E4C184F122A}">
      <dgm:prSet/>
      <dgm:spPr/>
      <dgm:t>
        <a:bodyPr/>
        <a:lstStyle/>
        <a:p>
          <a:endParaRPr lang="en-US"/>
        </a:p>
      </dgm:t>
    </dgm:pt>
    <dgm:pt modelId="{0F0E4074-C685-4CD2-95CE-48775058AA0B}" type="pres">
      <dgm:prSet presAssocID="{AFC92505-EB0F-42C6-B21C-CC3096E530F4}" presName="root" presStyleCnt="0">
        <dgm:presLayoutVars>
          <dgm:dir/>
          <dgm:resizeHandles val="exact"/>
        </dgm:presLayoutVars>
      </dgm:prSet>
      <dgm:spPr/>
    </dgm:pt>
    <dgm:pt modelId="{74D851E5-0CBA-42E8-87ED-860C9F0E2E6E}" type="pres">
      <dgm:prSet presAssocID="{51D2A504-3684-4B10-BFF3-3C7A49FB87DC}" presName="compNode" presStyleCnt="0"/>
      <dgm:spPr/>
    </dgm:pt>
    <dgm:pt modelId="{E1EC5EDD-EA66-4C3C-9080-061464184E66}" type="pres">
      <dgm:prSet presAssocID="{51D2A504-3684-4B10-BFF3-3C7A49FB87DC}" presName="bgRect" presStyleLbl="bgShp" presStyleIdx="0" presStyleCnt="6"/>
      <dgm:spPr/>
    </dgm:pt>
    <dgm:pt modelId="{B9C2E546-CC7B-4AFB-883A-E52E0F5186EA}" type="pres">
      <dgm:prSet presAssocID="{51D2A504-3684-4B10-BFF3-3C7A49FB87DC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5A8C63F-18B7-4016-B6FA-06573E5C19FF}" type="pres">
      <dgm:prSet presAssocID="{51D2A504-3684-4B10-BFF3-3C7A49FB87DC}" presName="spaceRect" presStyleCnt="0"/>
      <dgm:spPr/>
    </dgm:pt>
    <dgm:pt modelId="{FF18E065-858E-4B41-B988-80BCA85E0FD0}" type="pres">
      <dgm:prSet presAssocID="{51D2A504-3684-4B10-BFF3-3C7A49FB87DC}" presName="parTx" presStyleLbl="revTx" presStyleIdx="0" presStyleCnt="6">
        <dgm:presLayoutVars>
          <dgm:chMax val="0"/>
          <dgm:chPref val="0"/>
        </dgm:presLayoutVars>
      </dgm:prSet>
      <dgm:spPr/>
    </dgm:pt>
    <dgm:pt modelId="{44B5BB30-860E-4E34-B25D-9B7C8BA50AFC}" type="pres">
      <dgm:prSet presAssocID="{82872947-EC1E-468F-A01E-CA9698F8E5B0}" presName="sibTrans" presStyleCnt="0"/>
      <dgm:spPr/>
    </dgm:pt>
    <dgm:pt modelId="{50E2AD81-BB45-447B-B76B-07211CC6BEE2}" type="pres">
      <dgm:prSet presAssocID="{8CB5DAAF-B21D-4068-8E60-0DAC05ADA5AE}" presName="compNode" presStyleCnt="0"/>
      <dgm:spPr/>
    </dgm:pt>
    <dgm:pt modelId="{F10891D4-ED80-41AA-B481-81E1B77D9871}" type="pres">
      <dgm:prSet presAssocID="{8CB5DAAF-B21D-4068-8E60-0DAC05ADA5AE}" presName="bgRect" presStyleLbl="bgShp" presStyleIdx="1" presStyleCnt="6"/>
      <dgm:spPr/>
    </dgm:pt>
    <dgm:pt modelId="{B927DB48-FCF9-4E3D-9FDB-32ECA0FEEC11}" type="pres">
      <dgm:prSet presAssocID="{8CB5DAAF-B21D-4068-8E60-0DAC05ADA5A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56557FCD-AD0F-4C96-B266-3EA99CD7F4BB}" type="pres">
      <dgm:prSet presAssocID="{8CB5DAAF-B21D-4068-8E60-0DAC05ADA5AE}" presName="spaceRect" presStyleCnt="0"/>
      <dgm:spPr/>
    </dgm:pt>
    <dgm:pt modelId="{392B86B9-7FAB-496D-B66E-4C9BE4C0ED7D}" type="pres">
      <dgm:prSet presAssocID="{8CB5DAAF-B21D-4068-8E60-0DAC05ADA5AE}" presName="parTx" presStyleLbl="revTx" presStyleIdx="1" presStyleCnt="6">
        <dgm:presLayoutVars>
          <dgm:chMax val="0"/>
          <dgm:chPref val="0"/>
        </dgm:presLayoutVars>
      </dgm:prSet>
      <dgm:spPr/>
    </dgm:pt>
    <dgm:pt modelId="{4B859E72-1247-40D3-B952-61E0DF4CE8A9}" type="pres">
      <dgm:prSet presAssocID="{B8763C61-2489-4365-8E45-69F247FFFB49}" presName="sibTrans" presStyleCnt="0"/>
      <dgm:spPr/>
    </dgm:pt>
    <dgm:pt modelId="{098F0743-6ABE-4D70-B83F-3257D400AFC7}" type="pres">
      <dgm:prSet presAssocID="{33B9FA7A-CCEC-4F70-9BC2-645B3BF263E3}" presName="compNode" presStyleCnt="0"/>
      <dgm:spPr/>
    </dgm:pt>
    <dgm:pt modelId="{74DECCF7-9FB2-40C1-B7DF-9ACD8102043F}" type="pres">
      <dgm:prSet presAssocID="{33B9FA7A-CCEC-4F70-9BC2-645B3BF263E3}" presName="bgRect" presStyleLbl="bgShp" presStyleIdx="2" presStyleCnt="6"/>
      <dgm:spPr/>
    </dgm:pt>
    <dgm:pt modelId="{501E8A93-3083-4301-B757-08DA9005D673}" type="pres">
      <dgm:prSet presAssocID="{33B9FA7A-CCEC-4F70-9BC2-645B3BF263E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9CD492B-4190-4F76-9314-4E0E869C3F39}" type="pres">
      <dgm:prSet presAssocID="{33B9FA7A-CCEC-4F70-9BC2-645B3BF263E3}" presName="spaceRect" presStyleCnt="0"/>
      <dgm:spPr/>
    </dgm:pt>
    <dgm:pt modelId="{2463B8CE-A7AA-461B-9684-8B8ABC22495B}" type="pres">
      <dgm:prSet presAssocID="{33B9FA7A-CCEC-4F70-9BC2-645B3BF263E3}" presName="parTx" presStyleLbl="revTx" presStyleIdx="2" presStyleCnt="6">
        <dgm:presLayoutVars>
          <dgm:chMax val="0"/>
          <dgm:chPref val="0"/>
        </dgm:presLayoutVars>
      </dgm:prSet>
      <dgm:spPr/>
    </dgm:pt>
    <dgm:pt modelId="{D2362CB2-752C-4CDC-8683-EEF521FEB92F}" type="pres">
      <dgm:prSet presAssocID="{D8D83DBA-54AD-4885-922D-42FEBAADC6BB}" presName="sibTrans" presStyleCnt="0"/>
      <dgm:spPr/>
    </dgm:pt>
    <dgm:pt modelId="{C2D4BCE6-2950-4A25-B71C-002E9BB9E4CC}" type="pres">
      <dgm:prSet presAssocID="{69B684CC-8BEE-4C45-9306-B3FF7143D777}" presName="compNode" presStyleCnt="0"/>
      <dgm:spPr/>
    </dgm:pt>
    <dgm:pt modelId="{5D903B0A-7598-4776-8D6C-805A3C57118A}" type="pres">
      <dgm:prSet presAssocID="{69B684CC-8BEE-4C45-9306-B3FF7143D777}" presName="bgRect" presStyleLbl="bgShp" presStyleIdx="3" presStyleCnt="6"/>
      <dgm:spPr/>
    </dgm:pt>
    <dgm:pt modelId="{98995687-1376-4136-A297-D6DB21FF3A0C}" type="pres">
      <dgm:prSet presAssocID="{69B684CC-8BEE-4C45-9306-B3FF7143D777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7E790132-ABA6-499E-9A57-D04D5B453136}" type="pres">
      <dgm:prSet presAssocID="{69B684CC-8BEE-4C45-9306-B3FF7143D777}" presName="spaceRect" presStyleCnt="0"/>
      <dgm:spPr/>
    </dgm:pt>
    <dgm:pt modelId="{7B5BC3CF-1E0D-40BF-83D4-F5E578B0C240}" type="pres">
      <dgm:prSet presAssocID="{69B684CC-8BEE-4C45-9306-B3FF7143D777}" presName="parTx" presStyleLbl="revTx" presStyleIdx="3" presStyleCnt="6">
        <dgm:presLayoutVars>
          <dgm:chMax val="0"/>
          <dgm:chPref val="0"/>
        </dgm:presLayoutVars>
      </dgm:prSet>
      <dgm:spPr/>
    </dgm:pt>
    <dgm:pt modelId="{E513F489-4F6D-4FBD-A29D-04BD73DDBB50}" type="pres">
      <dgm:prSet presAssocID="{1A110D61-42DC-4C03-AD0B-5B92029BE0FE}" presName="sibTrans" presStyleCnt="0"/>
      <dgm:spPr/>
    </dgm:pt>
    <dgm:pt modelId="{44B03B0B-D098-4727-86C7-1D70C56621C0}" type="pres">
      <dgm:prSet presAssocID="{A490D1E0-0C0E-4FF1-9B26-91A82BF169C7}" presName="compNode" presStyleCnt="0"/>
      <dgm:spPr/>
    </dgm:pt>
    <dgm:pt modelId="{5EE0A660-3397-49AA-89C2-059B79B2AB60}" type="pres">
      <dgm:prSet presAssocID="{A490D1E0-0C0E-4FF1-9B26-91A82BF169C7}" presName="bgRect" presStyleLbl="bgShp" presStyleIdx="4" presStyleCnt="6"/>
      <dgm:spPr/>
    </dgm:pt>
    <dgm:pt modelId="{FE3CA82C-0A69-4617-B0C3-3663C0F27BAC}" type="pres">
      <dgm:prSet presAssocID="{A490D1E0-0C0E-4FF1-9B26-91A82BF169C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564EDA5-3025-42A8-9B1B-932F50101C32}" type="pres">
      <dgm:prSet presAssocID="{A490D1E0-0C0E-4FF1-9B26-91A82BF169C7}" presName="spaceRect" presStyleCnt="0"/>
      <dgm:spPr/>
    </dgm:pt>
    <dgm:pt modelId="{328F4ABF-B83E-4BFD-84EA-D077FF90AB8D}" type="pres">
      <dgm:prSet presAssocID="{A490D1E0-0C0E-4FF1-9B26-91A82BF169C7}" presName="parTx" presStyleLbl="revTx" presStyleIdx="4" presStyleCnt="6">
        <dgm:presLayoutVars>
          <dgm:chMax val="0"/>
          <dgm:chPref val="0"/>
        </dgm:presLayoutVars>
      </dgm:prSet>
      <dgm:spPr/>
    </dgm:pt>
    <dgm:pt modelId="{0D624201-1E39-4EE9-910C-3C7AE5769B64}" type="pres">
      <dgm:prSet presAssocID="{EF554BDE-6A7F-44D4-B835-FDBC672C7345}" presName="sibTrans" presStyleCnt="0"/>
      <dgm:spPr/>
    </dgm:pt>
    <dgm:pt modelId="{53676E18-116B-4C6A-8E72-172911F46389}" type="pres">
      <dgm:prSet presAssocID="{090AF508-0BA7-4569-800C-C67893085BAA}" presName="compNode" presStyleCnt="0"/>
      <dgm:spPr/>
    </dgm:pt>
    <dgm:pt modelId="{803DE65E-8059-41FC-92CA-6A8FEE430E18}" type="pres">
      <dgm:prSet presAssocID="{090AF508-0BA7-4569-800C-C67893085BAA}" presName="bgRect" presStyleLbl="bgShp" presStyleIdx="5" presStyleCnt="6"/>
      <dgm:spPr/>
    </dgm:pt>
    <dgm:pt modelId="{253741EB-6986-4F9E-AFF9-5424D06EE456}" type="pres">
      <dgm:prSet presAssocID="{090AF508-0BA7-4569-800C-C67893085BAA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803DAAE-45E8-4627-B27C-35FF41A3C396}" type="pres">
      <dgm:prSet presAssocID="{090AF508-0BA7-4569-800C-C67893085BAA}" presName="spaceRect" presStyleCnt="0"/>
      <dgm:spPr/>
    </dgm:pt>
    <dgm:pt modelId="{32B85193-4A7C-4229-993A-965E4B82C2B4}" type="pres">
      <dgm:prSet presAssocID="{090AF508-0BA7-4569-800C-C67893085BA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D58F304-565D-44F1-89DA-107AFCC0D013}" type="presOf" srcId="{51D2A504-3684-4B10-BFF3-3C7A49FB87DC}" destId="{FF18E065-858E-4B41-B988-80BCA85E0FD0}" srcOrd="0" destOrd="0" presId="urn:microsoft.com/office/officeart/2018/2/layout/IconVerticalSolidList"/>
    <dgm:cxn modelId="{88C57C35-736A-47BE-B152-18D67AD4279B}" type="presOf" srcId="{33B9FA7A-CCEC-4F70-9BC2-645B3BF263E3}" destId="{2463B8CE-A7AA-461B-9684-8B8ABC22495B}" srcOrd="0" destOrd="0" presId="urn:microsoft.com/office/officeart/2018/2/layout/IconVerticalSolidList"/>
    <dgm:cxn modelId="{DA9CBF6D-A170-4798-8DBB-70375CE1285A}" type="presOf" srcId="{8CB5DAAF-B21D-4068-8E60-0DAC05ADA5AE}" destId="{392B86B9-7FAB-496D-B66E-4C9BE4C0ED7D}" srcOrd="0" destOrd="0" presId="urn:microsoft.com/office/officeart/2018/2/layout/IconVerticalSolidList"/>
    <dgm:cxn modelId="{BD4E2672-7044-4E6C-BF08-DDD42AFB6C28}" type="presOf" srcId="{A490D1E0-0C0E-4FF1-9B26-91A82BF169C7}" destId="{328F4ABF-B83E-4BFD-84EA-D077FF90AB8D}" srcOrd="0" destOrd="0" presId="urn:microsoft.com/office/officeart/2018/2/layout/IconVerticalSolidList"/>
    <dgm:cxn modelId="{64611753-0B4E-4CA1-989C-E367CA01FCA7}" type="presOf" srcId="{AFC92505-EB0F-42C6-B21C-CC3096E530F4}" destId="{0F0E4074-C685-4CD2-95CE-48775058AA0B}" srcOrd="0" destOrd="0" presId="urn:microsoft.com/office/officeart/2018/2/layout/IconVerticalSolidList"/>
    <dgm:cxn modelId="{11B43A78-62D9-40A6-92B5-E7676B19D83B}" srcId="{AFC92505-EB0F-42C6-B21C-CC3096E530F4}" destId="{51D2A504-3684-4B10-BFF3-3C7A49FB87DC}" srcOrd="0" destOrd="0" parTransId="{488B8D3A-C685-46A9-8FC8-83FE5296DCC6}" sibTransId="{82872947-EC1E-468F-A01E-CA9698F8E5B0}"/>
    <dgm:cxn modelId="{14862183-37D4-4142-BBD9-5D9E9F0A8433}" srcId="{AFC92505-EB0F-42C6-B21C-CC3096E530F4}" destId="{A490D1E0-0C0E-4FF1-9B26-91A82BF169C7}" srcOrd="4" destOrd="0" parTransId="{97F0E586-2FD5-4909-B08B-FCB2C7E30F9E}" sibTransId="{EF554BDE-6A7F-44D4-B835-FDBC672C7345}"/>
    <dgm:cxn modelId="{F97D1D97-641A-48A4-9D37-C1D202385587}" srcId="{AFC92505-EB0F-42C6-B21C-CC3096E530F4}" destId="{33B9FA7A-CCEC-4F70-9BC2-645B3BF263E3}" srcOrd="2" destOrd="0" parTransId="{EAF44E0B-3D6C-4D4A-B56D-02EFC1FC6542}" sibTransId="{D8D83DBA-54AD-4885-922D-42FEBAADC6BB}"/>
    <dgm:cxn modelId="{3F873299-EFEE-4B9F-A826-AB1C40B11D60}" srcId="{AFC92505-EB0F-42C6-B21C-CC3096E530F4}" destId="{69B684CC-8BEE-4C45-9306-B3FF7143D777}" srcOrd="3" destOrd="0" parTransId="{EA539319-2E4E-4713-830B-2BB855B05EF2}" sibTransId="{1A110D61-42DC-4C03-AD0B-5B92029BE0FE}"/>
    <dgm:cxn modelId="{20184C9B-7DB2-40BB-9551-86F3B9F9886C}" srcId="{AFC92505-EB0F-42C6-B21C-CC3096E530F4}" destId="{8CB5DAAF-B21D-4068-8E60-0DAC05ADA5AE}" srcOrd="1" destOrd="0" parTransId="{DBB6E954-069D-44AA-AB7F-5517746F304E}" sibTransId="{B8763C61-2489-4365-8E45-69F247FFFB49}"/>
    <dgm:cxn modelId="{C91699AA-EEAE-437D-81F2-09643B45F8CB}" type="presOf" srcId="{090AF508-0BA7-4569-800C-C67893085BAA}" destId="{32B85193-4A7C-4229-993A-965E4B82C2B4}" srcOrd="0" destOrd="0" presId="urn:microsoft.com/office/officeart/2018/2/layout/IconVerticalSolidList"/>
    <dgm:cxn modelId="{636C8FAE-6E6D-4AD9-95A2-C72DCC9251D9}" type="presOf" srcId="{69B684CC-8BEE-4C45-9306-B3FF7143D777}" destId="{7B5BC3CF-1E0D-40BF-83D4-F5E578B0C240}" srcOrd="0" destOrd="0" presId="urn:microsoft.com/office/officeart/2018/2/layout/IconVerticalSolidList"/>
    <dgm:cxn modelId="{A7E32AF8-B4A4-4DAC-BD56-0E4C184F122A}" srcId="{AFC92505-EB0F-42C6-B21C-CC3096E530F4}" destId="{090AF508-0BA7-4569-800C-C67893085BAA}" srcOrd="5" destOrd="0" parTransId="{AC688F4F-1E8C-42D1-87FC-11EC0DD90CF2}" sibTransId="{6A46C2B9-EAC3-4CC3-B0F9-999AFFC27F9D}"/>
    <dgm:cxn modelId="{310E7DD7-7660-494A-B9FA-D0E9090F34A3}" type="presParOf" srcId="{0F0E4074-C685-4CD2-95CE-48775058AA0B}" destId="{74D851E5-0CBA-42E8-87ED-860C9F0E2E6E}" srcOrd="0" destOrd="0" presId="urn:microsoft.com/office/officeart/2018/2/layout/IconVerticalSolidList"/>
    <dgm:cxn modelId="{74A14C10-F852-4E62-BC9F-AB7D4EAD0120}" type="presParOf" srcId="{74D851E5-0CBA-42E8-87ED-860C9F0E2E6E}" destId="{E1EC5EDD-EA66-4C3C-9080-061464184E66}" srcOrd="0" destOrd="0" presId="urn:microsoft.com/office/officeart/2018/2/layout/IconVerticalSolidList"/>
    <dgm:cxn modelId="{12FD088D-BF4D-4887-960A-689C6A6F02BE}" type="presParOf" srcId="{74D851E5-0CBA-42E8-87ED-860C9F0E2E6E}" destId="{B9C2E546-CC7B-4AFB-883A-E52E0F5186EA}" srcOrd="1" destOrd="0" presId="urn:microsoft.com/office/officeart/2018/2/layout/IconVerticalSolidList"/>
    <dgm:cxn modelId="{95DD35A6-E94E-41AD-8724-FEAAD5070107}" type="presParOf" srcId="{74D851E5-0CBA-42E8-87ED-860C9F0E2E6E}" destId="{85A8C63F-18B7-4016-B6FA-06573E5C19FF}" srcOrd="2" destOrd="0" presId="urn:microsoft.com/office/officeart/2018/2/layout/IconVerticalSolidList"/>
    <dgm:cxn modelId="{1F4A98B8-995D-4F8A-B7B6-6C4E7E89C9A1}" type="presParOf" srcId="{74D851E5-0CBA-42E8-87ED-860C9F0E2E6E}" destId="{FF18E065-858E-4B41-B988-80BCA85E0FD0}" srcOrd="3" destOrd="0" presId="urn:microsoft.com/office/officeart/2018/2/layout/IconVerticalSolidList"/>
    <dgm:cxn modelId="{FCA93D9C-0425-4457-9F6D-70EB3026F69F}" type="presParOf" srcId="{0F0E4074-C685-4CD2-95CE-48775058AA0B}" destId="{44B5BB30-860E-4E34-B25D-9B7C8BA50AFC}" srcOrd="1" destOrd="0" presId="urn:microsoft.com/office/officeart/2018/2/layout/IconVerticalSolidList"/>
    <dgm:cxn modelId="{959A2FF5-ACA2-4C32-915D-12A5F1AABF24}" type="presParOf" srcId="{0F0E4074-C685-4CD2-95CE-48775058AA0B}" destId="{50E2AD81-BB45-447B-B76B-07211CC6BEE2}" srcOrd="2" destOrd="0" presId="urn:microsoft.com/office/officeart/2018/2/layout/IconVerticalSolidList"/>
    <dgm:cxn modelId="{81312A8F-BD4D-40FA-994D-F3CC8E1497C4}" type="presParOf" srcId="{50E2AD81-BB45-447B-B76B-07211CC6BEE2}" destId="{F10891D4-ED80-41AA-B481-81E1B77D9871}" srcOrd="0" destOrd="0" presId="urn:microsoft.com/office/officeart/2018/2/layout/IconVerticalSolidList"/>
    <dgm:cxn modelId="{51AB9666-D640-40C4-ABD7-8631EF0755D9}" type="presParOf" srcId="{50E2AD81-BB45-447B-B76B-07211CC6BEE2}" destId="{B927DB48-FCF9-4E3D-9FDB-32ECA0FEEC11}" srcOrd="1" destOrd="0" presId="urn:microsoft.com/office/officeart/2018/2/layout/IconVerticalSolidList"/>
    <dgm:cxn modelId="{EA803CDA-A8CE-463F-8E4A-F1CAA98679B6}" type="presParOf" srcId="{50E2AD81-BB45-447B-B76B-07211CC6BEE2}" destId="{56557FCD-AD0F-4C96-B266-3EA99CD7F4BB}" srcOrd="2" destOrd="0" presId="urn:microsoft.com/office/officeart/2018/2/layout/IconVerticalSolidList"/>
    <dgm:cxn modelId="{696C887D-1462-4EE8-856F-5B557B9D7766}" type="presParOf" srcId="{50E2AD81-BB45-447B-B76B-07211CC6BEE2}" destId="{392B86B9-7FAB-496D-B66E-4C9BE4C0ED7D}" srcOrd="3" destOrd="0" presId="urn:microsoft.com/office/officeart/2018/2/layout/IconVerticalSolidList"/>
    <dgm:cxn modelId="{C3C5E77F-0F8B-4D89-AD6F-CB01914783DE}" type="presParOf" srcId="{0F0E4074-C685-4CD2-95CE-48775058AA0B}" destId="{4B859E72-1247-40D3-B952-61E0DF4CE8A9}" srcOrd="3" destOrd="0" presId="urn:microsoft.com/office/officeart/2018/2/layout/IconVerticalSolidList"/>
    <dgm:cxn modelId="{613D93A5-FDA4-466E-A5B7-0BB7D900E554}" type="presParOf" srcId="{0F0E4074-C685-4CD2-95CE-48775058AA0B}" destId="{098F0743-6ABE-4D70-B83F-3257D400AFC7}" srcOrd="4" destOrd="0" presId="urn:microsoft.com/office/officeart/2018/2/layout/IconVerticalSolidList"/>
    <dgm:cxn modelId="{9642ACA5-27FE-48D6-9F46-A88E0A2819A7}" type="presParOf" srcId="{098F0743-6ABE-4D70-B83F-3257D400AFC7}" destId="{74DECCF7-9FB2-40C1-B7DF-9ACD8102043F}" srcOrd="0" destOrd="0" presId="urn:microsoft.com/office/officeart/2018/2/layout/IconVerticalSolidList"/>
    <dgm:cxn modelId="{CC2C7503-2DF1-4C72-B59F-5BFE2FD078C3}" type="presParOf" srcId="{098F0743-6ABE-4D70-B83F-3257D400AFC7}" destId="{501E8A93-3083-4301-B757-08DA9005D673}" srcOrd="1" destOrd="0" presId="urn:microsoft.com/office/officeart/2018/2/layout/IconVerticalSolidList"/>
    <dgm:cxn modelId="{B654B322-B7B5-4CCC-8A89-F6BC4F2DD926}" type="presParOf" srcId="{098F0743-6ABE-4D70-B83F-3257D400AFC7}" destId="{29CD492B-4190-4F76-9314-4E0E869C3F39}" srcOrd="2" destOrd="0" presId="urn:microsoft.com/office/officeart/2018/2/layout/IconVerticalSolidList"/>
    <dgm:cxn modelId="{A0F78C36-6513-448D-9391-E5B185595703}" type="presParOf" srcId="{098F0743-6ABE-4D70-B83F-3257D400AFC7}" destId="{2463B8CE-A7AA-461B-9684-8B8ABC22495B}" srcOrd="3" destOrd="0" presId="urn:microsoft.com/office/officeart/2018/2/layout/IconVerticalSolidList"/>
    <dgm:cxn modelId="{A9860925-4820-4639-9E87-73C3943513BE}" type="presParOf" srcId="{0F0E4074-C685-4CD2-95CE-48775058AA0B}" destId="{D2362CB2-752C-4CDC-8683-EEF521FEB92F}" srcOrd="5" destOrd="0" presId="urn:microsoft.com/office/officeart/2018/2/layout/IconVerticalSolidList"/>
    <dgm:cxn modelId="{7B38FC65-7E47-49F0-B84C-8FAC4E40EB38}" type="presParOf" srcId="{0F0E4074-C685-4CD2-95CE-48775058AA0B}" destId="{C2D4BCE6-2950-4A25-B71C-002E9BB9E4CC}" srcOrd="6" destOrd="0" presId="urn:microsoft.com/office/officeart/2018/2/layout/IconVerticalSolidList"/>
    <dgm:cxn modelId="{6BBCF84C-4F0D-4086-9732-8423A3E5E9E9}" type="presParOf" srcId="{C2D4BCE6-2950-4A25-B71C-002E9BB9E4CC}" destId="{5D903B0A-7598-4776-8D6C-805A3C57118A}" srcOrd="0" destOrd="0" presId="urn:microsoft.com/office/officeart/2018/2/layout/IconVerticalSolidList"/>
    <dgm:cxn modelId="{0EBC2CCC-31D3-4CAD-AB94-3A3259C4E240}" type="presParOf" srcId="{C2D4BCE6-2950-4A25-B71C-002E9BB9E4CC}" destId="{98995687-1376-4136-A297-D6DB21FF3A0C}" srcOrd="1" destOrd="0" presId="urn:microsoft.com/office/officeart/2018/2/layout/IconVerticalSolidList"/>
    <dgm:cxn modelId="{496C23CB-14B1-4130-9472-3DD2BB17E612}" type="presParOf" srcId="{C2D4BCE6-2950-4A25-B71C-002E9BB9E4CC}" destId="{7E790132-ABA6-499E-9A57-D04D5B453136}" srcOrd="2" destOrd="0" presId="urn:microsoft.com/office/officeart/2018/2/layout/IconVerticalSolidList"/>
    <dgm:cxn modelId="{3B30607C-09EE-46A0-BC34-ABAB524FF34B}" type="presParOf" srcId="{C2D4BCE6-2950-4A25-B71C-002E9BB9E4CC}" destId="{7B5BC3CF-1E0D-40BF-83D4-F5E578B0C240}" srcOrd="3" destOrd="0" presId="urn:microsoft.com/office/officeart/2018/2/layout/IconVerticalSolidList"/>
    <dgm:cxn modelId="{2B39AC03-4E83-48E0-8CCE-7D7384B9A511}" type="presParOf" srcId="{0F0E4074-C685-4CD2-95CE-48775058AA0B}" destId="{E513F489-4F6D-4FBD-A29D-04BD73DDBB50}" srcOrd="7" destOrd="0" presId="urn:microsoft.com/office/officeart/2018/2/layout/IconVerticalSolidList"/>
    <dgm:cxn modelId="{5D05BCD5-536F-49D6-9902-82072784CB87}" type="presParOf" srcId="{0F0E4074-C685-4CD2-95CE-48775058AA0B}" destId="{44B03B0B-D098-4727-86C7-1D70C56621C0}" srcOrd="8" destOrd="0" presId="urn:microsoft.com/office/officeart/2018/2/layout/IconVerticalSolidList"/>
    <dgm:cxn modelId="{FCFA4241-2907-422B-8AB2-7D675D66F0E1}" type="presParOf" srcId="{44B03B0B-D098-4727-86C7-1D70C56621C0}" destId="{5EE0A660-3397-49AA-89C2-059B79B2AB60}" srcOrd="0" destOrd="0" presId="urn:microsoft.com/office/officeart/2018/2/layout/IconVerticalSolidList"/>
    <dgm:cxn modelId="{C2B66538-E38A-462D-9570-7770DA836E6F}" type="presParOf" srcId="{44B03B0B-D098-4727-86C7-1D70C56621C0}" destId="{FE3CA82C-0A69-4617-B0C3-3663C0F27BAC}" srcOrd="1" destOrd="0" presId="urn:microsoft.com/office/officeart/2018/2/layout/IconVerticalSolidList"/>
    <dgm:cxn modelId="{DC986A0A-BF89-4694-9DCA-4D9C0D459375}" type="presParOf" srcId="{44B03B0B-D098-4727-86C7-1D70C56621C0}" destId="{A564EDA5-3025-42A8-9B1B-932F50101C32}" srcOrd="2" destOrd="0" presId="urn:microsoft.com/office/officeart/2018/2/layout/IconVerticalSolidList"/>
    <dgm:cxn modelId="{DA4F2EB4-6330-4235-B7EA-6C623F1C8B1C}" type="presParOf" srcId="{44B03B0B-D098-4727-86C7-1D70C56621C0}" destId="{328F4ABF-B83E-4BFD-84EA-D077FF90AB8D}" srcOrd="3" destOrd="0" presId="urn:microsoft.com/office/officeart/2018/2/layout/IconVerticalSolidList"/>
    <dgm:cxn modelId="{C9761A28-D02F-4607-AB8A-D5FB78438CC2}" type="presParOf" srcId="{0F0E4074-C685-4CD2-95CE-48775058AA0B}" destId="{0D624201-1E39-4EE9-910C-3C7AE5769B64}" srcOrd="9" destOrd="0" presId="urn:microsoft.com/office/officeart/2018/2/layout/IconVerticalSolidList"/>
    <dgm:cxn modelId="{F269A726-C671-4090-9B07-ED537287CBD8}" type="presParOf" srcId="{0F0E4074-C685-4CD2-95CE-48775058AA0B}" destId="{53676E18-116B-4C6A-8E72-172911F46389}" srcOrd="10" destOrd="0" presId="urn:microsoft.com/office/officeart/2018/2/layout/IconVerticalSolidList"/>
    <dgm:cxn modelId="{F946073A-9C79-43D7-B5AB-F4755425D22A}" type="presParOf" srcId="{53676E18-116B-4C6A-8E72-172911F46389}" destId="{803DE65E-8059-41FC-92CA-6A8FEE430E18}" srcOrd="0" destOrd="0" presId="urn:microsoft.com/office/officeart/2018/2/layout/IconVerticalSolidList"/>
    <dgm:cxn modelId="{90D1A9D0-A947-400B-A295-B988C87AEF26}" type="presParOf" srcId="{53676E18-116B-4C6A-8E72-172911F46389}" destId="{253741EB-6986-4F9E-AFF9-5424D06EE456}" srcOrd="1" destOrd="0" presId="urn:microsoft.com/office/officeart/2018/2/layout/IconVerticalSolidList"/>
    <dgm:cxn modelId="{56A315C4-824B-4663-ADB6-A25698D2F69D}" type="presParOf" srcId="{53676E18-116B-4C6A-8E72-172911F46389}" destId="{8803DAAE-45E8-4627-B27C-35FF41A3C396}" srcOrd="2" destOrd="0" presId="urn:microsoft.com/office/officeart/2018/2/layout/IconVerticalSolidList"/>
    <dgm:cxn modelId="{A883D515-9F5A-42C6-BE30-3A1939B943E4}" type="presParOf" srcId="{53676E18-116B-4C6A-8E72-172911F46389}" destId="{32B85193-4A7C-4229-993A-965E4B82C2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250F1F-6E17-43CA-AF8A-C255018BC85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2255186-1F59-48FB-92E5-43CDFDF3D29C}">
      <dgm:prSet/>
      <dgm:spPr/>
      <dgm:t>
        <a:bodyPr/>
        <a:lstStyle/>
        <a:p>
          <a:pPr>
            <a:defRPr cap="all"/>
          </a:pPr>
          <a:r>
            <a:rPr lang="en-US"/>
            <a:t>Use of RESTful APIs for communication</a:t>
          </a:r>
        </a:p>
      </dgm:t>
    </dgm:pt>
    <dgm:pt modelId="{930081DF-CC21-435A-8CC1-3C68CA134CD3}" type="parTrans" cxnId="{24F1E6B7-DC38-4504-A055-AE66D5F57655}">
      <dgm:prSet/>
      <dgm:spPr/>
      <dgm:t>
        <a:bodyPr/>
        <a:lstStyle/>
        <a:p>
          <a:endParaRPr lang="en-US"/>
        </a:p>
      </dgm:t>
    </dgm:pt>
    <dgm:pt modelId="{0CE93556-29CB-4855-965D-7FC34CD96963}" type="sibTrans" cxnId="{24F1E6B7-DC38-4504-A055-AE66D5F57655}">
      <dgm:prSet/>
      <dgm:spPr/>
      <dgm:t>
        <a:bodyPr/>
        <a:lstStyle/>
        <a:p>
          <a:endParaRPr lang="en-US"/>
        </a:p>
      </dgm:t>
    </dgm:pt>
    <dgm:pt modelId="{FAF658DE-23A2-4D61-9FAC-4839670DEA10}">
      <dgm:prSet/>
      <dgm:spPr/>
      <dgm:t>
        <a:bodyPr/>
        <a:lstStyle/>
        <a:p>
          <a:pPr>
            <a:defRPr cap="all"/>
          </a:pPr>
          <a:r>
            <a:rPr lang="en-US"/>
            <a:t>Stateless backend design for scalability</a:t>
          </a:r>
        </a:p>
      </dgm:t>
    </dgm:pt>
    <dgm:pt modelId="{272976F4-DAD8-431D-A417-108263E38645}" type="parTrans" cxnId="{E04BC3CC-92C4-4570-AC27-57F71AC37AFD}">
      <dgm:prSet/>
      <dgm:spPr/>
      <dgm:t>
        <a:bodyPr/>
        <a:lstStyle/>
        <a:p>
          <a:endParaRPr lang="en-US"/>
        </a:p>
      </dgm:t>
    </dgm:pt>
    <dgm:pt modelId="{411DB3A5-C6E6-417E-9BA5-12BE69F883C7}" type="sibTrans" cxnId="{E04BC3CC-92C4-4570-AC27-57F71AC37AFD}">
      <dgm:prSet/>
      <dgm:spPr/>
      <dgm:t>
        <a:bodyPr/>
        <a:lstStyle/>
        <a:p>
          <a:endParaRPr lang="en-US"/>
        </a:p>
      </dgm:t>
    </dgm:pt>
    <dgm:pt modelId="{4546F071-0AFD-468E-A429-7D825FBB9458}">
      <dgm:prSet/>
      <dgm:spPr/>
      <dgm:t>
        <a:bodyPr/>
        <a:lstStyle/>
        <a:p>
          <a:pPr>
            <a:defRPr cap="all"/>
          </a:pPr>
          <a:r>
            <a:rPr lang="en-US"/>
            <a:t>Loosely coupled services for flexibility</a:t>
          </a:r>
        </a:p>
      </dgm:t>
    </dgm:pt>
    <dgm:pt modelId="{6BEA58CA-A4A3-4B5E-A05F-76C1B11AE94E}" type="parTrans" cxnId="{E784509D-250D-4706-8F1D-661A2B74C7BD}">
      <dgm:prSet/>
      <dgm:spPr/>
      <dgm:t>
        <a:bodyPr/>
        <a:lstStyle/>
        <a:p>
          <a:endParaRPr lang="en-US"/>
        </a:p>
      </dgm:t>
    </dgm:pt>
    <dgm:pt modelId="{3D8E9A6F-B9D1-4EF1-96CF-F7A7E343DD20}" type="sibTrans" cxnId="{E784509D-250D-4706-8F1D-661A2B74C7BD}">
      <dgm:prSet/>
      <dgm:spPr/>
      <dgm:t>
        <a:bodyPr/>
        <a:lstStyle/>
        <a:p>
          <a:endParaRPr lang="en-US"/>
        </a:p>
      </dgm:t>
    </dgm:pt>
    <dgm:pt modelId="{62E9A46D-9FAD-479C-939A-669FA6AA8AAF}" type="pres">
      <dgm:prSet presAssocID="{67250F1F-6E17-43CA-AF8A-C255018BC851}" presName="root" presStyleCnt="0">
        <dgm:presLayoutVars>
          <dgm:dir/>
          <dgm:resizeHandles val="exact"/>
        </dgm:presLayoutVars>
      </dgm:prSet>
      <dgm:spPr/>
    </dgm:pt>
    <dgm:pt modelId="{84FA05DD-B165-433C-85ED-D11EBC5AB390}" type="pres">
      <dgm:prSet presAssocID="{12255186-1F59-48FB-92E5-43CDFDF3D29C}" presName="compNode" presStyleCnt="0"/>
      <dgm:spPr/>
    </dgm:pt>
    <dgm:pt modelId="{93F8C5C1-065F-4D47-8CFF-27B7D72C2990}" type="pres">
      <dgm:prSet presAssocID="{12255186-1F59-48FB-92E5-43CDFDF3D29C}" presName="iconBgRect" presStyleLbl="bgShp" presStyleIdx="0" presStyleCnt="3"/>
      <dgm:spPr/>
    </dgm:pt>
    <dgm:pt modelId="{B45B7437-AB13-481C-AAFD-391123A6865C}" type="pres">
      <dgm:prSet presAssocID="{12255186-1F59-48FB-92E5-43CDFDF3D2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4367B73-3091-4AFC-B069-2FEFF3AE111B}" type="pres">
      <dgm:prSet presAssocID="{12255186-1F59-48FB-92E5-43CDFDF3D29C}" presName="spaceRect" presStyleCnt="0"/>
      <dgm:spPr/>
    </dgm:pt>
    <dgm:pt modelId="{4B743A03-DC0E-456E-BD29-308E5F69DD09}" type="pres">
      <dgm:prSet presAssocID="{12255186-1F59-48FB-92E5-43CDFDF3D29C}" presName="textRect" presStyleLbl="revTx" presStyleIdx="0" presStyleCnt="3">
        <dgm:presLayoutVars>
          <dgm:chMax val="1"/>
          <dgm:chPref val="1"/>
        </dgm:presLayoutVars>
      </dgm:prSet>
      <dgm:spPr/>
    </dgm:pt>
    <dgm:pt modelId="{E0F6F527-B5A5-477A-B615-10D14843098A}" type="pres">
      <dgm:prSet presAssocID="{0CE93556-29CB-4855-965D-7FC34CD96963}" presName="sibTrans" presStyleCnt="0"/>
      <dgm:spPr/>
    </dgm:pt>
    <dgm:pt modelId="{6F095DA5-AA3C-4B4A-AFDB-C348CE186A11}" type="pres">
      <dgm:prSet presAssocID="{FAF658DE-23A2-4D61-9FAC-4839670DEA10}" presName="compNode" presStyleCnt="0"/>
      <dgm:spPr/>
    </dgm:pt>
    <dgm:pt modelId="{2938D564-26A6-4CCF-BB0A-92A975AC4810}" type="pres">
      <dgm:prSet presAssocID="{FAF658DE-23A2-4D61-9FAC-4839670DEA10}" presName="iconBgRect" presStyleLbl="bgShp" presStyleIdx="1" presStyleCnt="3"/>
      <dgm:spPr/>
    </dgm:pt>
    <dgm:pt modelId="{51716590-FDE0-4017-9F11-5B1A710EBD22}" type="pres">
      <dgm:prSet presAssocID="{FAF658DE-23A2-4D61-9FAC-4839670DEA1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E64BEA0-F3B6-4C40-A969-D7C44AFAC7EE}" type="pres">
      <dgm:prSet presAssocID="{FAF658DE-23A2-4D61-9FAC-4839670DEA10}" presName="spaceRect" presStyleCnt="0"/>
      <dgm:spPr/>
    </dgm:pt>
    <dgm:pt modelId="{D70D1672-B03E-40F1-A01E-AD0382558EE1}" type="pres">
      <dgm:prSet presAssocID="{FAF658DE-23A2-4D61-9FAC-4839670DEA10}" presName="textRect" presStyleLbl="revTx" presStyleIdx="1" presStyleCnt="3">
        <dgm:presLayoutVars>
          <dgm:chMax val="1"/>
          <dgm:chPref val="1"/>
        </dgm:presLayoutVars>
      </dgm:prSet>
      <dgm:spPr/>
    </dgm:pt>
    <dgm:pt modelId="{DD8FF14F-6ABF-452D-9A79-F38DE8229916}" type="pres">
      <dgm:prSet presAssocID="{411DB3A5-C6E6-417E-9BA5-12BE69F883C7}" presName="sibTrans" presStyleCnt="0"/>
      <dgm:spPr/>
    </dgm:pt>
    <dgm:pt modelId="{FDA58A2D-B36E-433F-A3F1-6319D4E3A185}" type="pres">
      <dgm:prSet presAssocID="{4546F071-0AFD-468E-A429-7D825FBB9458}" presName="compNode" presStyleCnt="0"/>
      <dgm:spPr/>
    </dgm:pt>
    <dgm:pt modelId="{4B8DF2B2-13AF-4DB8-BF4B-99097A8E9129}" type="pres">
      <dgm:prSet presAssocID="{4546F071-0AFD-468E-A429-7D825FBB9458}" presName="iconBgRect" presStyleLbl="bgShp" presStyleIdx="2" presStyleCnt="3"/>
      <dgm:spPr/>
    </dgm:pt>
    <dgm:pt modelId="{00329335-5B7B-4260-B3D4-A7CC4E86AFB3}" type="pres">
      <dgm:prSet presAssocID="{4546F071-0AFD-468E-A429-7D825FBB945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9788EAE-6F68-40FA-B797-672ECFC74C0D}" type="pres">
      <dgm:prSet presAssocID="{4546F071-0AFD-468E-A429-7D825FBB9458}" presName="spaceRect" presStyleCnt="0"/>
      <dgm:spPr/>
    </dgm:pt>
    <dgm:pt modelId="{D05D21E0-DE32-4A8C-904B-5EF0E0E449BC}" type="pres">
      <dgm:prSet presAssocID="{4546F071-0AFD-468E-A429-7D825FBB945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A12300-D80C-4DCF-90C7-15D894BAC8B8}" type="presOf" srcId="{4546F071-0AFD-468E-A429-7D825FBB9458}" destId="{D05D21E0-DE32-4A8C-904B-5EF0E0E449BC}" srcOrd="0" destOrd="0" presId="urn:microsoft.com/office/officeart/2018/5/layout/IconCircleLabelList"/>
    <dgm:cxn modelId="{BEB2C93F-378A-4989-A2FF-E5E19C628BC3}" type="presOf" srcId="{12255186-1F59-48FB-92E5-43CDFDF3D29C}" destId="{4B743A03-DC0E-456E-BD29-308E5F69DD09}" srcOrd="0" destOrd="0" presId="urn:microsoft.com/office/officeart/2018/5/layout/IconCircleLabelList"/>
    <dgm:cxn modelId="{7A0E7649-2279-41D6-8942-C51450FFE41F}" type="presOf" srcId="{FAF658DE-23A2-4D61-9FAC-4839670DEA10}" destId="{D70D1672-B03E-40F1-A01E-AD0382558EE1}" srcOrd="0" destOrd="0" presId="urn:microsoft.com/office/officeart/2018/5/layout/IconCircleLabelList"/>
    <dgm:cxn modelId="{9463DA54-DF9F-4ACA-A40D-AC9BF114DFDE}" type="presOf" srcId="{67250F1F-6E17-43CA-AF8A-C255018BC851}" destId="{62E9A46D-9FAD-479C-939A-669FA6AA8AAF}" srcOrd="0" destOrd="0" presId="urn:microsoft.com/office/officeart/2018/5/layout/IconCircleLabelList"/>
    <dgm:cxn modelId="{E784509D-250D-4706-8F1D-661A2B74C7BD}" srcId="{67250F1F-6E17-43CA-AF8A-C255018BC851}" destId="{4546F071-0AFD-468E-A429-7D825FBB9458}" srcOrd="2" destOrd="0" parTransId="{6BEA58CA-A4A3-4B5E-A05F-76C1B11AE94E}" sibTransId="{3D8E9A6F-B9D1-4EF1-96CF-F7A7E343DD20}"/>
    <dgm:cxn modelId="{24F1E6B7-DC38-4504-A055-AE66D5F57655}" srcId="{67250F1F-6E17-43CA-AF8A-C255018BC851}" destId="{12255186-1F59-48FB-92E5-43CDFDF3D29C}" srcOrd="0" destOrd="0" parTransId="{930081DF-CC21-435A-8CC1-3C68CA134CD3}" sibTransId="{0CE93556-29CB-4855-965D-7FC34CD96963}"/>
    <dgm:cxn modelId="{E04BC3CC-92C4-4570-AC27-57F71AC37AFD}" srcId="{67250F1F-6E17-43CA-AF8A-C255018BC851}" destId="{FAF658DE-23A2-4D61-9FAC-4839670DEA10}" srcOrd="1" destOrd="0" parTransId="{272976F4-DAD8-431D-A417-108263E38645}" sibTransId="{411DB3A5-C6E6-417E-9BA5-12BE69F883C7}"/>
    <dgm:cxn modelId="{4901C2F0-1698-428D-8A62-2A69411C5F45}" type="presParOf" srcId="{62E9A46D-9FAD-479C-939A-669FA6AA8AAF}" destId="{84FA05DD-B165-433C-85ED-D11EBC5AB390}" srcOrd="0" destOrd="0" presId="urn:microsoft.com/office/officeart/2018/5/layout/IconCircleLabelList"/>
    <dgm:cxn modelId="{3086C850-6DB4-4B27-9C7D-C3CBFDD51756}" type="presParOf" srcId="{84FA05DD-B165-433C-85ED-D11EBC5AB390}" destId="{93F8C5C1-065F-4D47-8CFF-27B7D72C2990}" srcOrd="0" destOrd="0" presId="urn:microsoft.com/office/officeart/2018/5/layout/IconCircleLabelList"/>
    <dgm:cxn modelId="{EA6EDC4D-B08D-4B62-BC66-10439644AB79}" type="presParOf" srcId="{84FA05DD-B165-433C-85ED-D11EBC5AB390}" destId="{B45B7437-AB13-481C-AAFD-391123A6865C}" srcOrd="1" destOrd="0" presId="urn:microsoft.com/office/officeart/2018/5/layout/IconCircleLabelList"/>
    <dgm:cxn modelId="{701C228E-0A18-48B5-B2B7-5BC4B8F3D8C3}" type="presParOf" srcId="{84FA05DD-B165-433C-85ED-D11EBC5AB390}" destId="{44367B73-3091-4AFC-B069-2FEFF3AE111B}" srcOrd="2" destOrd="0" presId="urn:microsoft.com/office/officeart/2018/5/layout/IconCircleLabelList"/>
    <dgm:cxn modelId="{85D9D6C6-7E72-44C1-88F8-C5D09F9BCAA9}" type="presParOf" srcId="{84FA05DD-B165-433C-85ED-D11EBC5AB390}" destId="{4B743A03-DC0E-456E-BD29-308E5F69DD09}" srcOrd="3" destOrd="0" presId="urn:microsoft.com/office/officeart/2018/5/layout/IconCircleLabelList"/>
    <dgm:cxn modelId="{53613A9E-0C32-44F7-9B35-97A16511E354}" type="presParOf" srcId="{62E9A46D-9FAD-479C-939A-669FA6AA8AAF}" destId="{E0F6F527-B5A5-477A-B615-10D14843098A}" srcOrd="1" destOrd="0" presId="urn:microsoft.com/office/officeart/2018/5/layout/IconCircleLabelList"/>
    <dgm:cxn modelId="{172B6EDB-20FA-4DA6-AABA-91E6EBC52BC4}" type="presParOf" srcId="{62E9A46D-9FAD-479C-939A-669FA6AA8AAF}" destId="{6F095DA5-AA3C-4B4A-AFDB-C348CE186A11}" srcOrd="2" destOrd="0" presId="urn:microsoft.com/office/officeart/2018/5/layout/IconCircleLabelList"/>
    <dgm:cxn modelId="{106D99B2-7576-47F5-8C39-F10281DB1329}" type="presParOf" srcId="{6F095DA5-AA3C-4B4A-AFDB-C348CE186A11}" destId="{2938D564-26A6-4CCF-BB0A-92A975AC4810}" srcOrd="0" destOrd="0" presId="urn:microsoft.com/office/officeart/2018/5/layout/IconCircleLabelList"/>
    <dgm:cxn modelId="{0CE7F25D-6206-4DF4-8FCE-BC1778E9093C}" type="presParOf" srcId="{6F095DA5-AA3C-4B4A-AFDB-C348CE186A11}" destId="{51716590-FDE0-4017-9F11-5B1A710EBD22}" srcOrd="1" destOrd="0" presId="urn:microsoft.com/office/officeart/2018/5/layout/IconCircleLabelList"/>
    <dgm:cxn modelId="{B2E1F56D-ECE6-4535-88C3-FA4431529E2A}" type="presParOf" srcId="{6F095DA5-AA3C-4B4A-AFDB-C348CE186A11}" destId="{FE64BEA0-F3B6-4C40-A969-D7C44AFAC7EE}" srcOrd="2" destOrd="0" presId="urn:microsoft.com/office/officeart/2018/5/layout/IconCircleLabelList"/>
    <dgm:cxn modelId="{CC54082B-62A3-4B74-81AF-8792AA0B58F4}" type="presParOf" srcId="{6F095DA5-AA3C-4B4A-AFDB-C348CE186A11}" destId="{D70D1672-B03E-40F1-A01E-AD0382558EE1}" srcOrd="3" destOrd="0" presId="urn:microsoft.com/office/officeart/2018/5/layout/IconCircleLabelList"/>
    <dgm:cxn modelId="{4DEF56D8-BBD3-4B1F-AD41-03399CD12AE3}" type="presParOf" srcId="{62E9A46D-9FAD-479C-939A-669FA6AA8AAF}" destId="{DD8FF14F-6ABF-452D-9A79-F38DE8229916}" srcOrd="3" destOrd="0" presId="urn:microsoft.com/office/officeart/2018/5/layout/IconCircleLabelList"/>
    <dgm:cxn modelId="{D57D202F-19FF-4E4D-8ACD-5F8BC539F30A}" type="presParOf" srcId="{62E9A46D-9FAD-479C-939A-669FA6AA8AAF}" destId="{FDA58A2D-B36E-433F-A3F1-6319D4E3A185}" srcOrd="4" destOrd="0" presId="urn:microsoft.com/office/officeart/2018/5/layout/IconCircleLabelList"/>
    <dgm:cxn modelId="{7847339D-D414-4BEF-95B0-AF6E531D30FB}" type="presParOf" srcId="{FDA58A2D-B36E-433F-A3F1-6319D4E3A185}" destId="{4B8DF2B2-13AF-4DB8-BF4B-99097A8E9129}" srcOrd="0" destOrd="0" presId="urn:microsoft.com/office/officeart/2018/5/layout/IconCircleLabelList"/>
    <dgm:cxn modelId="{DFDEBC41-C509-4F00-95E6-4526ED922D95}" type="presParOf" srcId="{FDA58A2D-B36E-433F-A3F1-6319D4E3A185}" destId="{00329335-5B7B-4260-B3D4-A7CC4E86AFB3}" srcOrd="1" destOrd="0" presId="urn:microsoft.com/office/officeart/2018/5/layout/IconCircleLabelList"/>
    <dgm:cxn modelId="{E7B353D4-D93E-4E0C-9911-E651E98091B5}" type="presParOf" srcId="{FDA58A2D-B36E-433F-A3F1-6319D4E3A185}" destId="{59788EAE-6F68-40FA-B797-672ECFC74C0D}" srcOrd="2" destOrd="0" presId="urn:microsoft.com/office/officeart/2018/5/layout/IconCircleLabelList"/>
    <dgm:cxn modelId="{154B910C-CFE7-44A3-9B34-8D8994B3D530}" type="presParOf" srcId="{FDA58A2D-B36E-433F-A3F1-6319D4E3A185}" destId="{D05D21E0-DE32-4A8C-904B-5EF0E0E449B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53B016-6F9F-43B7-9A80-EDE9D370F6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777D9F7-7B3C-4963-AD32-1D2760D68615}">
      <dgm:prSet/>
      <dgm:spPr/>
      <dgm:t>
        <a:bodyPr/>
        <a:lstStyle/>
        <a:p>
          <a:r>
            <a:rPr lang="en-US"/>
            <a:t>Cloud deployment enables horizontal scaling</a:t>
          </a:r>
        </a:p>
      </dgm:t>
    </dgm:pt>
    <dgm:pt modelId="{A1B7585B-DE27-4727-B6B9-8A54C0008C81}" type="parTrans" cxnId="{F4A05675-999B-4D5F-B144-12E1D0B21E2C}">
      <dgm:prSet/>
      <dgm:spPr/>
      <dgm:t>
        <a:bodyPr/>
        <a:lstStyle/>
        <a:p>
          <a:endParaRPr lang="en-US"/>
        </a:p>
      </dgm:t>
    </dgm:pt>
    <dgm:pt modelId="{2E2BFD37-5C72-43FD-9F82-55D835276821}" type="sibTrans" cxnId="{F4A05675-999B-4D5F-B144-12E1D0B21E2C}">
      <dgm:prSet/>
      <dgm:spPr/>
      <dgm:t>
        <a:bodyPr/>
        <a:lstStyle/>
        <a:p>
          <a:endParaRPr lang="en-US"/>
        </a:p>
      </dgm:t>
    </dgm:pt>
    <dgm:pt modelId="{727D1449-4F10-43A0-9D54-82CE3133331E}">
      <dgm:prSet/>
      <dgm:spPr/>
      <dgm:t>
        <a:bodyPr/>
        <a:lstStyle/>
        <a:p>
          <a:r>
            <a:rPr lang="en-US"/>
            <a:t>Each service can scale independently</a:t>
          </a:r>
        </a:p>
      </dgm:t>
    </dgm:pt>
    <dgm:pt modelId="{BC642B2E-6F06-49D0-8DFA-0D6B869E15D5}" type="parTrans" cxnId="{DFC34BE7-6552-4C68-BE75-570F26AC4488}">
      <dgm:prSet/>
      <dgm:spPr/>
      <dgm:t>
        <a:bodyPr/>
        <a:lstStyle/>
        <a:p>
          <a:endParaRPr lang="en-US"/>
        </a:p>
      </dgm:t>
    </dgm:pt>
    <dgm:pt modelId="{DD1B76B3-C592-4EA9-9FA7-117FD16D3B68}" type="sibTrans" cxnId="{DFC34BE7-6552-4C68-BE75-570F26AC4488}">
      <dgm:prSet/>
      <dgm:spPr/>
      <dgm:t>
        <a:bodyPr/>
        <a:lstStyle/>
        <a:p>
          <a:endParaRPr lang="en-US"/>
        </a:p>
      </dgm:t>
    </dgm:pt>
    <dgm:pt modelId="{21E04E01-631F-4B50-A000-3F2B58C8933F}">
      <dgm:prSet/>
      <dgm:spPr/>
      <dgm:t>
        <a:bodyPr/>
        <a:lstStyle/>
        <a:p>
          <a:r>
            <a:rPr lang="en-US"/>
            <a:t>Supports multiple concurrent users</a:t>
          </a:r>
        </a:p>
      </dgm:t>
    </dgm:pt>
    <dgm:pt modelId="{FA9C744C-F07A-463C-B156-5AB22C123BA7}" type="parTrans" cxnId="{35261294-41D2-423E-B1B6-E68A33C95BCE}">
      <dgm:prSet/>
      <dgm:spPr/>
      <dgm:t>
        <a:bodyPr/>
        <a:lstStyle/>
        <a:p>
          <a:endParaRPr lang="en-US"/>
        </a:p>
      </dgm:t>
    </dgm:pt>
    <dgm:pt modelId="{0785A43F-E51D-414F-9101-8CCF02715C74}" type="sibTrans" cxnId="{35261294-41D2-423E-B1B6-E68A33C95BCE}">
      <dgm:prSet/>
      <dgm:spPr/>
      <dgm:t>
        <a:bodyPr/>
        <a:lstStyle/>
        <a:p>
          <a:endParaRPr lang="en-US"/>
        </a:p>
      </dgm:t>
    </dgm:pt>
    <dgm:pt modelId="{7D42942E-D6F9-43E3-9495-E29B4B3BC10B}" type="pres">
      <dgm:prSet presAssocID="{D553B016-6F9F-43B7-9A80-EDE9D370F69A}" presName="root" presStyleCnt="0">
        <dgm:presLayoutVars>
          <dgm:dir/>
          <dgm:resizeHandles val="exact"/>
        </dgm:presLayoutVars>
      </dgm:prSet>
      <dgm:spPr/>
    </dgm:pt>
    <dgm:pt modelId="{164F7AF3-1A84-4F52-9D49-C926778F8AFB}" type="pres">
      <dgm:prSet presAssocID="{8777D9F7-7B3C-4963-AD32-1D2760D68615}" presName="compNode" presStyleCnt="0"/>
      <dgm:spPr/>
    </dgm:pt>
    <dgm:pt modelId="{C188757B-9418-4B9A-B4EA-93F7A581F4D9}" type="pres">
      <dgm:prSet presAssocID="{8777D9F7-7B3C-4963-AD32-1D2760D6861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63CA18B0-C20A-4CC3-86F7-656B7B479D82}" type="pres">
      <dgm:prSet presAssocID="{8777D9F7-7B3C-4963-AD32-1D2760D68615}" presName="spaceRect" presStyleCnt="0"/>
      <dgm:spPr/>
    </dgm:pt>
    <dgm:pt modelId="{08E1A6C3-DF91-44DF-9923-DF9B172069B6}" type="pres">
      <dgm:prSet presAssocID="{8777D9F7-7B3C-4963-AD32-1D2760D68615}" presName="textRect" presStyleLbl="revTx" presStyleIdx="0" presStyleCnt="3">
        <dgm:presLayoutVars>
          <dgm:chMax val="1"/>
          <dgm:chPref val="1"/>
        </dgm:presLayoutVars>
      </dgm:prSet>
      <dgm:spPr/>
    </dgm:pt>
    <dgm:pt modelId="{5CC259D8-63BA-4AF3-987D-E68A9AC19819}" type="pres">
      <dgm:prSet presAssocID="{2E2BFD37-5C72-43FD-9F82-55D835276821}" presName="sibTrans" presStyleCnt="0"/>
      <dgm:spPr/>
    </dgm:pt>
    <dgm:pt modelId="{7CC51509-70D5-479C-A899-F99BBE1ABBB8}" type="pres">
      <dgm:prSet presAssocID="{727D1449-4F10-43A0-9D54-82CE3133331E}" presName="compNode" presStyleCnt="0"/>
      <dgm:spPr/>
    </dgm:pt>
    <dgm:pt modelId="{DA68A2B9-805B-4B39-8A1A-6F1D1056076B}" type="pres">
      <dgm:prSet presAssocID="{727D1449-4F10-43A0-9D54-82CE3133331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2C5EF62-68BC-4668-BE5D-3B7D99222DB0}" type="pres">
      <dgm:prSet presAssocID="{727D1449-4F10-43A0-9D54-82CE3133331E}" presName="spaceRect" presStyleCnt="0"/>
      <dgm:spPr/>
    </dgm:pt>
    <dgm:pt modelId="{1009DEEA-94E1-44CA-AA71-F9F5CBEA9048}" type="pres">
      <dgm:prSet presAssocID="{727D1449-4F10-43A0-9D54-82CE3133331E}" presName="textRect" presStyleLbl="revTx" presStyleIdx="1" presStyleCnt="3">
        <dgm:presLayoutVars>
          <dgm:chMax val="1"/>
          <dgm:chPref val="1"/>
        </dgm:presLayoutVars>
      </dgm:prSet>
      <dgm:spPr/>
    </dgm:pt>
    <dgm:pt modelId="{BE102535-CC5A-4B72-AC54-BFBC8F194C6C}" type="pres">
      <dgm:prSet presAssocID="{DD1B76B3-C592-4EA9-9FA7-117FD16D3B68}" presName="sibTrans" presStyleCnt="0"/>
      <dgm:spPr/>
    </dgm:pt>
    <dgm:pt modelId="{3ED717A2-CC81-48F2-90D1-332ABE296F3E}" type="pres">
      <dgm:prSet presAssocID="{21E04E01-631F-4B50-A000-3F2B58C8933F}" presName="compNode" presStyleCnt="0"/>
      <dgm:spPr/>
    </dgm:pt>
    <dgm:pt modelId="{1ABF6566-F9CB-4BD2-BA35-BB1CE300E38C}" type="pres">
      <dgm:prSet presAssocID="{21E04E01-631F-4B50-A000-3F2B58C8933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4111EEF-FDEF-4EFE-9438-30CEA7C18EA4}" type="pres">
      <dgm:prSet presAssocID="{21E04E01-631F-4B50-A000-3F2B58C8933F}" presName="spaceRect" presStyleCnt="0"/>
      <dgm:spPr/>
    </dgm:pt>
    <dgm:pt modelId="{20A0B789-EC2A-498E-B10D-57DE4A5468E1}" type="pres">
      <dgm:prSet presAssocID="{21E04E01-631F-4B50-A000-3F2B58C8933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D052032-65E4-4C2B-B44A-CBA576182A76}" type="presOf" srcId="{727D1449-4F10-43A0-9D54-82CE3133331E}" destId="{1009DEEA-94E1-44CA-AA71-F9F5CBEA9048}" srcOrd="0" destOrd="0" presId="urn:microsoft.com/office/officeart/2018/2/layout/IconLabelList"/>
    <dgm:cxn modelId="{9312FB51-08F7-4EE9-9A67-7EA288924F1B}" type="presOf" srcId="{21E04E01-631F-4B50-A000-3F2B58C8933F}" destId="{20A0B789-EC2A-498E-B10D-57DE4A5468E1}" srcOrd="0" destOrd="0" presId="urn:microsoft.com/office/officeart/2018/2/layout/IconLabelList"/>
    <dgm:cxn modelId="{F4A05675-999B-4D5F-B144-12E1D0B21E2C}" srcId="{D553B016-6F9F-43B7-9A80-EDE9D370F69A}" destId="{8777D9F7-7B3C-4963-AD32-1D2760D68615}" srcOrd="0" destOrd="0" parTransId="{A1B7585B-DE27-4727-B6B9-8A54C0008C81}" sibTransId="{2E2BFD37-5C72-43FD-9F82-55D835276821}"/>
    <dgm:cxn modelId="{4FCE6158-AA0E-4105-93A8-1844A13E2493}" type="presOf" srcId="{D553B016-6F9F-43B7-9A80-EDE9D370F69A}" destId="{7D42942E-D6F9-43E3-9495-E29B4B3BC10B}" srcOrd="0" destOrd="0" presId="urn:microsoft.com/office/officeart/2018/2/layout/IconLabelList"/>
    <dgm:cxn modelId="{E0761884-6781-4ACA-B19D-F33ED8134E91}" type="presOf" srcId="{8777D9F7-7B3C-4963-AD32-1D2760D68615}" destId="{08E1A6C3-DF91-44DF-9923-DF9B172069B6}" srcOrd="0" destOrd="0" presId="urn:microsoft.com/office/officeart/2018/2/layout/IconLabelList"/>
    <dgm:cxn modelId="{35261294-41D2-423E-B1B6-E68A33C95BCE}" srcId="{D553B016-6F9F-43B7-9A80-EDE9D370F69A}" destId="{21E04E01-631F-4B50-A000-3F2B58C8933F}" srcOrd="2" destOrd="0" parTransId="{FA9C744C-F07A-463C-B156-5AB22C123BA7}" sibTransId="{0785A43F-E51D-414F-9101-8CCF02715C74}"/>
    <dgm:cxn modelId="{DFC34BE7-6552-4C68-BE75-570F26AC4488}" srcId="{D553B016-6F9F-43B7-9A80-EDE9D370F69A}" destId="{727D1449-4F10-43A0-9D54-82CE3133331E}" srcOrd="1" destOrd="0" parTransId="{BC642B2E-6F06-49D0-8DFA-0D6B869E15D5}" sibTransId="{DD1B76B3-C592-4EA9-9FA7-117FD16D3B68}"/>
    <dgm:cxn modelId="{9E9E59F1-6FC9-443D-A2CB-852E70741636}" type="presParOf" srcId="{7D42942E-D6F9-43E3-9495-E29B4B3BC10B}" destId="{164F7AF3-1A84-4F52-9D49-C926778F8AFB}" srcOrd="0" destOrd="0" presId="urn:microsoft.com/office/officeart/2018/2/layout/IconLabelList"/>
    <dgm:cxn modelId="{A32705C0-5AB7-4B88-95DA-79F36B8A12B4}" type="presParOf" srcId="{164F7AF3-1A84-4F52-9D49-C926778F8AFB}" destId="{C188757B-9418-4B9A-B4EA-93F7A581F4D9}" srcOrd="0" destOrd="0" presId="urn:microsoft.com/office/officeart/2018/2/layout/IconLabelList"/>
    <dgm:cxn modelId="{F10A7127-BC5C-4ECC-B3D4-D7FC56E50A51}" type="presParOf" srcId="{164F7AF3-1A84-4F52-9D49-C926778F8AFB}" destId="{63CA18B0-C20A-4CC3-86F7-656B7B479D82}" srcOrd="1" destOrd="0" presId="urn:microsoft.com/office/officeart/2018/2/layout/IconLabelList"/>
    <dgm:cxn modelId="{F2D037A8-CF6F-4665-80F6-2EA8905812A2}" type="presParOf" srcId="{164F7AF3-1A84-4F52-9D49-C926778F8AFB}" destId="{08E1A6C3-DF91-44DF-9923-DF9B172069B6}" srcOrd="2" destOrd="0" presId="urn:microsoft.com/office/officeart/2018/2/layout/IconLabelList"/>
    <dgm:cxn modelId="{7B7449E0-D393-4811-A7EB-6303493A93C6}" type="presParOf" srcId="{7D42942E-D6F9-43E3-9495-E29B4B3BC10B}" destId="{5CC259D8-63BA-4AF3-987D-E68A9AC19819}" srcOrd="1" destOrd="0" presId="urn:microsoft.com/office/officeart/2018/2/layout/IconLabelList"/>
    <dgm:cxn modelId="{2B53757E-6505-41C8-A7B6-232EB6342B12}" type="presParOf" srcId="{7D42942E-D6F9-43E3-9495-E29B4B3BC10B}" destId="{7CC51509-70D5-479C-A899-F99BBE1ABBB8}" srcOrd="2" destOrd="0" presId="urn:microsoft.com/office/officeart/2018/2/layout/IconLabelList"/>
    <dgm:cxn modelId="{45227D7C-2617-4EAB-9F19-4EB508C45867}" type="presParOf" srcId="{7CC51509-70D5-479C-A899-F99BBE1ABBB8}" destId="{DA68A2B9-805B-4B39-8A1A-6F1D1056076B}" srcOrd="0" destOrd="0" presId="urn:microsoft.com/office/officeart/2018/2/layout/IconLabelList"/>
    <dgm:cxn modelId="{BC8ACB76-B7BB-48A0-88E3-F0EF8A294FE2}" type="presParOf" srcId="{7CC51509-70D5-479C-A899-F99BBE1ABBB8}" destId="{72C5EF62-68BC-4668-BE5D-3B7D99222DB0}" srcOrd="1" destOrd="0" presId="urn:microsoft.com/office/officeart/2018/2/layout/IconLabelList"/>
    <dgm:cxn modelId="{37C2A3E6-7770-4A66-BE0A-0DB39A45773D}" type="presParOf" srcId="{7CC51509-70D5-479C-A899-F99BBE1ABBB8}" destId="{1009DEEA-94E1-44CA-AA71-F9F5CBEA9048}" srcOrd="2" destOrd="0" presId="urn:microsoft.com/office/officeart/2018/2/layout/IconLabelList"/>
    <dgm:cxn modelId="{5F8250F4-8A11-4D47-A8BE-A1D426E19AD1}" type="presParOf" srcId="{7D42942E-D6F9-43E3-9495-E29B4B3BC10B}" destId="{BE102535-CC5A-4B72-AC54-BFBC8F194C6C}" srcOrd="3" destOrd="0" presId="urn:microsoft.com/office/officeart/2018/2/layout/IconLabelList"/>
    <dgm:cxn modelId="{91FB367D-0E25-4524-906F-8F3324FDB22E}" type="presParOf" srcId="{7D42942E-D6F9-43E3-9495-E29B4B3BC10B}" destId="{3ED717A2-CC81-48F2-90D1-332ABE296F3E}" srcOrd="4" destOrd="0" presId="urn:microsoft.com/office/officeart/2018/2/layout/IconLabelList"/>
    <dgm:cxn modelId="{5851B5EB-A138-4377-BB1E-CF51209DE843}" type="presParOf" srcId="{3ED717A2-CC81-48F2-90D1-332ABE296F3E}" destId="{1ABF6566-F9CB-4BD2-BA35-BB1CE300E38C}" srcOrd="0" destOrd="0" presId="urn:microsoft.com/office/officeart/2018/2/layout/IconLabelList"/>
    <dgm:cxn modelId="{55842052-FBA8-45E2-9D8D-59C03ABA1348}" type="presParOf" srcId="{3ED717A2-CC81-48F2-90D1-332ABE296F3E}" destId="{A4111EEF-FDEF-4EFE-9438-30CEA7C18EA4}" srcOrd="1" destOrd="0" presId="urn:microsoft.com/office/officeart/2018/2/layout/IconLabelList"/>
    <dgm:cxn modelId="{C004E867-63C1-4962-883F-2E448FB8E4D9}" type="presParOf" srcId="{3ED717A2-CC81-48F2-90D1-332ABE296F3E}" destId="{20A0B789-EC2A-498E-B10D-57DE4A5468E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C6A09F-99B9-48A2-9837-6C1DCA057A4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B82F4BA-5E76-4C28-A264-A209086AF2CB}">
      <dgm:prSet/>
      <dgm:spPr/>
      <dgm:t>
        <a:bodyPr/>
        <a:lstStyle/>
        <a:p>
          <a:pPr>
            <a:defRPr cap="all"/>
          </a:pPr>
          <a:r>
            <a:rPr lang="en-US"/>
            <a:t>Frontend: User interface for managing vehicles</a:t>
          </a:r>
        </a:p>
      </dgm:t>
    </dgm:pt>
    <dgm:pt modelId="{33C25780-900E-4D39-A6BF-16EF08A5B50D}" type="parTrans" cxnId="{9B8A6C42-FE4D-4CEE-8A6E-F4E68F24AF68}">
      <dgm:prSet/>
      <dgm:spPr/>
      <dgm:t>
        <a:bodyPr/>
        <a:lstStyle/>
        <a:p>
          <a:endParaRPr lang="en-US"/>
        </a:p>
      </dgm:t>
    </dgm:pt>
    <dgm:pt modelId="{B5B8C980-0F4B-45FB-BE73-B69F52AC5331}" type="sibTrans" cxnId="{9B8A6C42-FE4D-4CEE-8A6E-F4E68F24AF68}">
      <dgm:prSet/>
      <dgm:spPr/>
      <dgm:t>
        <a:bodyPr/>
        <a:lstStyle/>
        <a:p>
          <a:endParaRPr lang="en-US"/>
        </a:p>
      </dgm:t>
    </dgm:pt>
    <dgm:pt modelId="{BFC2E423-0EBF-44B8-B01D-203F0FFCF7B1}">
      <dgm:prSet/>
      <dgm:spPr/>
      <dgm:t>
        <a:bodyPr/>
        <a:lstStyle/>
        <a:p>
          <a:pPr>
            <a:defRPr cap="all"/>
          </a:pPr>
          <a:r>
            <a:rPr lang="en-US"/>
            <a:t>Backend: Handles logic, API calls, and data processing</a:t>
          </a:r>
        </a:p>
      </dgm:t>
    </dgm:pt>
    <dgm:pt modelId="{987F3AF6-2F42-4FD5-AE0C-4026485C6895}" type="parTrans" cxnId="{99373068-7C9B-424F-AE82-CC175E5ED323}">
      <dgm:prSet/>
      <dgm:spPr/>
      <dgm:t>
        <a:bodyPr/>
        <a:lstStyle/>
        <a:p>
          <a:endParaRPr lang="en-US"/>
        </a:p>
      </dgm:t>
    </dgm:pt>
    <dgm:pt modelId="{AEF022EB-8DA2-43C2-BD52-89B78C993A64}" type="sibTrans" cxnId="{99373068-7C9B-424F-AE82-CC175E5ED323}">
      <dgm:prSet/>
      <dgm:spPr/>
      <dgm:t>
        <a:bodyPr/>
        <a:lstStyle/>
        <a:p>
          <a:endParaRPr lang="en-US"/>
        </a:p>
      </dgm:t>
    </dgm:pt>
    <dgm:pt modelId="{B1358790-5721-4B25-BD33-11A3573BC5C6}">
      <dgm:prSet/>
      <dgm:spPr/>
      <dgm:t>
        <a:bodyPr/>
        <a:lstStyle/>
        <a:p>
          <a:pPr>
            <a:defRPr cap="all"/>
          </a:pPr>
          <a:r>
            <a:rPr lang="en-US"/>
            <a:t>Communication via HTTP requests</a:t>
          </a:r>
        </a:p>
      </dgm:t>
    </dgm:pt>
    <dgm:pt modelId="{BA900791-49AA-4E0C-B11E-B179C6DA34B1}" type="parTrans" cxnId="{F720728E-BA93-4137-9925-1C6FC154A63D}">
      <dgm:prSet/>
      <dgm:spPr/>
      <dgm:t>
        <a:bodyPr/>
        <a:lstStyle/>
        <a:p>
          <a:endParaRPr lang="en-US"/>
        </a:p>
      </dgm:t>
    </dgm:pt>
    <dgm:pt modelId="{A137F890-7F76-47EF-A610-4ACAEC112045}" type="sibTrans" cxnId="{F720728E-BA93-4137-9925-1C6FC154A63D}">
      <dgm:prSet/>
      <dgm:spPr/>
      <dgm:t>
        <a:bodyPr/>
        <a:lstStyle/>
        <a:p>
          <a:endParaRPr lang="en-US"/>
        </a:p>
      </dgm:t>
    </dgm:pt>
    <dgm:pt modelId="{4CD79A67-A7EE-43A2-A3BE-8FDFB3FD1888}" type="pres">
      <dgm:prSet presAssocID="{65C6A09F-99B9-48A2-9837-6C1DCA057A40}" presName="root" presStyleCnt="0">
        <dgm:presLayoutVars>
          <dgm:dir/>
          <dgm:resizeHandles val="exact"/>
        </dgm:presLayoutVars>
      </dgm:prSet>
      <dgm:spPr/>
    </dgm:pt>
    <dgm:pt modelId="{DB2B4AF7-5D5A-4E9E-B74A-1661D409ED55}" type="pres">
      <dgm:prSet presAssocID="{9B82F4BA-5E76-4C28-A264-A209086AF2CB}" presName="compNode" presStyleCnt="0"/>
      <dgm:spPr/>
    </dgm:pt>
    <dgm:pt modelId="{7D327F60-1635-4005-A42B-8D2267396417}" type="pres">
      <dgm:prSet presAssocID="{9B82F4BA-5E76-4C28-A264-A209086AF2CB}" presName="iconBgRect" presStyleLbl="bgShp" presStyleIdx="0" presStyleCnt="3"/>
      <dgm:spPr/>
    </dgm:pt>
    <dgm:pt modelId="{D7E7C8D1-DBEB-422B-B628-C5E70CB26513}" type="pres">
      <dgm:prSet presAssocID="{9B82F4BA-5E76-4C28-A264-A209086AF2C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B3B5F34D-063D-4D34-BDF4-A6028F305985}" type="pres">
      <dgm:prSet presAssocID="{9B82F4BA-5E76-4C28-A264-A209086AF2CB}" presName="spaceRect" presStyleCnt="0"/>
      <dgm:spPr/>
    </dgm:pt>
    <dgm:pt modelId="{F12BD294-4BF8-4847-B071-07BD8555A5FD}" type="pres">
      <dgm:prSet presAssocID="{9B82F4BA-5E76-4C28-A264-A209086AF2CB}" presName="textRect" presStyleLbl="revTx" presStyleIdx="0" presStyleCnt="3">
        <dgm:presLayoutVars>
          <dgm:chMax val="1"/>
          <dgm:chPref val="1"/>
        </dgm:presLayoutVars>
      </dgm:prSet>
      <dgm:spPr/>
    </dgm:pt>
    <dgm:pt modelId="{534629A4-3BD4-4EB4-B813-339A1DD2DF8B}" type="pres">
      <dgm:prSet presAssocID="{B5B8C980-0F4B-45FB-BE73-B69F52AC5331}" presName="sibTrans" presStyleCnt="0"/>
      <dgm:spPr/>
    </dgm:pt>
    <dgm:pt modelId="{0B4B91C4-0D36-4C60-A1EC-DF7CAF92DDE2}" type="pres">
      <dgm:prSet presAssocID="{BFC2E423-0EBF-44B8-B01D-203F0FFCF7B1}" presName="compNode" presStyleCnt="0"/>
      <dgm:spPr/>
    </dgm:pt>
    <dgm:pt modelId="{BA1B0C79-B854-46BD-930F-1E7F0E0AC5A6}" type="pres">
      <dgm:prSet presAssocID="{BFC2E423-0EBF-44B8-B01D-203F0FFCF7B1}" presName="iconBgRect" presStyleLbl="bgShp" presStyleIdx="1" presStyleCnt="3"/>
      <dgm:spPr/>
    </dgm:pt>
    <dgm:pt modelId="{3CEE2AB1-F930-4B3C-8ADD-58CC53C091AB}" type="pres">
      <dgm:prSet presAssocID="{BFC2E423-0EBF-44B8-B01D-203F0FFCF7B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1FDA640-E3FE-4878-998C-1C7F487AC11F}" type="pres">
      <dgm:prSet presAssocID="{BFC2E423-0EBF-44B8-B01D-203F0FFCF7B1}" presName="spaceRect" presStyleCnt="0"/>
      <dgm:spPr/>
    </dgm:pt>
    <dgm:pt modelId="{B95DC50B-2C2F-4EDB-A4C5-FA6DDF02D8AC}" type="pres">
      <dgm:prSet presAssocID="{BFC2E423-0EBF-44B8-B01D-203F0FFCF7B1}" presName="textRect" presStyleLbl="revTx" presStyleIdx="1" presStyleCnt="3">
        <dgm:presLayoutVars>
          <dgm:chMax val="1"/>
          <dgm:chPref val="1"/>
        </dgm:presLayoutVars>
      </dgm:prSet>
      <dgm:spPr/>
    </dgm:pt>
    <dgm:pt modelId="{D7C0DBEF-3776-4717-87B7-C3B3037D2DFE}" type="pres">
      <dgm:prSet presAssocID="{AEF022EB-8DA2-43C2-BD52-89B78C993A64}" presName="sibTrans" presStyleCnt="0"/>
      <dgm:spPr/>
    </dgm:pt>
    <dgm:pt modelId="{79AEB2D3-1BB3-4B13-8657-900F5F8726DC}" type="pres">
      <dgm:prSet presAssocID="{B1358790-5721-4B25-BD33-11A3573BC5C6}" presName="compNode" presStyleCnt="0"/>
      <dgm:spPr/>
    </dgm:pt>
    <dgm:pt modelId="{1C936121-B057-4950-B15A-009931236000}" type="pres">
      <dgm:prSet presAssocID="{B1358790-5721-4B25-BD33-11A3573BC5C6}" presName="iconBgRect" presStyleLbl="bgShp" presStyleIdx="2" presStyleCnt="3"/>
      <dgm:spPr/>
    </dgm:pt>
    <dgm:pt modelId="{2DEA0B97-EC4C-4910-84BF-A10BA0A16850}" type="pres">
      <dgm:prSet presAssocID="{B1358790-5721-4B25-BD33-11A3573BC5C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4755989-5672-4AD2-86C0-53E29104F122}" type="pres">
      <dgm:prSet presAssocID="{B1358790-5721-4B25-BD33-11A3573BC5C6}" presName="spaceRect" presStyleCnt="0"/>
      <dgm:spPr/>
    </dgm:pt>
    <dgm:pt modelId="{CAE90E4A-AF4E-4089-888B-83BB9CE4266A}" type="pres">
      <dgm:prSet presAssocID="{B1358790-5721-4B25-BD33-11A3573BC5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5D1AD08-B0F0-4F8E-AEE3-60ECC0EBF95B}" type="presOf" srcId="{9B82F4BA-5E76-4C28-A264-A209086AF2CB}" destId="{F12BD294-4BF8-4847-B071-07BD8555A5FD}" srcOrd="0" destOrd="0" presId="urn:microsoft.com/office/officeart/2018/5/layout/IconCircleLabelList"/>
    <dgm:cxn modelId="{00AFE15F-A25E-4116-8108-A85721F905DF}" type="presOf" srcId="{B1358790-5721-4B25-BD33-11A3573BC5C6}" destId="{CAE90E4A-AF4E-4089-888B-83BB9CE4266A}" srcOrd="0" destOrd="0" presId="urn:microsoft.com/office/officeart/2018/5/layout/IconCircleLabelList"/>
    <dgm:cxn modelId="{9B8A6C42-FE4D-4CEE-8A6E-F4E68F24AF68}" srcId="{65C6A09F-99B9-48A2-9837-6C1DCA057A40}" destId="{9B82F4BA-5E76-4C28-A264-A209086AF2CB}" srcOrd="0" destOrd="0" parTransId="{33C25780-900E-4D39-A6BF-16EF08A5B50D}" sibTransId="{B5B8C980-0F4B-45FB-BE73-B69F52AC5331}"/>
    <dgm:cxn modelId="{99373068-7C9B-424F-AE82-CC175E5ED323}" srcId="{65C6A09F-99B9-48A2-9837-6C1DCA057A40}" destId="{BFC2E423-0EBF-44B8-B01D-203F0FFCF7B1}" srcOrd="1" destOrd="0" parTransId="{987F3AF6-2F42-4FD5-AE0C-4026485C6895}" sibTransId="{AEF022EB-8DA2-43C2-BD52-89B78C993A64}"/>
    <dgm:cxn modelId="{F720728E-BA93-4137-9925-1C6FC154A63D}" srcId="{65C6A09F-99B9-48A2-9837-6C1DCA057A40}" destId="{B1358790-5721-4B25-BD33-11A3573BC5C6}" srcOrd="2" destOrd="0" parTransId="{BA900791-49AA-4E0C-B11E-B179C6DA34B1}" sibTransId="{A137F890-7F76-47EF-A610-4ACAEC112045}"/>
    <dgm:cxn modelId="{439297C1-6F4C-482D-8B4D-5B5FDB885872}" type="presOf" srcId="{BFC2E423-0EBF-44B8-B01D-203F0FFCF7B1}" destId="{B95DC50B-2C2F-4EDB-A4C5-FA6DDF02D8AC}" srcOrd="0" destOrd="0" presId="urn:microsoft.com/office/officeart/2018/5/layout/IconCircleLabelList"/>
    <dgm:cxn modelId="{3D2647EC-B188-493B-ACEC-49DCD2EFE5C8}" type="presOf" srcId="{65C6A09F-99B9-48A2-9837-6C1DCA057A40}" destId="{4CD79A67-A7EE-43A2-A3BE-8FDFB3FD1888}" srcOrd="0" destOrd="0" presId="urn:microsoft.com/office/officeart/2018/5/layout/IconCircleLabelList"/>
    <dgm:cxn modelId="{99C33213-2B7D-458D-A710-AA4771E858CF}" type="presParOf" srcId="{4CD79A67-A7EE-43A2-A3BE-8FDFB3FD1888}" destId="{DB2B4AF7-5D5A-4E9E-B74A-1661D409ED55}" srcOrd="0" destOrd="0" presId="urn:microsoft.com/office/officeart/2018/5/layout/IconCircleLabelList"/>
    <dgm:cxn modelId="{E96982E3-B13D-4A20-84BF-409A804034BB}" type="presParOf" srcId="{DB2B4AF7-5D5A-4E9E-B74A-1661D409ED55}" destId="{7D327F60-1635-4005-A42B-8D2267396417}" srcOrd="0" destOrd="0" presId="urn:microsoft.com/office/officeart/2018/5/layout/IconCircleLabelList"/>
    <dgm:cxn modelId="{3E29D94C-9838-40BF-8351-2C475EF5B94B}" type="presParOf" srcId="{DB2B4AF7-5D5A-4E9E-B74A-1661D409ED55}" destId="{D7E7C8D1-DBEB-422B-B628-C5E70CB26513}" srcOrd="1" destOrd="0" presId="urn:microsoft.com/office/officeart/2018/5/layout/IconCircleLabelList"/>
    <dgm:cxn modelId="{AD6C6FD2-397A-4574-B0C3-F26AAD40BCA5}" type="presParOf" srcId="{DB2B4AF7-5D5A-4E9E-B74A-1661D409ED55}" destId="{B3B5F34D-063D-4D34-BDF4-A6028F305985}" srcOrd="2" destOrd="0" presId="urn:microsoft.com/office/officeart/2018/5/layout/IconCircleLabelList"/>
    <dgm:cxn modelId="{A3DEC643-34D9-4DB5-8862-E5C62EA27362}" type="presParOf" srcId="{DB2B4AF7-5D5A-4E9E-B74A-1661D409ED55}" destId="{F12BD294-4BF8-4847-B071-07BD8555A5FD}" srcOrd="3" destOrd="0" presId="urn:microsoft.com/office/officeart/2018/5/layout/IconCircleLabelList"/>
    <dgm:cxn modelId="{D75BF5CE-7A0E-4D14-8D40-9DF6E897A3C8}" type="presParOf" srcId="{4CD79A67-A7EE-43A2-A3BE-8FDFB3FD1888}" destId="{534629A4-3BD4-4EB4-B813-339A1DD2DF8B}" srcOrd="1" destOrd="0" presId="urn:microsoft.com/office/officeart/2018/5/layout/IconCircleLabelList"/>
    <dgm:cxn modelId="{C9D2FFA0-1AA4-4D37-A137-0CE6984C9E3C}" type="presParOf" srcId="{4CD79A67-A7EE-43A2-A3BE-8FDFB3FD1888}" destId="{0B4B91C4-0D36-4C60-A1EC-DF7CAF92DDE2}" srcOrd="2" destOrd="0" presId="urn:microsoft.com/office/officeart/2018/5/layout/IconCircleLabelList"/>
    <dgm:cxn modelId="{6D9E8916-1D29-409B-842E-10B088B20411}" type="presParOf" srcId="{0B4B91C4-0D36-4C60-A1EC-DF7CAF92DDE2}" destId="{BA1B0C79-B854-46BD-930F-1E7F0E0AC5A6}" srcOrd="0" destOrd="0" presId="urn:microsoft.com/office/officeart/2018/5/layout/IconCircleLabelList"/>
    <dgm:cxn modelId="{53C878A0-5AAE-4E32-8ED4-ED01A02F0D29}" type="presParOf" srcId="{0B4B91C4-0D36-4C60-A1EC-DF7CAF92DDE2}" destId="{3CEE2AB1-F930-4B3C-8ADD-58CC53C091AB}" srcOrd="1" destOrd="0" presId="urn:microsoft.com/office/officeart/2018/5/layout/IconCircleLabelList"/>
    <dgm:cxn modelId="{B0D958D9-3B41-4C92-ABDE-5235AA5ECDBB}" type="presParOf" srcId="{0B4B91C4-0D36-4C60-A1EC-DF7CAF92DDE2}" destId="{E1FDA640-E3FE-4878-998C-1C7F487AC11F}" srcOrd="2" destOrd="0" presId="urn:microsoft.com/office/officeart/2018/5/layout/IconCircleLabelList"/>
    <dgm:cxn modelId="{12E41B1C-6AEC-49AE-B7B7-B4FAC47BB105}" type="presParOf" srcId="{0B4B91C4-0D36-4C60-A1EC-DF7CAF92DDE2}" destId="{B95DC50B-2C2F-4EDB-A4C5-FA6DDF02D8AC}" srcOrd="3" destOrd="0" presId="urn:microsoft.com/office/officeart/2018/5/layout/IconCircleLabelList"/>
    <dgm:cxn modelId="{D5EB2C3A-AEE4-49B5-8FF5-BB6D7F27142F}" type="presParOf" srcId="{4CD79A67-A7EE-43A2-A3BE-8FDFB3FD1888}" destId="{D7C0DBEF-3776-4717-87B7-C3B3037D2DFE}" srcOrd="3" destOrd="0" presId="urn:microsoft.com/office/officeart/2018/5/layout/IconCircleLabelList"/>
    <dgm:cxn modelId="{6F118405-D459-4B6C-9FC0-24438F4B7FF5}" type="presParOf" srcId="{4CD79A67-A7EE-43A2-A3BE-8FDFB3FD1888}" destId="{79AEB2D3-1BB3-4B13-8657-900F5F8726DC}" srcOrd="4" destOrd="0" presId="urn:microsoft.com/office/officeart/2018/5/layout/IconCircleLabelList"/>
    <dgm:cxn modelId="{01BDA652-8649-4BE8-B187-197AD39B4092}" type="presParOf" srcId="{79AEB2D3-1BB3-4B13-8657-900F5F8726DC}" destId="{1C936121-B057-4950-B15A-009931236000}" srcOrd="0" destOrd="0" presId="urn:microsoft.com/office/officeart/2018/5/layout/IconCircleLabelList"/>
    <dgm:cxn modelId="{83286B10-CDE1-4D38-88D7-2AB13A5268BD}" type="presParOf" srcId="{79AEB2D3-1BB3-4B13-8657-900F5F8726DC}" destId="{2DEA0B97-EC4C-4910-84BF-A10BA0A16850}" srcOrd="1" destOrd="0" presId="urn:microsoft.com/office/officeart/2018/5/layout/IconCircleLabelList"/>
    <dgm:cxn modelId="{BA04800D-1C73-4157-9D7B-5C9195DB873E}" type="presParOf" srcId="{79AEB2D3-1BB3-4B13-8657-900F5F8726DC}" destId="{44755989-5672-4AD2-86C0-53E29104F122}" srcOrd="2" destOrd="0" presId="urn:microsoft.com/office/officeart/2018/5/layout/IconCircleLabelList"/>
    <dgm:cxn modelId="{750DB9D3-DADF-4E52-816A-75742A1A56C3}" type="presParOf" srcId="{79AEB2D3-1BB3-4B13-8657-900F5F8726DC}" destId="{CAE90E4A-AF4E-4089-888B-83BB9CE4266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524CD2-880F-46DC-808B-D142C2DD30C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CFD56F8-39F9-4C34-8040-4FC0AC5755A8}">
      <dgm:prSet/>
      <dgm:spPr/>
      <dgm:t>
        <a:bodyPr/>
        <a:lstStyle/>
        <a:p>
          <a:pPr>
            <a:defRPr cap="all"/>
          </a:pPr>
          <a:r>
            <a:rPr lang="en-US"/>
            <a:t>Custom API for password strength validation</a:t>
          </a:r>
        </a:p>
      </dgm:t>
    </dgm:pt>
    <dgm:pt modelId="{8FF3C385-501E-40C8-8138-930007564E09}" type="parTrans" cxnId="{4E4DEF8F-92B8-42FB-8181-E9F89551B48B}">
      <dgm:prSet/>
      <dgm:spPr/>
      <dgm:t>
        <a:bodyPr/>
        <a:lstStyle/>
        <a:p>
          <a:endParaRPr lang="en-US"/>
        </a:p>
      </dgm:t>
    </dgm:pt>
    <dgm:pt modelId="{6FFAA92C-09B8-4AF1-BA6E-B2697750C539}" type="sibTrans" cxnId="{4E4DEF8F-92B8-42FB-8181-E9F89551B48B}">
      <dgm:prSet/>
      <dgm:spPr/>
      <dgm:t>
        <a:bodyPr/>
        <a:lstStyle/>
        <a:p>
          <a:endParaRPr lang="en-US"/>
        </a:p>
      </dgm:t>
    </dgm:pt>
    <dgm:pt modelId="{C70F98E8-1194-4832-BEAB-816154E6F593}">
      <dgm:prSet/>
      <dgm:spPr/>
      <dgm:t>
        <a:bodyPr/>
        <a:lstStyle/>
        <a:p>
          <a:pPr>
            <a:defRPr cap="all"/>
          </a:pPr>
          <a:r>
            <a:rPr lang="en-US"/>
            <a:t>External API for HTML-to-PDF conversion</a:t>
          </a:r>
        </a:p>
      </dgm:t>
    </dgm:pt>
    <dgm:pt modelId="{2DBE04EF-021C-4C90-9CC8-727E3D1B5BA2}" type="parTrans" cxnId="{10F6FE2A-2834-4257-A2A8-79C07EE19542}">
      <dgm:prSet/>
      <dgm:spPr/>
      <dgm:t>
        <a:bodyPr/>
        <a:lstStyle/>
        <a:p>
          <a:endParaRPr lang="en-US"/>
        </a:p>
      </dgm:t>
    </dgm:pt>
    <dgm:pt modelId="{CC90C63F-578F-4F41-8070-2D2EF6F20E56}" type="sibTrans" cxnId="{10F6FE2A-2834-4257-A2A8-79C07EE19542}">
      <dgm:prSet/>
      <dgm:spPr/>
      <dgm:t>
        <a:bodyPr/>
        <a:lstStyle/>
        <a:p>
          <a:endParaRPr lang="en-US"/>
        </a:p>
      </dgm:t>
    </dgm:pt>
    <dgm:pt modelId="{ECF3CEF0-5FD2-4648-8CDB-6EBD6BEF6FEE}">
      <dgm:prSet/>
      <dgm:spPr/>
      <dgm:t>
        <a:bodyPr/>
        <a:lstStyle/>
        <a:p>
          <a:pPr>
            <a:defRPr cap="all"/>
          </a:pPr>
          <a:r>
            <a:rPr lang="en-US"/>
            <a:t>Public API integrated for enhanced functionality</a:t>
          </a:r>
        </a:p>
      </dgm:t>
    </dgm:pt>
    <dgm:pt modelId="{B718363F-56C8-432B-AF2C-AD06E98B5BA9}" type="parTrans" cxnId="{ABB8D7D4-5A09-4D75-8573-6A46D05BFBE1}">
      <dgm:prSet/>
      <dgm:spPr/>
      <dgm:t>
        <a:bodyPr/>
        <a:lstStyle/>
        <a:p>
          <a:endParaRPr lang="en-US"/>
        </a:p>
      </dgm:t>
    </dgm:pt>
    <dgm:pt modelId="{DF5367B4-BE00-4962-9F1F-9679A3A61B6D}" type="sibTrans" cxnId="{ABB8D7D4-5A09-4D75-8573-6A46D05BFBE1}">
      <dgm:prSet/>
      <dgm:spPr/>
      <dgm:t>
        <a:bodyPr/>
        <a:lstStyle/>
        <a:p>
          <a:endParaRPr lang="en-US"/>
        </a:p>
      </dgm:t>
    </dgm:pt>
    <dgm:pt modelId="{6B5D3CED-D361-4DB1-AB7F-E9669AA0D4BC}" type="pres">
      <dgm:prSet presAssocID="{9E524CD2-880F-46DC-808B-D142C2DD30C9}" presName="root" presStyleCnt="0">
        <dgm:presLayoutVars>
          <dgm:dir/>
          <dgm:resizeHandles val="exact"/>
        </dgm:presLayoutVars>
      </dgm:prSet>
      <dgm:spPr/>
    </dgm:pt>
    <dgm:pt modelId="{C72161F9-D889-4CBC-9DF2-FAEAB02108C0}" type="pres">
      <dgm:prSet presAssocID="{ECFD56F8-39F9-4C34-8040-4FC0AC5755A8}" presName="compNode" presStyleCnt="0"/>
      <dgm:spPr/>
    </dgm:pt>
    <dgm:pt modelId="{65E6DF3C-5875-46A1-B7F6-08A483257609}" type="pres">
      <dgm:prSet presAssocID="{ECFD56F8-39F9-4C34-8040-4FC0AC5755A8}" presName="iconBgRect" presStyleLbl="bgShp" presStyleIdx="0" presStyleCnt="3"/>
      <dgm:spPr/>
    </dgm:pt>
    <dgm:pt modelId="{AF8005F6-F077-4838-92B7-93008D3630C4}" type="pres">
      <dgm:prSet presAssocID="{ECFD56F8-39F9-4C34-8040-4FC0AC5755A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DE37A7F-5FFB-4F15-AB2C-1AB02C80003F}" type="pres">
      <dgm:prSet presAssocID="{ECFD56F8-39F9-4C34-8040-4FC0AC5755A8}" presName="spaceRect" presStyleCnt="0"/>
      <dgm:spPr/>
    </dgm:pt>
    <dgm:pt modelId="{04E226F0-A118-42EB-9EBC-649955F49083}" type="pres">
      <dgm:prSet presAssocID="{ECFD56F8-39F9-4C34-8040-4FC0AC5755A8}" presName="textRect" presStyleLbl="revTx" presStyleIdx="0" presStyleCnt="3">
        <dgm:presLayoutVars>
          <dgm:chMax val="1"/>
          <dgm:chPref val="1"/>
        </dgm:presLayoutVars>
      </dgm:prSet>
      <dgm:spPr/>
    </dgm:pt>
    <dgm:pt modelId="{35E896A5-6115-4025-828E-06E6970D0BD9}" type="pres">
      <dgm:prSet presAssocID="{6FFAA92C-09B8-4AF1-BA6E-B2697750C539}" presName="sibTrans" presStyleCnt="0"/>
      <dgm:spPr/>
    </dgm:pt>
    <dgm:pt modelId="{A99391E9-0D32-4544-8B97-C3DE2A995489}" type="pres">
      <dgm:prSet presAssocID="{C70F98E8-1194-4832-BEAB-816154E6F593}" presName="compNode" presStyleCnt="0"/>
      <dgm:spPr/>
    </dgm:pt>
    <dgm:pt modelId="{0D9739CA-5322-4A92-B845-B8D35F7D5AE3}" type="pres">
      <dgm:prSet presAssocID="{C70F98E8-1194-4832-BEAB-816154E6F593}" presName="iconBgRect" presStyleLbl="bgShp" presStyleIdx="1" presStyleCnt="3"/>
      <dgm:spPr/>
    </dgm:pt>
    <dgm:pt modelId="{1DF5FDA8-D010-4121-A56F-215FF0D493A3}" type="pres">
      <dgm:prSet presAssocID="{C70F98E8-1194-4832-BEAB-816154E6F59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88B7332-05AB-4C05-8D8C-61BFBC7ABFD8}" type="pres">
      <dgm:prSet presAssocID="{C70F98E8-1194-4832-BEAB-816154E6F593}" presName="spaceRect" presStyleCnt="0"/>
      <dgm:spPr/>
    </dgm:pt>
    <dgm:pt modelId="{59836515-4ABA-4DF4-85D2-408CBF237FB5}" type="pres">
      <dgm:prSet presAssocID="{C70F98E8-1194-4832-BEAB-816154E6F593}" presName="textRect" presStyleLbl="revTx" presStyleIdx="1" presStyleCnt="3">
        <dgm:presLayoutVars>
          <dgm:chMax val="1"/>
          <dgm:chPref val="1"/>
        </dgm:presLayoutVars>
      </dgm:prSet>
      <dgm:spPr/>
    </dgm:pt>
    <dgm:pt modelId="{57AC6180-8C59-4186-8E22-8AA2CABD3F72}" type="pres">
      <dgm:prSet presAssocID="{CC90C63F-578F-4F41-8070-2D2EF6F20E56}" presName="sibTrans" presStyleCnt="0"/>
      <dgm:spPr/>
    </dgm:pt>
    <dgm:pt modelId="{8BAC21FE-1545-4C6E-A21A-F81C7EFF110F}" type="pres">
      <dgm:prSet presAssocID="{ECF3CEF0-5FD2-4648-8CDB-6EBD6BEF6FEE}" presName="compNode" presStyleCnt="0"/>
      <dgm:spPr/>
    </dgm:pt>
    <dgm:pt modelId="{ECDD969A-E7CE-4A69-AE13-031A725CAEA7}" type="pres">
      <dgm:prSet presAssocID="{ECF3CEF0-5FD2-4648-8CDB-6EBD6BEF6FEE}" presName="iconBgRect" presStyleLbl="bgShp" presStyleIdx="2" presStyleCnt="3"/>
      <dgm:spPr/>
    </dgm:pt>
    <dgm:pt modelId="{A040E9AF-96EE-465C-9294-C235F3DD90F0}" type="pres">
      <dgm:prSet presAssocID="{ECF3CEF0-5FD2-4648-8CDB-6EBD6BEF6FE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FCD470-3285-45D3-A8EB-ABE80938A157}" type="pres">
      <dgm:prSet presAssocID="{ECF3CEF0-5FD2-4648-8CDB-6EBD6BEF6FEE}" presName="spaceRect" presStyleCnt="0"/>
      <dgm:spPr/>
    </dgm:pt>
    <dgm:pt modelId="{099A65E4-95E7-43DD-BEBF-E56231823F9D}" type="pres">
      <dgm:prSet presAssocID="{ECF3CEF0-5FD2-4648-8CDB-6EBD6BEF6FE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F6FE2A-2834-4257-A2A8-79C07EE19542}" srcId="{9E524CD2-880F-46DC-808B-D142C2DD30C9}" destId="{C70F98E8-1194-4832-BEAB-816154E6F593}" srcOrd="1" destOrd="0" parTransId="{2DBE04EF-021C-4C90-9CC8-727E3D1B5BA2}" sibTransId="{CC90C63F-578F-4F41-8070-2D2EF6F20E56}"/>
    <dgm:cxn modelId="{464CAE43-2F30-4F5A-A583-7FF60F13F802}" type="presOf" srcId="{ECFD56F8-39F9-4C34-8040-4FC0AC5755A8}" destId="{04E226F0-A118-42EB-9EBC-649955F49083}" srcOrd="0" destOrd="0" presId="urn:microsoft.com/office/officeart/2018/5/layout/IconCircleLabelList"/>
    <dgm:cxn modelId="{4E4DEF8F-92B8-42FB-8181-E9F89551B48B}" srcId="{9E524CD2-880F-46DC-808B-D142C2DD30C9}" destId="{ECFD56F8-39F9-4C34-8040-4FC0AC5755A8}" srcOrd="0" destOrd="0" parTransId="{8FF3C385-501E-40C8-8138-930007564E09}" sibTransId="{6FFAA92C-09B8-4AF1-BA6E-B2697750C539}"/>
    <dgm:cxn modelId="{12D2E591-DF65-4B72-B801-C568AA496BCF}" type="presOf" srcId="{ECF3CEF0-5FD2-4648-8CDB-6EBD6BEF6FEE}" destId="{099A65E4-95E7-43DD-BEBF-E56231823F9D}" srcOrd="0" destOrd="0" presId="urn:microsoft.com/office/officeart/2018/5/layout/IconCircleLabelList"/>
    <dgm:cxn modelId="{21B71EC6-82AC-4064-A0E7-DE5C75C2EF34}" type="presOf" srcId="{9E524CD2-880F-46DC-808B-D142C2DD30C9}" destId="{6B5D3CED-D361-4DB1-AB7F-E9669AA0D4BC}" srcOrd="0" destOrd="0" presId="urn:microsoft.com/office/officeart/2018/5/layout/IconCircleLabelList"/>
    <dgm:cxn modelId="{ABB8D7D4-5A09-4D75-8573-6A46D05BFBE1}" srcId="{9E524CD2-880F-46DC-808B-D142C2DD30C9}" destId="{ECF3CEF0-5FD2-4648-8CDB-6EBD6BEF6FEE}" srcOrd="2" destOrd="0" parTransId="{B718363F-56C8-432B-AF2C-AD06E98B5BA9}" sibTransId="{DF5367B4-BE00-4962-9F1F-9679A3A61B6D}"/>
    <dgm:cxn modelId="{43F70DE2-1667-4811-83BC-25DDDE6AAD49}" type="presOf" srcId="{C70F98E8-1194-4832-BEAB-816154E6F593}" destId="{59836515-4ABA-4DF4-85D2-408CBF237FB5}" srcOrd="0" destOrd="0" presId="urn:microsoft.com/office/officeart/2018/5/layout/IconCircleLabelList"/>
    <dgm:cxn modelId="{83EC9EA1-5C10-403E-BFD1-06B6E42364E4}" type="presParOf" srcId="{6B5D3CED-D361-4DB1-AB7F-E9669AA0D4BC}" destId="{C72161F9-D889-4CBC-9DF2-FAEAB02108C0}" srcOrd="0" destOrd="0" presId="urn:microsoft.com/office/officeart/2018/5/layout/IconCircleLabelList"/>
    <dgm:cxn modelId="{684A420D-163F-4F35-8CD1-7DFB36B5DD3A}" type="presParOf" srcId="{C72161F9-D889-4CBC-9DF2-FAEAB02108C0}" destId="{65E6DF3C-5875-46A1-B7F6-08A483257609}" srcOrd="0" destOrd="0" presId="urn:microsoft.com/office/officeart/2018/5/layout/IconCircleLabelList"/>
    <dgm:cxn modelId="{AF99ECF6-9D68-4676-A985-00CE2E0A534E}" type="presParOf" srcId="{C72161F9-D889-4CBC-9DF2-FAEAB02108C0}" destId="{AF8005F6-F077-4838-92B7-93008D3630C4}" srcOrd="1" destOrd="0" presId="urn:microsoft.com/office/officeart/2018/5/layout/IconCircleLabelList"/>
    <dgm:cxn modelId="{27407C30-3351-440A-906A-24AB7780A276}" type="presParOf" srcId="{C72161F9-D889-4CBC-9DF2-FAEAB02108C0}" destId="{BDE37A7F-5FFB-4F15-AB2C-1AB02C80003F}" srcOrd="2" destOrd="0" presId="urn:microsoft.com/office/officeart/2018/5/layout/IconCircleLabelList"/>
    <dgm:cxn modelId="{75B1385B-473C-44E5-86D7-37464402FB14}" type="presParOf" srcId="{C72161F9-D889-4CBC-9DF2-FAEAB02108C0}" destId="{04E226F0-A118-42EB-9EBC-649955F49083}" srcOrd="3" destOrd="0" presId="urn:microsoft.com/office/officeart/2018/5/layout/IconCircleLabelList"/>
    <dgm:cxn modelId="{3730F2F0-A840-4C8C-81D1-7D0ACE38BED0}" type="presParOf" srcId="{6B5D3CED-D361-4DB1-AB7F-E9669AA0D4BC}" destId="{35E896A5-6115-4025-828E-06E6970D0BD9}" srcOrd="1" destOrd="0" presId="urn:microsoft.com/office/officeart/2018/5/layout/IconCircleLabelList"/>
    <dgm:cxn modelId="{4799E3FC-7ADD-4B8B-8BC6-B411372175A8}" type="presParOf" srcId="{6B5D3CED-D361-4DB1-AB7F-E9669AA0D4BC}" destId="{A99391E9-0D32-4544-8B97-C3DE2A995489}" srcOrd="2" destOrd="0" presId="urn:microsoft.com/office/officeart/2018/5/layout/IconCircleLabelList"/>
    <dgm:cxn modelId="{F93EB1D3-6A3E-408B-B07C-64F6652998F8}" type="presParOf" srcId="{A99391E9-0D32-4544-8B97-C3DE2A995489}" destId="{0D9739CA-5322-4A92-B845-B8D35F7D5AE3}" srcOrd="0" destOrd="0" presId="urn:microsoft.com/office/officeart/2018/5/layout/IconCircleLabelList"/>
    <dgm:cxn modelId="{4B7B1075-B125-413E-89A8-437110070460}" type="presParOf" srcId="{A99391E9-0D32-4544-8B97-C3DE2A995489}" destId="{1DF5FDA8-D010-4121-A56F-215FF0D493A3}" srcOrd="1" destOrd="0" presId="urn:microsoft.com/office/officeart/2018/5/layout/IconCircleLabelList"/>
    <dgm:cxn modelId="{65BCB863-B9AC-46E8-920F-F789C2A8F00C}" type="presParOf" srcId="{A99391E9-0D32-4544-8B97-C3DE2A995489}" destId="{788B7332-05AB-4C05-8D8C-61BFBC7ABFD8}" srcOrd="2" destOrd="0" presId="urn:microsoft.com/office/officeart/2018/5/layout/IconCircleLabelList"/>
    <dgm:cxn modelId="{849C6E15-EBC9-4882-902B-6E656E878655}" type="presParOf" srcId="{A99391E9-0D32-4544-8B97-C3DE2A995489}" destId="{59836515-4ABA-4DF4-85D2-408CBF237FB5}" srcOrd="3" destOrd="0" presId="urn:microsoft.com/office/officeart/2018/5/layout/IconCircleLabelList"/>
    <dgm:cxn modelId="{4A6D19F9-4409-47D4-8B31-C426046EDCDD}" type="presParOf" srcId="{6B5D3CED-D361-4DB1-AB7F-E9669AA0D4BC}" destId="{57AC6180-8C59-4186-8E22-8AA2CABD3F72}" srcOrd="3" destOrd="0" presId="urn:microsoft.com/office/officeart/2018/5/layout/IconCircleLabelList"/>
    <dgm:cxn modelId="{E0FDC692-80D2-4C8D-B841-EBADBF908904}" type="presParOf" srcId="{6B5D3CED-D361-4DB1-AB7F-E9669AA0D4BC}" destId="{8BAC21FE-1545-4C6E-A21A-F81C7EFF110F}" srcOrd="4" destOrd="0" presId="urn:microsoft.com/office/officeart/2018/5/layout/IconCircleLabelList"/>
    <dgm:cxn modelId="{F0A3DB6C-FCF9-468B-B2EF-BB1641C07DE8}" type="presParOf" srcId="{8BAC21FE-1545-4C6E-A21A-F81C7EFF110F}" destId="{ECDD969A-E7CE-4A69-AE13-031A725CAEA7}" srcOrd="0" destOrd="0" presId="urn:microsoft.com/office/officeart/2018/5/layout/IconCircleLabelList"/>
    <dgm:cxn modelId="{85C6760C-7619-4133-8428-508FC17B79ED}" type="presParOf" srcId="{8BAC21FE-1545-4C6E-A21A-F81C7EFF110F}" destId="{A040E9AF-96EE-465C-9294-C235F3DD90F0}" srcOrd="1" destOrd="0" presId="urn:microsoft.com/office/officeart/2018/5/layout/IconCircleLabelList"/>
    <dgm:cxn modelId="{0ADD6518-B3D8-4F85-B1F2-F6D4E8B50337}" type="presParOf" srcId="{8BAC21FE-1545-4C6E-A21A-F81C7EFF110F}" destId="{E2FCD470-3285-45D3-A8EB-ABE80938A157}" srcOrd="2" destOrd="0" presId="urn:microsoft.com/office/officeart/2018/5/layout/IconCircleLabelList"/>
    <dgm:cxn modelId="{1153EADF-C4BD-4260-9190-4CDBFDAF31F5}" type="presParOf" srcId="{8BAC21FE-1545-4C6E-A21A-F81C7EFF110F}" destId="{099A65E4-95E7-43DD-BEBF-E56231823F9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CFF9F6-ECF5-4197-881A-4E53D53D6C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7F4F00-4D25-4658-9E40-1CCB2B64A917}">
      <dgm:prSet/>
      <dgm:spPr/>
      <dgm:t>
        <a:bodyPr/>
        <a:lstStyle/>
        <a:p>
          <a:r>
            <a:rPr lang="en-US"/>
            <a:t>Application hosted on cloud platform</a:t>
          </a:r>
        </a:p>
      </dgm:t>
    </dgm:pt>
    <dgm:pt modelId="{2FD9E019-FB7C-429F-8D6E-24326DE84C3F}" type="parTrans" cxnId="{4073DE92-50CB-4796-8B22-F7E0A31CE32A}">
      <dgm:prSet/>
      <dgm:spPr/>
      <dgm:t>
        <a:bodyPr/>
        <a:lstStyle/>
        <a:p>
          <a:endParaRPr lang="en-US"/>
        </a:p>
      </dgm:t>
    </dgm:pt>
    <dgm:pt modelId="{275D52E3-58B2-4106-9689-2E423BABED0D}" type="sibTrans" cxnId="{4073DE92-50CB-4796-8B22-F7E0A31CE32A}">
      <dgm:prSet/>
      <dgm:spPr/>
      <dgm:t>
        <a:bodyPr/>
        <a:lstStyle/>
        <a:p>
          <a:endParaRPr lang="en-US"/>
        </a:p>
      </dgm:t>
    </dgm:pt>
    <dgm:pt modelId="{634926F2-F9D6-435B-B290-DE00253FA616}">
      <dgm:prSet/>
      <dgm:spPr/>
      <dgm:t>
        <a:bodyPr/>
        <a:lstStyle/>
        <a:p>
          <a:r>
            <a:rPr lang="en-US"/>
            <a:t>Automated deployment using GitHub Actions</a:t>
          </a:r>
        </a:p>
      </dgm:t>
    </dgm:pt>
    <dgm:pt modelId="{0002BBA1-BB7D-4293-8CDE-27E17FBC08E1}" type="parTrans" cxnId="{A1A35F09-617F-4CDE-BA73-48B244F6DC62}">
      <dgm:prSet/>
      <dgm:spPr/>
      <dgm:t>
        <a:bodyPr/>
        <a:lstStyle/>
        <a:p>
          <a:endParaRPr lang="en-US"/>
        </a:p>
      </dgm:t>
    </dgm:pt>
    <dgm:pt modelId="{F95EF608-D60A-4421-85C9-A8994038218F}" type="sibTrans" cxnId="{A1A35F09-617F-4CDE-BA73-48B244F6DC62}">
      <dgm:prSet/>
      <dgm:spPr/>
      <dgm:t>
        <a:bodyPr/>
        <a:lstStyle/>
        <a:p>
          <a:endParaRPr lang="en-US"/>
        </a:p>
      </dgm:t>
    </dgm:pt>
    <dgm:pt modelId="{49EC9F7E-AC13-4B6D-AB40-DA46706C1E2A}">
      <dgm:prSet/>
      <dgm:spPr/>
      <dgm:t>
        <a:bodyPr/>
        <a:lstStyle/>
        <a:p>
          <a:r>
            <a:rPr lang="en-US"/>
            <a:t>Continuous Integration and Delivery pipeline</a:t>
          </a:r>
        </a:p>
      </dgm:t>
    </dgm:pt>
    <dgm:pt modelId="{E976390C-9EC0-4EDA-8EBB-9863CAED0B08}" type="parTrans" cxnId="{3A888D03-9940-4E1C-B555-2E3ACC8514D8}">
      <dgm:prSet/>
      <dgm:spPr/>
      <dgm:t>
        <a:bodyPr/>
        <a:lstStyle/>
        <a:p>
          <a:endParaRPr lang="en-US"/>
        </a:p>
      </dgm:t>
    </dgm:pt>
    <dgm:pt modelId="{C41818BD-D0E6-4D45-B7AB-7007986ECC68}" type="sibTrans" cxnId="{3A888D03-9940-4E1C-B555-2E3ACC8514D8}">
      <dgm:prSet/>
      <dgm:spPr/>
      <dgm:t>
        <a:bodyPr/>
        <a:lstStyle/>
        <a:p>
          <a:endParaRPr lang="en-US"/>
        </a:p>
      </dgm:t>
    </dgm:pt>
    <dgm:pt modelId="{E9DEE783-7BFE-4DDF-95AF-C711AAE5FB3C}" type="pres">
      <dgm:prSet presAssocID="{59CFF9F6-ECF5-4197-881A-4E53D53D6C48}" presName="root" presStyleCnt="0">
        <dgm:presLayoutVars>
          <dgm:dir/>
          <dgm:resizeHandles val="exact"/>
        </dgm:presLayoutVars>
      </dgm:prSet>
      <dgm:spPr/>
    </dgm:pt>
    <dgm:pt modelId="{311E718E-5118-442B-83DA-EDDADCBAADC3}" type="pres">
      <dgm:prSet presAssocID="{617F4F00-4D25-4658-9E40-1CCB2B64A917}" presName="compNode" presStyleCnt="0"/>
      <dgm:spPr/>
    </dgm:pt>
    <dgm:pt modelId="{76FAD7A7-58AC-4FC3-B762-922D52339104}" type="pres">
      <dgm:prSet presAssocID="{617F4F00-4D25-4658-9E40-1CCB2B64A917}" presName="bgRect" presStyleLbl="bgShp" presStyleIdx="0" presStyleCnt="3"/>
      <dgm:spPr/>
    </dgm:pt>
    <dgm:pt modelId="{1BC26753-3391-47CC-A98E-F2606046C3B6}" type="pres">
      <dgm:prSet presAssocID="{617F4F00-4D25-4658-9E40-1CCB2B64A91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5869F4B3-4827-4AED-812A-C7F87CF74C11}" type="pres">
      <dgm:prSet presAssocID="{617F4F00-4D25-4658-9E40-1CCB2B64A917}" presName="spaceRect" presStyleCnt="0"/>
      <dgm:spPr/>
    </dgm:pt>
    <dgm:pt modelId="{2A9EC168-09D2-4608-8DEE-3705C3D70DD7}" type="pres">
      <dgm:prSet presAssocID="{617F4F00-4D25-4658-9E40-1CCB2B64A917}" presName="parTx" presStyleLbl="revTx" presStyleIdx="0" presStyleCnt="3">
        <dgm:presLayoutVars>
          <dgm:chMax val="0"/>
          <dgm:chPref val="0"/>
        </dgm:presLayoutVars>
      </dgm:prSet>
      <dgm:spPr/>
    </dgm:pt>
    <dgm:pt modelId="{66F0C0C3-37D4-4EA0-95F2-27D3EF72D2C0}" type="pres">
      <dgm:prSet presAssocID="{275D52E3-58B2-4106-9689-2E423BABED0D}" presName="sibTrans" presStyleCnt="0"/>
      <dgm:spPr/>
    </dgm:pt>
    <dgm:pt modelId="{24F4961A-2D4E-42D4-B055-37A533D81E77}" type="pres">
      <dgm:prSet presAssocID="{634926F2-F9D6-435B-B290-DE00253FA616}" presName="compNode" presStyleCnt="0"/>
      <dgm:spPr/>
    </dgm:pt>
    <dgm:pt modelId="{082A56CB-78BC-49C0-85C1-A9C9DCB4D0CF}" type="pres">
      <dgm:prSet presAssocID="{634926F2-F9D6-435B-B290-DE00253FA616}" presName="bgRect" presStyleLbl="bgShp" presStyleIdx="1" presStyleCnt="3"/>
      <dgm:spPr/>
    </dgm:pt>
    <dgm:pt modelId="{E290C3FE-C13C-40E2-8F47-1F592319D98E}" type="pres">
      <dgm:prSet presAssocID="{634926F2-F9D6-435B-B290-DE00253FA61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D28070E-14E6-4D6E-A7B1-0E651F292C2C}" type="pres">
      <dgm:prSet presAssocID="{634926F2-F9D6-435B-B290-DE00253FA616}" presName="spaceRect" presStyleCnt="0"/>
      <dgm:spPr/>
    </dgm:pt>
    <dgm:pt modelId="{98783EDA-B6B2-476E-A222-894FDCD7DBB0}" type="pres">
      <dgm:prSet presAssocID="{634926F2-F9D6-435B-B290-DE00253FA616}" presName="parTx" presStyleLbl="revTx" presStyleIdx="1" presStyleCnt="3">
        <dgm:presLayoutVars>
          <dgm:chMax val="0"/>
          <dgm:chPref val="0"/>
        </dgm:presLayoutVars>
      </dgm:prSet>
      <dgm:spPr/>
    </dgm:pt>
    <dgm:pt modelId="{6BD3BEE9-D683-4145-ADA5-EEDD8FD0DF99}" type="pres">
      <dgm:prSet presAssocID="{F95EF608-D60A-4421-85C9-A8994038218F}" presName="sibTrans" presStyleCnt="0"/>
      <dgm:spPr/>
    </dgm:pt>
    <dgm:pt modelId="{39C9EED6-20F4-40C6-A24B-3480A24DE645}" type="pres">
      <dgm:prSet presAssocID="{49EC9F7E-AC13-4B6D-AB40-DA46706C1E2A}" presName="compNode" presStyleCnt="0"/>
      <dgm:spPr/>
    </dgm:pt>
    <dgm:pt modelId="{B3A0FF5C-89FB-47D4-8FD0-D7194D8B0A86}" type="pres">
      <dgm:prSet presAssocID="{49EC9F7E-AC13-4B6D-AB40-DA46706C1E2A}" presName="bgRect" presStyleLbl="bgShp" presStyleIdx="2" presStyleCnt="3"/>
      <dgm:spPr/>
    </dgm:pt>
    <dgm:pt modelId="{A4AA548B-6AFF-4A17-BB7B-28B1ACEF5B90}" type="pres">
      <dgm:prSet presAssocID="{49EC9F7E-AC13-4B6D-AB40-DA46706C1E2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4A17881-756C-40C3-B9F0-9E630603CD54}" type="pres">
      <dgm:prSet presAssocID="{49EC9F7E-AC13-4B6D-AB40-DA46706C1E2A}" presName="spaceRect" presStyleCnt="0"/>
      <dgm:spPr/>
    </dgm:pt>
    <dgm:pt modelId="{B1455022-E1EF-41BB-A0DD-FBA90C3FC36C}" type="pres">
      <dgm:prSet presAssocID="{49EC9F7E-AC13-4B6D-AB40-DA46706C1E2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A888D03-9940-4E1C-B555-2E3ACC8514D8}" srcId="{59CFF9F6-ECF5-4197-881A-4E53D53D6C48}" destId="{49EC9F7E-AC13-4B6D-AB40-DA46706C1E2A}" srcOrd="2" destOrd="0" parTransId="{E976390C-9EC0-4EDA-8EBB-9863CAED0B08}" sibTransId="{C41818BD-D0E6-4D45-B7AB-7007986ECC68}"/>
    <dgm:cxn modelId="{A1A35F09-617F-4CDE-BA73-48B244F6DC62}" srcId="{59CFF9F6-ECF5-4197-881A-4E53D53D6C48}" destId="{634926F2-F9D6-435B-B290-DE00253FA616}" srcOrd="1" destOrd="0" parTransId="{0002BBA1-BB7D-4293-8CDE-27E17FBC08E1}" sibTransId="{F95EF608-D60A-4421-85C9-A8994038218F}"/>
    <dgm:cxn modelId="{865F5354-4AD2-421B-A99C-4A882CC57544}" type="presOf" srcId="{617F4F00-4D25-4658-9E40-1CCB2B64A917}" destId="{2A9EC168-09D2-4608-8DEE-3705C3D70DD7}" srcOrd="0" destOrd="0" presId="urn:microsoft.com/office/officeart/2018/2/layout/IconVerticalSolidList"/>
    <dgm:cxn modelId="{6C492181-3AC1-4479-ADE4-85FE8746DF97}" type="presOf" srcId="{49EC9F7E-AC13-4B6D-AB40-DA46706C1E2A}" destId="{B1455022-E1EF-41BB-A0DD-FBA90C3FC36C}" srcOrd="0" destOrd="0" presId="urn:microsoft.com/office/officeart/2018/2/layout/IconVerticalSolidList"/>
    <dgm:cxn modelId="{523C5E92-0048-473B-A79F-B48BB9045C18}" type="presOf" srcId="{634926F2-F9D6-435B-B290-DE00253FA616}" destId="{98783EDA-B6B2-476E-A222-894FDCD7DBB0}" srcOrd="0" destOrd="0" presId="urn:microsoft.com/office/officeart/2018/2/layout/IconVerticalSolidList"/>
    <dgm:cxn modelId="{4073DE92-50CB-4796-8B22-F7E0A31CE32A}" srcId="{59CFF9F6-ECF5-4197-881A-4E53D53D6C48}" destId="{617F4F00-4D25-4658-9E40-1CCB2B64A917}" srcOrd="0" destOrd="0" parTransId="{2FD9E019-FB7C-429F-8D6E-24326DE84C3F}" sibTransId="{275D52E3-58B2-4106-9689-2E423BABED0D}"/>
    <dgm:cxn modelId="{DAC0DAD5-3DA4-4359-931E-D01E3D8A13AA}" type="presOf" srcId="{59CFF9F6-ECF5-4197-881A-4E53D53D6C48}" destId="{E9DEE783-7BFE-4DDF-95AF-C711AAE5FB3C}" srcOrd="0" destOrd="0" presId="urn:microsoft.com/office/officeart/2018/2/layout/IconVerticalSolidList"/>
    <dgm:cxn modelId="{4F95FF54-2D7E-475C-B52D-4C5371B48CAD}" type="presParOf" srcId="{E9DEE783-7BFE-4DDF-95AF-C711AAE5FB3C}" destId="{311E718E-5118-442B-83DA-EDDADCBAADC3}" srcOrd="0" destOrd="0" presId="urn:microsoft.com/office/officeart/2018/2/layout/IconVerticalSolidList"/>
    <dgm:cxn modelId="{8CE187BE-CA40-44AD-B6EB-A741CCA9E819}" type="presParOf" srcId="{311E718E-5118-442B-83DA-EDDADCBAADC3}" destId="{76FAD7A7-58AC-4FC3-B762-922D52339104}" srcOrd="0" destOrd="0" presId="urn:microsoft.com/office/officeart/2018/2/layout/IconVerticalSolidList"/>
    <dgm:cxn modelId="{B561483D-86F3-4490-A513-7976555E7429}" type="presParOf" srcId="{311E718E-5118-442B-83DA-EDDADCBAADC3}" destId="{1BC26753-3391-47CC-A98E-F2606046C3B6}" srcOrd="1" destOrd="0" presId="urn:microsoft.com/office/officeart/2018/2/layout/IconVerticalSolidList"/>
    <dgm:cxn modelId="{86B3BFB5-8DD5-409A-93E3-331D6B45B5B3}" type="presParOf" srcId="{311E718E-5118-442B-83DA-EDDADCBAADC3}" destId="{5869F4B3-4827-4AED-812A-C7F87CF74C11}" srcOrd="2" destOrd="0" presId="urn:microsoft.com/office/officeart/2018/2/layout/IconVerticalSolidList"/>
    <dgm:cxn modelId="{2E563CC6-28F0-4F90-84B5-82BE286AF446}" type="presParOf" srcId="{311E718E-5118-442B-83DA-EDDADCBAADC3}" destId="{2A9EC168-09D2-4608-8DEE-3705C3D70DD7}" srcOrd="3" destOrd="0" presId="urn:microsoft.com/office/officeart/2018/2/layout/IconVerticalSolidList"/>
    <dgm:cxn modelId="{97021F3D-A254-4EA9-8CA7-EB10B7C38BFE}" type="presParOf" srcId="{E9DEE783-7BFE-4DDF-95AF-C711AAE5FB3C}" destId="{66F0C0C3-37D4-4EA0-95F2-27D3EF72D2C0}" srcOrd="1" destOrd="0" presId="urn:microsoft.com/office/officeart/2018/2/layout/IconVerticalSolidList"/>
    <dgm:cxn modelId="{C6C74E61-7313-449B-B6C3-32449206FBE5}" type="presParOf" srcId="{E9DEE783-7BFE-4DDF-95AF-C711AAE5FB3C}" destId="{24F4961A-2D4E-42D4-B055-37A533D81E77}" srcOrd="2" destOrd="0" presId="urn:microsoft.com/office/officeart/2018/2/layout/IconVerticalSolidList"/>
    <dgm:cxn modelId="{FC26CE65-4FE0-4C6E-9829-A81A4DF2FE71}" type="presParOf" srcId="{24F4961A-2D4E-42D4-B055-37A533D81E77}" destId="{082A56CB-78BC-49C0-85C1-A9C9DCB4D0CF}" srcOrd="0" destOrd="0" presId="urn:microsoft.com/office/officeart/2018/2/layout/IconVerticalSolidList"/>
    <dgm:cxn modelId="{63A581BF-9768-4871-93D0-C4142FC3FC06}" type="presParOf" srcId="{24F4961A-2D4E-42D4-B055-37A533D81E77}" destId="{E290C3FE-C13C-40E2-8F47-1F592319D98E}" srcOrd="1" destOrd="0" presId="urn:microsoft.com/office/officeart/2018/2/layout/IconVerticalSolidList"/>
    <dgm:cxn modelId="{8782DD5E-29E0-4EE1-B8DC-AC2931AA7FB1}" type="presParOf" srcId="{24F4961A-2D4E-42D4-B055-37A533D81E77}" destId="{8D28070E-14E6-4D6E-A7B1-0E651F292C2C}" srcOrd="2" destOrd="0" presId="urn:microsoft.com/office/officeart/2018/2/layout/IconVerticalSolidList"/>
    <dgm:cxn modelId="{A8450EFB-9E4A-4EFE-B211-74E1EAF4FE8B}" type="presParOf" srcId="{24F4961A-2D4E-42D4-B055-37A533D81E77}" destId="{98783EDA-B6B2-476E-A222-894FDCD7DBB0}" srcOrd="3" destOrd="0" presId="urn:microsoft.com/office/officeart/2018/2/layout/IconVerticalSolidList"/>
    <dgm:cxn modelId="{BE66C17A-06A6-4A3D-A0C0-127FE11C5A7A}" type="presParOf" srcId="{E9DEE783-7BFE-4DDF-95AF-C711AAE5FB3C}" destId="{6BD3BEE9-D683-4145-ADA5-EEDD8FD0DF99}" srcOrd="3" destOrd="0" presId="urn:microsoft.com/office/officeart/2018/2/layout/IconVerticalSolidList"/>
    <dgm:cxn modelId="{86F06197-4094-4378-B4AC-E347D89B78AE}" type="presParOf" srcId="{E9DEE783-7BFE-4DDF-95AF-C711AAE5FB3C}" destId="{39C9EED6-20F4-40C6-A24B-3480A24DE645}" srcOrd="4" destOrd="0" presId="urn:microsoft.com/office/officeart/2018/2/layout/IconVerticalSolidList"/>
    <dgm:cxn modelId="{AA9F3028-2E31-474A-85A2-CC7434B0EB1A}" type="presParOf" srcId="{39C9EED6-20F4-40C6-A24B-3480A24DE645}" destId="{B3A0FF5C-89FB-47D4-8FD0-D7194D8B0A86}" srcOrd="0" destOrd="0" presId="urn:microsoft.com/office/officeart/2018/2/layout/IconVerticalSolidList"/>
    <dgm:cxn modelId="{B9153C4A-11F4-4269-8D6E-CEE44FFE67BE}" type="presParOf" srcId="{39C9EED6-20F4-40C6-A24B-3480A24DE645}" destId="{A4AA548B-6AFF-4A17-BB7B-28B1ACEF5B90}" srcOrd="1" destOrd="0" presId="urn:microsoft.com/office/officeart/2018/2/layout/IconVerticalSolidList"/>
    <dgm:cxn modelId="{D7A45423-7BCB-42C6-8568-AEE6C3AC1262}" type="presParOf" srcId="{39C9EED6-20F4-40C6-A24B-3480A24DE645}" destId="{74A17881-756C-40C3-B9F0-9E630603CD54}" srcOrd="2" destOrd="0" presId="urn:microsoft.com/office/officeart/2018/2/layout/IconVerticalSolidList"/>
    <dgm:cxn modelId="{6A1B7861-5578-4A65-B593-AEED61AA0FAC}" type="presParOf" srcId="{39C9EED6-20F4-40C6-A24B-3480A24DE645}" destId="{B1455022-E1EF-41BB-A0DD-FBA90C3FC3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58D1B2-777F-4775-A3A8-8994B76F4A5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B9149BA-4D84-4D82-9B5C-FF444A2D8649}">
      <dgm:prSet/>
      <dgm:spPr/>
      <dgm:t>
        <a:bodyPr/>
        <a:lstStyle/>
        <a:p>
          <a:r>
            <a:rPr lang="en-US"/>
            <a:t>Learned integration of multiple APIs</a:t>
          </a:r>
        </a:p>
      </dgm:t>
    </dgm:pt>
    <dgm:pt modelId="{69DC01E4-FE0E-40BD-92B4-7E285F2FF85C}" type="parTrans" cxnId="{A5F2120F-A8A3-4997-B882-E544E251F180}">
      <dgm:prSet/>
      <dgm:spPr/>
      <dgm:t>
        <a:bodyPr/>
        <a:lstStyle/>
        <a:p>
          <a:endParaRPr lang="en-US"/>
        </a:p>
      </dgm:t>
    </dgm:pt>
    <dgm:pt modelId="{9204F425-ED47-4B35-8A5D-172C453F0F18}" type="sibTrans" cxnId="{A5F2120F-A8A3-4997-B882-E544E251F180}">
      <dgm:prSet/>
      <dgm:spPr/>
      <dgm:t>
        <a:bodyPr/>
        <a:lstStyle/>
        <a:p>
          <a:endParaRPr lang="en-US"/>
        </a:p>
      </dgm:t>
    </dgm:pt>
    <dgm:pt modelId="{492F13A9-7F34-4570-A83B-B8682A56CFC4}">
      <dgm:prSet/>
      <dgm:spPr/>
      <dgm:t>
        <a:bodyPr/>
        <a:lstStyle/>
        <a:p>
          <a:r>
            <a:rPr lang="en-US"/>
            <a:t>Gained experience in cloud deployment</a:t>
          </a:r>
        </a:p>
      </dgm:t>
    </dgm:pt>
    <dgm:pt modelId="{58B7C84F-1A92-4AA7-9EF3-4464DD28B449}" type="parTrans" cxnId="{1C744654-F667-4C29-BC1A-3DA06262FBED}">
      <dgm:prSet/>
      <dgm:spPr/>
      <dgm:t>
        <a:bodyPr/>
        <a:lstStyle/>
        <a:p>
          <a:endParaRPr lang="en-US"/>
        </a:p>
      </dgm:t>
    </dgm:pt>
    <dgm:pt modelId="{F1A99387-FFBB-4B1A-A4BF-67EED8933C43}" type="sibTrans" cxnId="{1C744654-F667-4C29-BC1A-3DA06262FBED}">
      <dgm:prSet/>
      <dgm:spPr/>
      <dgm:t>
        <a:bodyPr/>
        <a:lstStyle/>
        <a:p>
          <a:endParaRPr lang="en-US"/>
        </a:p>
      </dgm:t>
    </dgm:pt>
    <dgm:pt modelId="{8D9DA4E2-54FC-43CD-8D38-91E4BE14E183}">
      <dgm:prSet/>
      <dgm:spPr/>
      <dgm:t>
        <a:bodyPr/>
        <a:lstStyle/>
        <a:p>
          <a:r>
            <a:rPr lang="en-US"/>
            <a:t>Developed understanding of scalable system design</a:t>
          </a:r>
        </a:p>
      </dgm:t>
    </dgm:pt>
    <dgm:pt modelId="{63146C27-CC56-4550-A7BF-D0CFD1ECB518}" type="parTrans" cxnId="{64C76F18-12FB-45FA-994D-9272D9300E8E}">
      <dgm:prSet/>
      <dgm:spPr/>
      <dgm:t>
        <a:bodyPr/>
        <a:lstStyle/>
        <a:p>
          <a:endParaRPr lang="en-US"/>
        </a:p>
      </dgm:t>
    </dgm:pt>
    <dgm:pt modelId="{18CB0D39-7AAA-41A8-8C1C-EFBB65D452F0}" type="sibTrans" cxnId="{64C76F18-12FB-45FA-994D-9272D9300E8E}">
      <dgm:prSet/>
      <dgm:spPr/>
      <dgm:t>
        <a:bodyPr/>
        <a:lstStyle/>
        <a:p>
          <a:endParaRPr lang="en-US"/>
        </a:p>
      </dgm:t>
    </dgm:pt>
    <dgm:pt modelId="{E047E9CC-E792-4A11-8412-E7799C8EBD09}" type="pres">
      <dgm:prSet presAssocID="{8E58D1B2-777F-4775-A3A8-8994B76F4A52}" presName="root" presStyleCnt="0">
        <dgm:presLayoutVars>
          <dgm:dir/>
          <dgm:resizeHandles val="exact"/>
        </dgm:presLayoutVars>
      </dgm:prSet>
      <dgm:spPr/>
    </dgm:pt>
    <dgm:pt modelId="{73F5FAD5-AF82-44C8-91DB-290082A99161}" type="pres">
      <dgm:prSet presAssocID="{1B9149BA-4D84-4D82-9B5C-FF444A2D8649}" presName="compNode" presStyleCnt="0"/>
      <dgm:spPr/>
    </dgm:pt>
    <dgm:pt modelId="{0277DE86-C033-49B8-B513-E0BC66E262FC}" type="pres">
      <dgm:prSet presAssocID="{1B9149BA-4D84-4D82-9B5C-FF444A2D86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8E460B5-3CAB-4E7C-AE86-F3F734E9B3E4}" type="pres">
      <dgm:prSet presAssocID="{1B9149BA-4D84-4D82-9B5C-FF444A2D8649}" presName="spaceRect" presStyleCnt="0"/>
      <dgm:spPr/>
    </dgm:pt>
    <dgm:pt modelId="{C676F547-64AE-4D94-B1D8-3AC600F25CD1}" type="pres">
      <dgm:prSet presAssocID="{1B9149BA-4D84-4D82-9B5C-FF444A2D8649}" presName="textRect" presStyleLbl="revTx" presStyleIdx="0" presStyleCnt="3">
        <dgm:presLayoutVars>
          <dgm:chMax val="1"/>
          <dgm:chPref val="1"/>
        </dgm:presLayoutVars>
      </dgm:prSet>
      <dgm:spPr/>
    </dgm:pt>
    <dgm:pt modelId="{4ED621E2-6F93-4F55-85C9-CBD5ABB7A6F2}" type="pres">
      <dgm:prSet presAssocID="{9204F425-ED47-4B35-8A5D-172C453F0F18}" presName="sibTrans" presStyleCnt="0"/>
      <dgm:spPr/>
    </dgm:pt>
    <dgm:pt modelId="{D2A364C8-7371-4A8D-9383-6DC036181850}" type="pres">
      <dgm:prSet presAssocID="{492F13A9-7F34-4570-A83B-B8682A56CFC4}" presName="compNode" presStyleCnt="0"/>
      <dgm:spPr/>
    </dgm:pt>
    <dgm:pt modelId="{2E5EE7EE-C01F-4156-8A08-CA307E6AC7D9}" type="pres">
      <dgm:prSet presAssocID="{492F13A9-7F34-4570-A83B-B8682A56CFC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B6CEA79-8D79-4330-8109-C3E705703785}" type="pres">
      <dgm:prSet presAssocID="{492F13A9-7F34-4570-A83B-B8682A56CFC4}" presName="spaceRect" presStyleCnt="0"/>
      <dgm:spPr/>
    </dgm:pt>
    <dgm:pt modelId="{688E45E3-7AB1-44D8-BE8C-3D704D2E8DD7}" type="pres">
      <dgm:prSet presAssocID="{492F13A9-7F34-4570-A83B-B8682A56CFC4}" presName="textRect" presStyleLbl="revTx" presStyleIdx="1" presStyleCnt="3">
        <dgm:presLayoutVars>
          <dgm:chMax val="1"/>
          <dgm:chPref val="1"/>
        </dgm:presLayoutVars>
      </dgm:prSet>
      <dgm:spPr/>
    </dgm:pt>
    <dgm:pt modelId="{066603BB-48D6-4FF3-BE09-29332A762E51}" type="pres">
      <dgm:prSet presAssocID="{F1A99387-FFBB-4B1A-A4BF-67EED8933C43}" presName="sibTrans" presStyleCnt="0"/>
      <dgm:spPr/>
    </dgm:pt>
    <dgm:pt modelId="{FC90296A-FABB-4564-A866-0077BCF72283}" type="pres">
      <dgm:prSet presAssocID="{8D9DA4E2-54FC-43CD-8D38-91E4BE14E183}" presName="compNode" presStyleCnt="0"/>
      <dgm:spPr/>
    </dgm:pt>
    <dgm:pt modelId="{A03EF1A5-ABB9-41FD-8A30-EB7F4F9DF349}" type="pres">
      <dgm:prSet presAssocID="{8D9DA4E2-54FC-43CD-8D38-91E4BE14E18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20BCF9F-2E1C-4DBD-942A-4D17A6A73363}" type="pres">
      <dgm:prSet presAssocID="{8D9DA4E2-54FC-43CD-8D38-91E4BE14E183}" presName="spaceRect" presStyleCnt="0"/>
      <dgm:spPr/>
    </dgm:pt>
    <dgm:pt modelId="{A35E9EDC-563B-41C4-93B3-B08EB3F5C462}" type="pres">
      <dgm:prSet presAssocID="{8D9DA4E2-54FC-43CD-8D38-91E4BE14E18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5F2120F-A8A3-4997-B882-E544E251F180}" srcId="{8E58D1B2-777F-4775-A3A8-8994B76F4A52}" destId="{1B9149BA-4D84-4D82-9B5C-FF444A2D8649}" srcOrd="0" destOrd="0" parTransId="{69DC01E4-FE0E-40BD-92B4-7E285F2FF85C}" sibTransId="{9204F425-ED47-4B35-8A5D-172C453F0F18}"/>
    <dgm:cxn modelId="{91B6DC11-365F-4092-95B5-E52457DA5984}" type="presOf" srcId="{8E58D1B2-777F-4775-A3A8-8994B76F4A52}" destId="{E047E9CC-E792-4A11-8412-E7799C8EBD09}" srcOrd="0" destOrd="0" presId="urn:microsoft.com/office/officeart/2018/2/layout/IconLabelList"/>
    <dgm:cxn modelId="{64C76F18-12FB-45FA-994D-9272D9300E8E}" srcId="{8E58D1B2-777F-4775-A3A8-8994B76F4A52}" destId="{8D9DA4E2-54FC-43CD-8D38-91E4BE14E183}" srcOrd="2" destOrd="0" parTransId="{63146C27-CC56-4550-A7BF-D0CFD1ECB518}" sibTransId="{18CB0D39-7AAA-41A8-8C1C-EFBB65D452F0}"/>
    <dgm:cxn modelId="{8D68891B-E4D4-4957-8EBB-B450AA7ECDE0}" type="presOf" srcId="{8D9DA4E2-54FC-43CD-8D38-91E4BE14E183}" destId="{A35E9EDC-563B-41C4-93B3-B08EB3F5C462}" srcOrd="0" destOrd="0" presId="urn:microsoft.com/office/officeart/2018/2/layout/IconLabelList"/>
    <dgm:cxn modelId="{AB10924E-D852-4695-95D1-C4AAA9C80B37}" type="presOf" srcId="{1B9149BA-4D84-4D82-9B5C-FF444A2D8649}" destId="{C676F547-64AE-4D94-B1D8-3AC600F25CD1}" srcOrd="0" destOrd="0" presId="urn:microsoft.com/office/officeart/2018/2/layout/IconLabelList"/>
    <dgm:cxn modelId="{1C744654-F667-4C29-BC1A-3DA06262FBED}" srcId="{8E58D1B2-777F-4775-A3A8-8994B76F4A52}" destId="{492F13A9-7F34-4570-A83B-B8682A56CFC4}" srcOrd="1" destOrd="0" parTransId="{58B7C84F-1A92-4AA7-9EF3-4464DD28B449}" sibTransId="{F1A99387-FFBB-4B1A-A4BF-67EED8933C43}"/>
    <dgm:cxn modelId="{C3999DCA-27A2-461B-92FC-490EE135C3AB}" type="presOf" srcId="{492F13A9-7F34-4570-A83B-B8682A56CFC4}" destId="{688E45E3-7AB1-44D8-BE8C-3D704D2E8DD7}" srcOrd="0" destOrd="0" presId="urn:microsoft.com/office/officeart/2018/2/layout/IconLabelList"/>
    <dgm:cxn modelId="{D5BE98BA-00DD-4A44-A9DB-F356A4E154EF}" type="presParOf" srcId="{E047E9CC-E792-4A11-8412-E7799C8EBD09}" destId="{73F5FAD5-AF82-44C8-91DB-290082A99161}" srcOrd="0" destOrd="0" presId="urn:microsoft.com/office/officeart/2018/2/layout/IconLabelList"/>
    <dgm:cxn modelId="{30845B6B-DA53-4844-8720-86FE84302AC1}" type="presParOf" srcId="{73F5FAD5-AF82-44C8-91DB-290082A99161}" destId="{0277DE86-C033-49B8-B513-E0BC66E262FC}" srcOrd="0" destOrd="0" presId="urn:microsoft.com/office/officeart/2018/2/layout/IconLabelList"/>
    <dgm:cxn modelId="{8BC21809-EA47-4DE9-98A0-E028933A3AE0}" type="presParOf" srcId="{73F5FAD5-AF82-44C8-91DB-290082A99161}" destId="{08E460B5-3CAB-4E7C-AE86-F3F734E9B3E4}" srcOrd="1" destOrd="0" presId="urn:microsoft.com/office/officeart/2018/2/layout/IconLabelList"/>
    <dgm:cxn modelId="{98C70C35-67B3-4978-92AB-F88C6848A640}" type="presParOf" srcId="{73F5FAD5-AF82-44C8-91DB-290082A99161}" destId="{C676F547-64AE-4D94-B1D8-3AC600F25CD1}" srcOrd="2" destOrd="0" presId="urn:microsoft.com/office/officeart/2018/2/layout/IconLabelList"/>
    <dgm:cxn modelId="{84052EA6-68E3-4BE0-A623-09D52C0DFE49}" type="presParOf" srcId="{E047E9CC-E792-4A11-8412-E7799C8EBD09}" destId="{4ED621E2-6F93-4F55-85C9-CBD5ABB7A6F2}" srcOrd="1" destOrd="0" presId="urn:microsoft.com/office/officeart/2018/2/layout/IconLabelList"/>
    <dgm:cxn modelId="{02667FE3-B89B-4288-B6DF-5BB485DDF643}" type="presParOf" srcId="{E047E9CC-E792-4A11-8412-E7799C8EBD09}" destId="{D2A364C8-7371-4A8D-9383-6DC036181850}" srcOrd="2" destOrd="0" presId="urn:microsoft.com/office/officeart/2018/2/layout/IconLabelList"/>
    <dgm:cxn modelId="{DD35C83A-2186-49AF-BDB9-11AE4F898E02}" type="presParOf" srcId="{D2A364C8-7371-4A8D-9383-6DC036181850}" destId="{2E5EE7EE-C01F-4156-8A08-CA307E6AC7D9}" srcOrd="0" destOrd="0" presId="urn:microsoft.com/office/officeart/2018/2/layout/IconLabelList"/>
    <dgm:cxn modelId="{1D57314B-ADED-48D6-9174-B859B31B4791}" type="presParOf" srcId="{D2A364C8-7371-4A8D-9383-6DC036181850}" destId="{7B6CEA79-8D79-4330-8109-C3E705703785}" srcOrd="1" destOrd="0" presId="urn:microsoft.com/office/officeart/2018/2/layout/IconLabelList"/>
    <dgm:cxn modelId="{5CB4C882-F617-4523-816A-8E579BBDB682}" type="presParOf" srcId="{D2A364C8-7371-4A8D-9383-6DC036181850}" destId="{688E45E3-7AB1-44D8-BE8C-3D704D2E8DD7}" srcOrd="2" destOrd="0" presId="urn:microsoft.com/office/officeart/2018/2/layout/IconLabelList"/>
    <dgm:cxn modelId="{7E8FF78C-41CE-4595-BA66-55EBAC701278}" type="presParOf" srcId="{E047E9CC-E792-4A11-8412-E7799C8EBD09}" destId="{066603BB-48D6-4FF3-BE09-29332A762E51}" srcOrd="3" destOrd="0" presId="urn:microsoft.com/office/officeart/2018/2/layout/IconLabelList"/>
    <dgm:cxn modelId="{F6E77D83-2A16-467A-85DF-38D5D0034FB0}" type="presParOf" srcId="{E047E9CC-E792-4A11-8412-E7799C8EBD09}" destId="{FC90296A-FABB-4564-A866-0077BCF72283}" srcOrd="4" destOrd="0" presId="urn:microsoft.com/office/officeart/2018/2/layout/IconLabelList"/>
    <dgm:cxn modelId="{B388C53F-5412-4AFA-AAF0-60ECD3261430}" type="presParOf" srcId="{FC90296A-FABB-4564-A866-0077BCF72283}" destId="{A03EF1A5-ABB9-41FD-8A30-EB7F4F9DF349}" srcOrd="0" destOrd="0" presId="urn:microsoft.com/office/officeart/2018/2/layout/IconLabelList"/>
    <dgm:cxn modelId="{344C016E-8CDA-4772-9A44-A7C873602411}" type="presParOf" srcId="{FC90296A-FABB-4564-A866-0077BCF72283}" destId="{120BCF9F-2E1C-4DBD-942A-4D17A6A73363}" srcOrd="1" destOrd="0" presId="urn:microsoft.com/office/officeart/2018/2/layout/IconLabelList"/>
    <dgm:cxn modelId="{64D8ADFE-F90D-49ED-976C-12DF180EDBC9}" type="presParOf" srcId="{FC90296A-FABB-4564-A866-0077BCF72283}" destId="{A35E9EDC-563B-41C4-93B3-B08EB3F5C46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37FF7-1B6C-4612-B9A2-CE6F7BEE892E}">
      <dsp:nvSpPr>
        <dsp:cNvPr id="0" name=""/>
        <dsp:cNvSpPr/>
      </dsp:nvSpPr>
      <dsp:spPr>
        <a:xfrm>
          <a:off x="94640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8E320-1563-4B5F-B805-69E301CC46D3}">
      <dsp:nvSpPr>
        <dsp:cNvPr id="0" name=""/>
        <dsp:cNvSpPr/>
      </dsp:nvSpPr>
      <dsp:spPr>
        <a:xfrm>
          <a:off x="5931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Modern applications use microservices over monolithic architecture</a:t>
          </a:r>
        </a:p>
      </dsp:txBody>
      <dsp:txXfrm>
        <a:off x="59312" y="2653826"/>
        <a:ext cx="3225778" cy="720000"/>
      </dsp:txXfrm>
    </dsp:sp>
    <dsp:sp modelId="{98E685D6-8BBF-4390-A471-A56323E38D57}">
      <dsp:nvSpPr>
        <dsp:cNvPr id="0" name=""/>
        <dsp:cNvSpPr/>
      </dsp:nvSpPr>
      <dsp:spPr>
        <a:xfrm>
          <a:off x="473669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2A3CBC-832A-47D1-B118-707356E21C18}">
      <dsp:nvSpPr>
        <dsp:cNvPr id="0" name=""/>
        <dsp:cNvSpPr/>
      </dsp:nvSpPr>
      <dsp:spPr>
        <a:xfrm>
          <a:off x="384960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Benefits: Scalability, Flexibility, Maintainability</a:t>
          </a:r>
        </a:p>
      </dsp:txBody>
      <dsp:txXfrm>
        <a:off x="3849602" y="2653826"/>
        <a:ext cx="3225778" cy="720000"/>
      </dsp:txXfrm>
    </dsp:sp>
    <dsp:sp modelId="{AF656B04-8518-45F1-A78A-CB18D30ACCBB}">
      <dsp:nvSpPr>
        <dsp:cNvPr id="0" name=""/>
        <dsp:cNvSpPr/>
      </dsp:nvSpPr>
      <dsp:spPr>
        <a:xfrm>
          <a:off x="852698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A81E3-A578-47E5-B701-4784BD7BB442}">
      <dsp:nvSpPr>
        <dsp:cNvPr id="0" name=""/>
        <dsp:cNvSpPr/>
      </dsp:nvSpPr>
      <dsp:spPr>
        <a:xfrm>
          <a:off x="763989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Challenges: API communication, Distributed complexity</a:t>
          </a:r>
        </a:p>
      </dsp:txBody>
      <dsp:txXfrm>
        <a:off x="7639892" y="2653826"/>
        <a:ext cx="322577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218E3-C7AD-41D0-8579-6A8BF4B0BADB}">
      <dsp:nvSpPr>
        <dsp:cNvPr id="0" name=""/>
        <dsp:cNvSpPr/>
      </dsp:nvSpPr>
      <dsp:spPr>
        <a:xfrm>
          <a:off x="833137" y="1660906"/>
          <a:ext cx="666509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2B287-4236-45DA-9BE1-22D86BA69D07}">
      <dsp:nvSpPr>
        <dsp:cNvPr id="0" name=""/>
        <dsp:cNvSpPr/>
      </dsp:nvSpPr>
      <dsp:spPr>
        <a:xfrm>
          <a:off x="1539637" y="1604955"/>
          <a:ext cx="76648" cy="143776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976407"/>
            <a:satOff val="4387"/>
            <a:lumOff val="30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976407"/>
              <a:satOff val="4387"/>
              <a:lumOff val="30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12C8D-9186-4DED-9F4D-B29F35FC218F}">
      <dsp:nvSpPr>
        <dsp:cNvPr id="0" name=""/>
        <dsp:cNvSpPr/>
      </dsp:nvSpPr>
      <dsp:spPr>
        <a:xfrm>
          <a:off x="432608" y="1343727"/>
          <a:ext cx="634429" cy="63442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</a:t>
          </a:r>
        </a:p>
      </dsp:txBody>
      <dsp:txXfrm>
        <a:off x="525518" y="1436637"/>
        <a:ext cx="448609" cy="448609"/>
      </dsp:txXfrm>
    </dsp:sp>
    <dsp:sp modelId="{C099B037-E0FB-4CD8-87CF-7B6295B4816B}">
      <dsp:nvSpPr>
        <dsp:cNvPr id="0" name=""/>
        <dsp:cNvSpPr/>
      </dsp:nvSpPr>
      <dsp:spPr>
        <a:xfrm>
          <a:off x="0" y="2143539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952815"/>
            <a:satOff val="8773"/>
            <a:lumOff val="603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952815"/>
              <a:satOff val="8773"/>
              <a:lumOff val="60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 a user-friendly frontend interface</a:t>
          </a:r>
        </a:p>
      </dsp:txBody>
      <dsp:txXfrm>
        <a:off x="0" y="2443468"/>
        <a:ext cx="1499646" cy="1665671"/>
      </dsp:txXfrm>
    </dsp:sp>
    <dsp:sp modelId="{CAEA305F-457F-4947-B998-744653EA8E3D}">
      <dsp:nvSpPr>
        <dsp:cNvPr id="0" name=""/>
        <dsp:cNvSpPr/>
      </dsp:nvSpPr>
      <dsp:spPr>
        <a:xfrm>
          <a:off x="1666274" y="1661323"/>
          <a:ext cx="1499646" cy="72"/>
        </a:xfrm>
        <a:prstGeom prst="rect">
          <a:avLst/>
        </a:prstGeom>
        <a:solidFill>
          <a:schemeClr val="accent5">
            <a:tint val="40000"/>
            <a:alpha val="90000"/>
            <a:hueOff val="-2929222"/>
            <a:satOff val="13160"/>
            <a:lumOff val="905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2929222"/>
              <a:satOff val="13160"/>
              <a:lumOff val="90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4031B-7A7B-4BF4-A16C-669D7C4B9CA3}">
      <dsp:nvSpPr>
        <dsp:cNvPr id="0" name=""/>
        <dsp:cNvSpPr/>
      </dsp:nvSpPr>
      <dsp:spPr>
        <a:xfrm>
          <a:off x="3205911" y="1605299"/>
          <a:ext cx="76648" cy="144155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3905630"/>
            <a:satOff val="17547"/>
            <a:lumOff val="120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905630"/>
              <a:satOff val="17547"/>
              <a:lumOff val="12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D73231-C4F3-406B-8CC1-C89CA525FBF5}">
      <dsp:nvSpPr>
        <dsp:cNvPr id="0" name=""/>
        <dsp:cNvSpPr/>
      </dsp:nvSpPr>
      <dsp:spPr>
        <a:xfrm>
          <a:off x="2098882" y="1344145"/>
          <a:ext cx="634429" cy="634429"/>
        </a:xfrm>
        <a:prstGeom prst="ellipse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</a:t>
          </a:r>
        </a:p>
      </dsp:txBody>
      <dsp:txXfrm>
        <a:off x="2191792" y="1437055"/>
        <a:ext cx="448609" cy="448609"/>
      </dsp:txXfrm>
    </dsp:sp>
    <dsp:sp modelId="{DD0118E0-7557-4DDE-874F-F795E0ACF7DF}">
      <dsp:nvSpPr>
        <dsp:cNvPr id="0" name=""/>
        <dsp:cNvSpPr/>
      </dsp:nvSpPr>
      <dsp:spPr>
        <a:xfrm>
          <a:off x="1666274" y="2144592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4882037"/>
            <a:satOff val="21933"/>
            <a:lumOff val="150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4882037"/>
              <a:satOff val="21933"/>
              <a:lumOff val="150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a custom password validation API</a:t>
          </a:r>
        </a:p>
      </dsp:txBody>
      <dsp:txXfrm>
        <a:off x="1666274" y="2444521"/>
        <a:ext cx="1499646" cy="1665671"/>
      </dsp:txXfrm>
    </dsp:sp>
    <dsp:sp modelId="{B5D20095-6C33-44F8-9ACD-CFFECA56A7AD}">
      <dsp:nvSpPr>
        <dsp:cNvPr id="0" name=""/>
        <dsp:cNvSpPr/>
      </dsp:nvSpPr>
      <dsp:spPr>
        <a:xfrm>
          <a:off x="3332548" y="1661323"/>
          <a:ext cx="1499646" cy="72"/>
        </a:xfrm>
        <a:prstGeom prst="rect">
          <a:avLst/>
        </a:prstGeom>
        <a:solidFill>
          <a:schemeClr val="accent5">
            <a:tint val="40000"/>
            <a:alpha val="90000"/>
            <a:hueOff val="-5858445"/>
            <a:satOff val="26320"/>
            <a:lumOff val="180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858445"/>
              <a:satOff val="26320"/>
              <a:lumOff val="180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F2A82-8E23-4F81-A128-70C478AD8934}">
      <dsp:nvSpPr>
        <dsp:cNvPr id="0" name=""/>
        <dsp:cNvSpPr/>
      </dsp:nvSpPr>
      <dsp:spPr>
        <a:xfrm>
          <a:off x="4872185" y="1605299"/>
          <a:ext cx="76648" cy="144155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834852"/>
            <a:satOff val="30706"/>
            <a:lumOff val="211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834852"/>
              <a:satOff val="30706"/>
              <a:lumOff val="21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BBAF2C-F21F-4288-992A-C73E98346056}">
      <dsp:nvSpPr>
        <dsp:cNvPr id="0" name=""/>
        <dsp:cNvSpPr/>
      </dsp:nvSpPr>
      <dsp:spPr>
        <a:xfrm>
          <a:off x="3765157" y="1344145"/>
          <a:ext cx="634429" cy="634429"/>
        </a:xfrm>
        <a:prstGeom prst="ellipse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</a:t>
          </a:r>
        </a:p>
      </dsp:txBody>
      <dsp:txXfrm>
        <a:off x="3858067" y="1437055"/>
        <a:ext cx="448609" cy="448609"/>
      </dsp:txXfrm>
    </dsp:sp>
    <dsp:sp modelId="{0692CE8C-83E7-41D9-863A-1AD559807296}">
      <dsp:nvSpPr>
        <dsp:cNvPr id="0" name=""/>
        <dsp:cNvSpPr/>
      </dsp:nvSpPr>
      <dsp:spPr>
        <a:xfrm>
          <a:off x="3332548" y="2144592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7811259"/>
            <a:satOff val="35093"/>
            <a:lumOff val="241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811259"/>
              <a:satOff val="35093"/>
              <a:lumOff val="241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 third-party and public APIs</a:t>
          </a:r>
        </a:p>
      </dsp:txBody>
      <dsp:txXfrm>
        <a:off x="3332548" y="2444521"/>
        <a:ext cx="1499646" cy="1665671"/>
      </dsp:txXfrm>
    </dsp:sp>
    <dsp:sp modelId="{B3992DAD-63FB-4BA8-B6BE-5B6FB9F767E1}">
      <dsp:nvSpPr>
        <dsp:cNvPr id="0" name=""/>
        <dsp:cNvSpPr/>
      </dsp:nvSpPr>
      <dsp:spPr>
        <a:xfrm>
          <a:off x="4998822" y="1661323"/>
          <a:ext cx="749823" cy="72"/>
        </a:xfrm>
        <a:prstGeom prst="rect">
          <a:avLst/>
        </a:prstGeom>
        <a:solidFill>
          <a:schemeClr val="accent5">
            <a:tint val="40000"/>
            <a:alpha val="90000"/>
            <a:hueOff val="-8787666"/>
            <a:satOff val="39480"/>
            <a:lumOff val="2714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787666"/>
              <a:satOff val="39480"/>
              <a:lumOff val="271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B33A1-436F-4607-BEA3-E6E59451F3BE}">
      <dsp:nvSpPr>
        <dsp:cNvPr id="0" name=""/>
        <dsp:cNvSpPr/>
      </dsp:nvSpPr>
      <dsp:spPr>
        <a:xfrm>
          <a:off x="5431431" y="1344145"/>
          <a:ext cx="634429" cy="634429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619" tIns="24619" rIns="24619" bIns="24619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4</a:t>
          </a:r>
        </a:p>
      </dsp:txBody>
      <dsp:txXfrm>
        <a:off x="5524341" y="1437055"/>
        <a:ext cx="448609" cy="448609"/>
      </dsp:txXfrm>
    </dsp:sp>
    <dsp:sp modelId="{D9C900AD-480C-436B-8D57-E2DAEDE3272F}">
      <dsp:nvSpPr>
        <dsp:cNvPr id="0" name=""/>
        <dsp:cNvSpPr/>
      </dsp:nvSpPr>
      <dsp:spPr>
        <a:xfrm>
          <a:off x="4998822" y="2144592"/>
          <a:ext cx="1499646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294" tIns="165100" rIns="11829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Deploy the system on the cloud</a:t>
          </a:r>
        </a:p>
      </dsp:txBody>
      <dsp:txXfrm>
        <a:off x="4998822" y="2444521"/>
        <a:ext cx="1499646" cy="16656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C5EDD-EA66-4C3C-9080-061464184E66}">
      <dsp:nvSpPr>
        <dsp:cNvPr id="0" name=""/>
        <dsp:cNvSpPr/>
      </dsp:nvSpPr>
      <dsp:spPr>
        <a:xfrm>
          <a:off x="0" y="1783"/>
          <a:ext cx="6362567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2E546-CC7B-4AFB-883A-E52E0F5186EA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8E065-858E-4B41-B988-80BCA85E0FD0}">
      <dsp:nvSpPr>
        <dsp:cNvPr id="0" name=""/>
        <dsp:cNvSpPr/>
      </dsp:nvSpPr>
      <dsp:spPr>
        <a:xfrm>
          <a:off x="877842" y="1783"/>
          <a:ext cx="5484724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Functional Requirements:</a:t>
          </a:r>
        </a:p>
      </dsp:txBody>
      <dsp:txXfrm>
        <a:off x="877842" y="1783"/>
        <a:ext cx="5484724" cy="760036"/>
      </dsp:txXfrm>
    </dsp:sp>
    <dsp:sp modelId="{F10891D4-ED80-41AA-B481-81E1B77D9871}">
      <dsp:nvSpPr>
        <dsp:cNvPr id="0" name=""/>
        <dsp:cNvSpPr/>
      </dsp:nvSpPr>
      <dsp:spPr>
        <a:xfrm>
          <a:off x="0" y="951829"/>
          <a:ext cx="6362567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27DB48-FCF9-4E3D-9FDB-32ECA0FEEC11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B86B9-7FAB-496D-B66E-4C9BE4C0ED7D}">
      <dsp:nvSpPr>
        <dsp:cNvPr id="0" name=""/>
        <dsp:cNvSpPr/>
      </dsp:nvSpPr>
      <dsp:spPr>
        <a:xfrm>
          <a:off x="877842" y="951829"/>
          <a:ext cx="5484724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Add/Delete vehicle records</a:t>
          </a:r>
        </a:p>
      </dsp:txBody>
      <dsp:txXfrm>
        <a:off x="877842" y="951829"/>
        <a:ext cx="5484724" cy="760036"/>
      </dsp:txXfrm>
    </dsp:sp>
    <dsp:sp modelId="{74DECCF7-9FB2-40C1-B7DF-9ACD8102043F}">
      <dsp:nvSpPr>
        <dsp:cNvPr id="0" name=""/>
        <dsp:cNvSpPr/>
      </dsp:nvSpPr>
      <dsp:spPr>
        <a:xfrm>
          <a:off x="0" y="1901874"/>
          <a:ext cx="6362567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E8A93-3083-4301-B757-08DA9005D673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3B8CE-A7AA-461B-9684-8B8ABC22495B}">
      <dsp:nvSpPr>
        <dsp:cNvPr id="0" name=""/>
        <dsp:cNvSpPr/>
      </dsp:nvSpPr>
      <dsp:spPr>
        <a:xfrm>
          <a:off x="877842" y="1901874"/>
          <a:ext cx="5484724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Validate password strength</a:t>
          </a:r>
        </a:p>
      </dsp:txBody>
      <dsp:txXfrm>
        <a:off x="877842" y="1901874"/>
        <a:ext cx="5484724" cy="760036"/>
      </dsp:txXfrm>
    </dsp:sp>
    <dsp:sp modelId="{5D903B0A-7598-4776-8D6C-805A3C57118A}">
      <dsp:nvSpPr>
        <dsp:cNvPr id="0" name=""/>
        <dsp:cNvSpPr/>
      </dsp:nvSpPr>
      <dsp:spPr>
        <a:xfrm>
          <a:off x="0" y="2851920"/>
          <a:ext cx="6362567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995687-1376-4136-A297-D6DB21FF3A0C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BC3CF-1E0D-40BF-83D4-F5E578B0C240}">
      <dsp:nvSpPr>
        <dsp:cNvPr id="0" name=""/>
        <dsp:cNvSpPr/>
      </dsp:nvSpPr>
      <dsp:spPr>
        <a:xfrm>
          <a:off x="877842" y="2851920"/>
          <a:ext cx="5484724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Generate PDF of vehicle details</a:t>
          </a:r>
        </a:p>
      </dsp:txBody>
      <dsp:txXfrm>
        <a:off x="877842" y="2851920"/>
        <a:ext cx="5484724" cy="760036"/>
      </dsp:txXfrm>
    </dsp:sp>
    <dsp:sp modelId="{5EE0A660-3397-49AA-89C2-059B79B2AB60}">
      <dsp:nvSpPr>
        <dsp:cNvPr id="0" name=""/>
        <dsp:cNvSpPr/>
      </dsp:nvSpPr>
      <dsp:spPr>
        <a:xfrm>
          <a:off x="0" y="3801966"/>
          <a:ext cx="6362567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3CA82C-0A69-4617-B0C3-3663C0F27BAC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F4ABF-B83E-4BFD-84EA-D077FF90AB8D}">
      <dsp:nvSpPr>
        <dsp:cNvPr id="0" name=""/>
        <dsp:cNvSpPr/>
      </dsp:nvSpPr>
      <dsp:spPr>
        <a:xfrm>
          <a:off x="877842" y="3801966"/>
          <a:ext cx="5484724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Non-Functional Requirements:</a:t>
          </a:r>
        </a:p>
      </dsp:txBody>
      <dsp:txXfrm>
        <a:off x="877842" y="3801966"/>
        <a:ext cx="5484724" cy="760036"/>
      </dsp:txXfrm>
    </dsp:sp>
    <dsp:sp modelId="{803DE65E-8059-41FC-92CA-6A8FEE430E18}">
      <dsp:nvSpPr>
        <dsp:cNvPr id="0" name=""/>
        <dsp:cNvSpPr/>
      </dsp:nvSpPr>
      <dsp:spPr>
        <a:xfrm>
          <a:off x="0" y="4752011"/>
          <a:ext cx="6362567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741EB-6986-4F9E-AFF9-5424D06EE456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85193-4A7C-4229-993A-965E4B82C2B4}">
      <dsp:nvSpPr>
        <dsp:cNvPr id="0" name=""/>
        <dsp:cNvSpPr/>
      </dsp:nvSpPr>
      <dsp:spPr>
        <a:xfrm>
          <a:off x="877842" y="4752011"/>
          <a:ext cx="5484724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Scalability, Performance, Availability, Usability</a:t>
          </a:r>
        </a:p>
      </dsp:txBody>
      <dsp:txXfrm>
        <a:off x="877842" y="4752011"/>
        <a:ext cx="5484724" cy="7600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8C5C1-065F-4D47-8CFF-27B7D72C2990}">
      <dsp:nvSpPr>
        <dsp:cNvPr id="0" name=""/>
        <dsp:cNvSpPr/>
      </dsp:nvSpPr>
      <dsp:spPr>
        <a:xfrm>
          <a:off x="717241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B7437-AB13-481C-AAFD-391123A6865C}">
      <dsp:nvSpPr>
        <dsp:cNvPr id="0" name=""/>
        <dsp:cNvSpPr/>
      </dsp:nvSpPr>
      <dsp:spPr>
        <a:xfrm>
          <a:off x="1134053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43A03-DC0E-456E-BD29-308E5F69DD09}">
      <dsp:nvSpPr>
        <dsp:cNvPr id="0" name=""/>
        <dsp:cNvSpPr/>
      </dsp:nvSpPr>
      <dsp:spPr>
        <a:xfrm>
          <a:off x="92022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Use of RESTful APIs for communication</a:t>
          </a:r>
        </a:p>
      </dsp:txBody>
      <dsp:txXfrm>
        <a:off x="92022" y="3018902"/>
        <a:ext cx="3206250" cy="720000"/>
      </dsp:txXfrm>
    </dsp:sp>
    <dsp:sp modelId="{2938D564-26A6-4CCF-BB0A-92A975AC4810}">
      <dsp:nvSpPr>
        <dsp:cNvPr id="0" name=""/>
        <dsp:cNvSpPr/>
      </dsp:nvSpPr>
      <dsp:spPr>
        <a:xfrm>
          <a:off x="4484585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16590-FDE0-4017-9F11-5B1A710EBD22}">
      <dsp:nvSpPr>
        <dsp:cNvPr id="0" name=""/>
        <dsp:cNvSpPr/>
      </dsp:nvSpPr>
      <dsp:spPr>
        <a:xfrm>
          <a:off x="4901397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D1672-B03E-40F1-A01E-AD0382558EE1}">
      <dsp:nvSpPr>
        <dsp:cNvPr id="0" name=""/>
        <dsp:cNvSpPr/>
      </dsp:nvSpPr>
      <dsp:spPr>
        <a:xfrm>
          <a:off x="3859366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Stateless backend design for scalability</a:t>
          </a:r>
        </a:p>
      </dsp:txBody>
      <dsp:txXfrm>
        <a:off x="3859366" y="3018902"/>
        <a:ext cx="3206250" cy="720000"/>
      </dsp:txXfrm>
    </dsp:sp>
    <dsp:sp modelId="{4B8DF2B2-13AF-4DB8-BF4B-99097A8E9129}">
      <dsp:nvSpPr>
        <dsp:cNvPr id="0" name=""/>
        <dsp:cNvSpPr/>
      </dsp:nvSpPr>
      <dsp:spPr>
        <a:xfrm>
          <a:off x="8251929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29335-5B7B-4260-B3D4-A7CC4E86AFB3}">
      <dsp:nvSpPr>
        <dsp:cNvPr id="0" name=""/>
        <dsp:cNvSpPr/>
      </dsp:nvSpPr>
      <dsp:spPr>
        <a:xfrm>
          <a:off x="8668741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D21E0-DE32-4A8C-904B-5EF0E0E449BC}">
      <dsp:nvSpPr>
        <dsp:cNvPr id="0" name=""/>
        <dsp:cNvSpPr/>
      </dsp:nvSpPr>
      <dsp:spPr>
        <a:xfrm>
          <a:off x="7626710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Loosely coupled services for flexibility</a:t>
          </a:r>
        </a:p>
      </dsp:txBody>
      <dsp:txXfrm>
        <a:off x="7626710" y="3018902"/>
        <a:ext cx="320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88757B-9418-4B9A-B4EA-93F7A581F4D9}">
      <dsp:nvSpPr>
        <dsp:cNvPr id="0" name=""/>
        <dsp:cNvSpPr/>
      </dsp:nvSpPr>
      <dsp:spPr>
        <a:xfrm>
          <a:off x="94640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1A6C3-DF91-44DF-9923-DF9B172069B6}">
      <dsp:nvSpPr>
        <dsp:cNvPr id="0" name=""/>
        <dsp:cNvSpPr/>
      </dsp:nvSpPr>
      <dsp:spPr>
        <a:xfrm>
          <a:off x="5931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Cloud deployment enables horizontal scaling</a:t>
          </a:r>
        </a:p>
      </dsp:txBody>
      <dsp:txXfrm>
        <a:off x="59312" y="2653826"/>
        <a:ext cx="3225778" cy="720000"/>
      </dsp:txXfrm>
    </dsp:sp>
    <dsp:sp modelId="{DA68A2B9-805B-4B39-8A1A-6F1D1056076B}">
      <dsp:nvSpPr>
        <dsp:cNvPr id="0" name=""/>
        <dsp:cNvSpPr/>
      </dsp:nvSpPr>
      <dsp:spPr>
        <a:xfrm>
          <a:off x="473669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9DEEA-94E1-44CA-AA71-F9F5CBEA9048}">
      <dsp:nvSpPr>
        <dsp:cNvPr id="0" name=""/>
        <dsp:cNvSpPr/>
      </dsp:nvSpPr>
      <dsp:spPr>
        <a:xfrm>
          <a:off x="384960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Each service can scale independently</a:t>
          </a:r>
        </a:p>
      </dsp:txBody>
      <dsp:txXfrm>
        <a:off x="3849602" y="2653826"/>
        <a:ext cx="3225778" cy="720000"/>
      </dsp:txXfrm>
    </dsp:sp>
    <dsp:sp modelId="{1ABF6566-F9CB-4BD2-BA35-BB1CE300E38C}">
      <dsp:nvSpPr>
        <dsp:cNvPr id="0" name=""/>
        <dsp:cNvSpPr/>
      </dsp:nvSpPr>
      <dsp:spPr>
        <a:xfrm>
          <a:off x="852698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0B789-EC2A-498E-B10D-57DE4A5468E1}">
      <dsp:nvSpPr>
        <dsp:cNvPr id="0" name=""/>
        <dsp:cNvSpPr/>
      </dsp:nvSpPr>
      <dsp:spPr>
        <a:xfrm>
          <a:off x="763989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Supports multiple concurrent users</a:t>
          </a:r>
        </a:p>
      </dsp:txBody>
      <dsp:txXfrm>
        <a:off x="7639892" y="2653826"/>
        <a:ext cx="3225778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327F60-1635-4005-A42B-8D2267396417}">
      <dsp:nvSpPr>
        <dsp:cNvPr id="0" name=""/>
        <dsp:cNvSpPr/>
      </dsp:nvSpPr>
      <dsp:spPr>
        <a:xfrm>
          <a:off x="717241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7C8D1-DBEB-422B-B628-C5E70CB26513}">
      <dsp:nvSpPr>
        <dsp:cNvPr id="0" name=""/>
        <dsp:cNvSpPr/>
      </dsp:nvSpPr>
      <dsp:spPr>
        <a:xfrm>
          <a:off x="1134053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BD294-4BF8-4847-B071-07BD8555A5FD}">
      <dsp:nvSpPr>
        <dsp:cNvPr id="0" name=""/>
        <dsp:cNvSpPr/>
      </dsp:nvSpPr>
      <dsp:spPr>
        <a:xfrm>
          <a:off x="92022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Frontend: User interface for managing vehicles</a:t>
          </a:r>
        </a:p>
      </dsp:txBody>
      <dsp:txXfrm>
        <a:off x="92022" y="3018902"/>
        <a:ext cx="3206250" cy="720000"/>
      </dsp:txXfrm>
    </dsp:sp>
    <dsp:sp modelId="{BA1B0C79-B854-46BD-930F-1E7F0E0AC5A6}">
      <dsp:nvSpPr>
        <dsp:cNvPr id="0" name=""/>
        <dsp:cNvSpPr/>
      </dsp:nvSpPr>
      <dsp:spPr>
        <a:xfrm>
          <a:off x="4484585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E2AB1-F930-4B3C-8ADD-58CC53C091AB}">
      <dsp:nvSpPr>
        <dsp:cNvPr id="0" name=""/>
        <dsp:cNvSpPr/>
      </dsp:nvSpPr>
      <dsp:spPr>
        <a:xfrm>
          <a:off x="4901397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DC50B-2C2F-4EDB-A4C5-FA6DDF02D8AC}">
      <dsp:nvSpPr>
        <dsp:cNvPr id="0" name=""/>
        <dsp:cNvSpPr/>
      </dsp:nvSpPr>
      <dsp:spPr>
        <a:xfrm>
          <a:off x="3859366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Backend: Handles logic, API calls, and data processing</a:t>
          </a:r>
        </a:p>
      </dsp:txBody>
      <dsp:txXfrm>
        <a:off x="3859366" y="3018902"/>
        <a:ext cx="3206250" cy="720000"/>
      </dsp:txXfrm>
    </dsp:sp>
    <dsp:sp modelId="{1C936121-B057-4950-B15A-009931236000}">
      <dsp:nvSpPr>
        <dsp:cNvPr id="0" name=""/>
        <dsp:cNvSpPr/>
      </dsp:nvSpPr>
      <dsp:spPr>
        <a:xfrm>
          <a:off x="8251929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A0B97-EC4C-4910-84BF-A10BA0A16850}">
      <dsp:nvSpPr>
        <dsp:cNvPr id="0" name=""/>
        <dsp:cNvSpPr/>
      </dsp:nvSpPr>
      <dsp:spPr>
        <a:xfrm>
          <a:off x="8668741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90E4A-AF4E-4089-888B-83BB9CE4266A}">
      <dsp:nvSpPr>
        <dsp:cNvPr id="0" name=""/>
        <dsp:cNvSpPr/>
      </dsp:nvSpPr>
      <dsp:spPr>
        <a:xfrm>
          <a:off x="7626710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Communication via HTTP requests</a:t>
          </a:r>
        </a:p>
      </dsp:txBody>
      <dsp:txXfrm>
        <a:off x="7626710" y="3018902"/>
        <a:ext cx="32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6DF3C-5875-46A1-B7F6-08A483257609}">
      <dsp:nvSpPr>
        <dsp:cNvPr id="0" name=""/>
        <dsp:cNvSpPr/>
      </dsp:nvSpPr>
      <dsp:spPr>
        <a:xfrm>
          <a:off x="717241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005F6-F077-4838-92B7-93008D3630C4}">
      <dsp:nvSpPr>
        <dsp:cNvPr id="0" name=""/>
        <dsp:cNvSpPr/>
      </dsp:nvSpPr>
      <dsp:spPr>
        <a:xfrm>
          <a:off x="1134053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226F0-A118-42EB-9EBC-649955F49083}">
      <dsp:nvSpPr>
        <dsp:cNvPr id="0" name=""/>
        <dsp:cNvSpPr/>
      </dsp:nvSpPr>
      <dsp:spPr>
        <a:xfrm>
          <a:off x="92022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Custom API for password strength validation</a:t>
          </a:r>
        </a:p>
      </dsp:txBody>
      <dsp:txXfrm>
        <a:off x="92022" y="3018902"/>
        <a:ext cx="3206250" cy="720000"/>
      </dsp:txXfrm>
    </dsp:sp>
    <dsp:sp modelId="{0D9739CA-5322-4A92-B845-B8D35F7D5AE3}">
      <dsp:nvSpPr>
        <dsp:cNvPr id="0" name=""/>
        <dsp:cNvSpPr/>
      </dsp:nvSpPr>
      <dsp:spPr>
        <a:xfrm>
          <a:off x="4484585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5FDA8-D010-4121-A56F-215FF0D493A3}">
      <dsp:nvSpPr>
        <dsp:cNvPr id="0" name=""/>
        <dsp:cNvSpPr/>
      </dsp:nvSpPr>
      <dsp:spPr>
        <a:xfrm>
          <a:off x="4901397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36515-4ABA-4DF4-85D2-408CBF237FB5}">
      <dsp:nvSpPr>
        <dsp:cNvPr id="0" name=""/>
        <dsp:cNvSpPr/>
      </dsp:nvSpPr>
      <dsp:spPr>
        <a:xfrm>
          <a:off x="3859366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External API for HTML-to-PDF conversion</a:t>
          </a:r>
        </a:p>
      </dsp:txBody>
      <dsp:txXfrm>
        <a:off x="3859366" y="3018902"/>
        <a:ext cx="3206250" cy="720000"/>
      </dsp:txXfrm>
    </dsp:sp>
    <dsp:sp modelId="{ECDD969A-E7CE-4A69-AE13-031A725CAEA7}">
      <dsp:nvSpPr>
        <dsp:cNvPr id="0" name=""/>
        <dsp:cNvSpPr/>
      </dsp:nvSpPr>
      <dsp:spPr>
        <a:xfrm>
          <a:off x="8251929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0E9AF-96EE-465C-9294-C235F3DD90F0}">
      <dsp:nvSpPr>
        <dsp:cNvPr id="0" name=""/>
        <dsp:cNvSpPr/>
      </dsp:nvSpPr>
      <dsp:spPr>
        <a:xfrm>
          <a:off x="8668741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9A65E4-95E7-43DD-BEBF-E56231823F9D}">
      <dsp:nvSpPr>
        <dsp:cNvPr id="0" name=""/>
        <dsp:cNvSpPr/>
      </dsp:nvSpPr>
      <dsp:spPr>
        <a:xfrm>
          <a:off x="7626710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Public API integrated for enhanced functionality</a:t>
          </a:r>
        </a:p>
      </dsp:txBody>
      <dsp:txXfrm>
        <a:off x="7626710" y="3018902"/>
        <a:ext cx="32062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FAD7A7-58AC-4FC3-B762-922D52339104}">
      <dsp:nvSpPr>
        <dsp:cNvPr id="0" name=""/>
        <dsp:cNvSpPr/>
      </dsp:nvSpPr>
      <dsp:spPr>
        <a:xfrm>
          <a:off x="0" y="717"/>
          <a:ext cx="6299960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26753-3391-47CC-A98E-F2606046C3B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EC168-09D2-4608-8DEE-3705C3D70DD7}">
      <dsp:nvSpPr>
        <dsp:cNvPr id="0" name=""/>
        <dsp:cNvSpPr/>
      </dsp:nvSpPr>
      <dsp:spPr>
        <a:xfrm>
          <a:off x="1939533" y="717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Application hosted on cloud platform</a:t>
          </a:r>
        </a:p>
      </dsp:txBody>
      <dsp:txXfrm>
        <a:off x="1939533" y="717"/>
        <a:ext cx="4360426" cy="1679249"/>
      </dsp:txXfrm>
    </dsp:sp>
    <dsp:sp modelId="{082A56CB-78BC-49C0-85C1-A9C9DCB4D0CF}">
      <dsp:nvSpPr>
        <dsp:cNvPr id="0" name=""/>
        <dsp:cNvSpPr/>
      </dsp:nvSpPr>
      <dsp:spPr>
        <a:xfrm>
          <a:off x="0" y="2099779"/>
          <a:ext cx="6299960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0C3FE-C13C-40E2-8F47-1F592319D98E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83EDA-B6B2-476E-A222-894FDCD7DBB0}">
      <dsp:nvSpPr>
        <dsp:cNvPr id="0" name=""/>
        <dsp:cNvSpPr/>
      </dsp:nvSpPr>
      <dsp:spPr>
        <a:xfrm>
          <a:off x="1939533" y="2099779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Automated deployment using GitHub Actions</a:t>
          </a:r>
        </a:p>
      </dsp:txBody>
      <dsp:txXfrm>
        <a:off x="1939533" y="2099779"/>
        <a:ext cx="4360426" cy="1679249"/>
      </dsp:txXfrm>
    </dsp:sp>
    <dsp:sp modelId="{B3A0FF5C-89FB-47D4-8FD0-D7194D8B0A86}">
      <dsp:nvSpPr>
        <dsp:cNvPr id="0" name=""/>
        <dsp:cNvSpPr/>
      </dsp:nvSpPr>
      <dsp:spPr>
        <a:xfrm>
          <a:off x="0" y="4198841"/>
          <a:ext cx="6299960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A548B-6AFF-4A17-BB7B-28B1ACEF5B90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55022-E1EF-41BB-A0DD-FBA90C3FC36C}">
      <dsp:nvSpPr>
        <dsp:cNvPr id="0" name=""/>
        <dsp:cNvSpPr/>
      </dsp:nvSpPr>
      <dsp:spPr>
        <a:xfrm>
          <a:off x="1939533" y="4198841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Continuous Integration and Delivery pipeline</a:t>
          </a:r>
        </a:p>
      </dsp:txBody>
      <dsp:txXfrm>
        <a:off x="1939533" y="4198841"/>
        <a:ext cx="4360426" cy="16792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7DE86-C033-49B8-B513-E0BC66E262FC}">
      <dsp:nvSpPr>
        <dsp:cNvPr id="0" name=""/>
        <dsp:cNvSpPr/>
      </dsp:nvSpPr>
      <dsp:spPr>
        <a:xfrm>
          <a:off x="94640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6F547-64AE-4D94-B1D8-3AC600F25CD1}">
      <dsp:nvSpPr>
        <dsp:cNvPr id="0" name=""/>
        <dsp:cNvSpPr/>
      </dsp:nvSpPr>
      <dsp:spPr>
        <a:xfrm>
          <a:off x="5931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Learned integration of multiple APIs</a:t>
          </a:r>
        </a:p>
      </dsp:txBody>
      <dsp:txXfrm>
        <a:off x="59312" y="2653826"/>
        <a:ext cx="3225778" cy="720000"/>
      </dsp:txXfrm>
    </dsp:sp>
    <dsp:sp modelId="{2E5EE7EE-C01F-4156-8A08-CA307E6AC7D9}">
      <dsp:nvSpPr>
        <dsp:cNvPr id="0" name=""/>
        <dsp:cNvSpPr/>
      </dsp:nvSpPr>
      <dsp:spPr>
        <a:xfrm>
          <a:off x="473669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E45E3-7AB1-44D8-BE8C-3D704D2E8DD7}">
      <dsp:nvSpPr>
        <dsp:cNvPr id="0" name=""/>
        <dsp:cNvSpPr/>
      </dsp:nvSpPr>
      <dsp:spPr>
        <a:xfrm>
          <a:off x="384960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Gained experience in cloud deployment</a:t>
          </a:r>
        </a:p>
      </dsp:txBody>
      <dsp:txXfrm>
        <a:off x="3849602" y="2653826"/>
        <a:ext cx="3225778" cy="720000"/>
      </dsp:txXfrm>
    </dsp:sp>
    <dsp:sp modelId="{A03EF1A5-ABB9-41FD-8A30-EB7F4F9DF349}">
      <dsp:nvSpPr>
        <dsp:cNvPr id="0" name=""/>
        <dsp:cNvSpPr/>
      </dsp:nvSpPr>
      <dsp:spPr>
        <a:xfrm>
          <a:off x="8526981" y="818978"/>
          <a:ext cx="1451600" cy="1451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E9EDC-563B-41C4-93B3-B08EB3F5C462}">
      <dsp:nvSpPr>
        <dsp:cNvPr id="0" name=""/>
        <dsp:cNvSpPr/>
      </dsp:nvSpPr>
      <dsp:spPr>
        <a:xfrm>
          <a:off x="7639892" y="2653826"/>
          <a:ext cx="322577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Developed understanding of scalable system design</a:t>
          </a:r>
        </a:p>
      </dsp:txBody>
      <dsp:txXfrm>
        <a:off x="7639892" y="2653826"/>
        <a:ext cx="322577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rking lot lanes with skid marks on the road">
            <a:extLst>
              <a:ext uri="{FF2B5EF4-FFF2-40B4-BE49-F238E27FC236}">
                <a16:creationId xmlns:a16="http://schemas.microsoft.com/office/drawing/2014/main" id="{D252E571-C267-B36B-B640-DDB9CB222B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" b="15227"/>
          <a:stretch>
            <a:fillRect/>
          </a:stretch>
        </p:blipFill>
        <p:spPr>
          <a:xfrm>
            <a:off x="20" y="-7619"/>
            <a:ext cx="12188804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1632" y="-1251321"/>
            <a:ext cx="4065561" cy="12188825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1252" y="322363"/>
            <a:ext cx="3067943" cy="240797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89" y="4172881"/>
            <a:ext cx="7152879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8805" y="1936866"/>
            <a:ext cx="4847781" cy="2839273"/>
          </a:xfrm>
        </p:spPr>
        <p:txBody>
          <a:bodyPr>
            <a:normAutofit/>
          </a:bodyPr>
          <a:lstStyle/>
          <a:p>
            <a:pPr algn="l"/>
            <a:r>
              <a:rPr lang="en-US" sz="3600">
                <a:solidFill>
                  <a:srgbClr val="FFFFFF"/>
                </a:solidFill>
              </a:rPr>
              <a:t>Smart Parking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8804" y="4873600"/>
            <a:ext cx="4847781" cy="11836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Cloud-Based Multi-API Integrated Application</a:t>
            </a:r>
          </a:p>
          <a:p>
            <a:pPr algn="l"/>
            <a:r>
              <a:rPr lang="en-US" sz="2000">
                <a:solidFill>
                  <a:srgbClr val="FFFFFF"/>
                </a:solidFill>
              </a:rPr>
              <a:t>Author: Meenakshi (24235415)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3817" y="-7619"/>
            <a:ext cx="995395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3926F4-3FD2-AC43-ABB8-2DE1CCE128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4631604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21" y="1410605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325" y="1683756"/>
            <a:ext cx="3114454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E17D98-E18F-18E2-11D7-85FD4CB0D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498305"/>
              </p:ext>
            </p:extLst>
          </p:nvPr>
        </p:nvGraphicFramePr>
        <p:xfrm>
          <a:off x="4903774" y="750440"/>
          <a:ext cx="6665097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464" y="741391"/>
            <a:ext cx="4596550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464" y="2533476"/>
            <a:ext cx="4596549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Frontend interacts with users and sends HTTP requests</a:t>
            </a:r>
          </a:p>
          <a:p>
            <a:r>
              <a:rPr lang="en-US" sz="2000"/>
              <a:t>Backend processes requests and coordinates with APIs</a:t>
            </a:r>
          </a:p>
          <a:p>
            <a:r>
              <a:rPr lang="en-US" sz="2000"/>
              <a:t>APIs handle specific tasks like password validation and PDF generation</a:t>
            </a:r>
          </a:p>
        </p:txBody>
      </p:sp>
      <p:pic>
        <p:nvPicPr>
          <p:cNvPr id="5" name="Picture 4" descr="A diagram of a parking system&#10;&#10;AI-generated content may be incorrect.">
            <a:extLst>
              <a:ext uri="{FF2B5EF4-FFF2-40B4-BE49-F238E27FC236}">
                <a16:creationId xmlns:a16="http://schemas.microsoft.com/office/drawing/2014/main" id="{4673D1BB-3370-2DF2-7A9E-5937F64B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3" y="1616684"/>
            <a:ext cx="5317677" cy="354954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3" y="6737718"/>
            <a:ext cx="1220402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7633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0225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>
            <a:normAutofit/>
          </a:bodyPr>
          <a:lstStyle/>
          <a:p>
            <a:r>
              <a:rPr lang="en-US" sz="4000"/>
              <a:t>Requirements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99A543E4-85C2-D67C-F35F-A0A7D8F55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963445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Design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04EA3C-B8E3-BC7D-10A4-416DD740F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9264202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Scalability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5B35C1-695B-13DE-92A9-6B5A47E1E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8038214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Frontend &amp; Backend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7FBFA-A2F6-E08A-804C-FEA937AF69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773194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API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1D4D62-5C95-B55D-5053-79FC53F6B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527568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3428107" cy="1719072"/>
          </a:xfrm>
        </p:spPr>
        <p:txBody>
          <a:bodyPr anchor="b">
            <a:normAutofit/>
          </a:bodyPr>
          <a:lstStyle/>
          <a:p>
            <a:r>
              <a:rPr lang="en-US" sz="5300"/>
              <a:t>Working Flow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2807208"/>
            <a:ext cx="3428107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User inputs vehicle data via frontend</a:t>
            </a:r>
          </a:p>
          <a:p>
            <a:r>
              <a:rPr lang="en-US" sz="2200"/>
              <a:t>Backend processes request and stores data</a:t>
            </a:r>
          </a:p>
          <a:p>
            <a:r>
              <a:rPr lang="en-US" sz="2200"/>
              <a:t>On deletion, backend fetches data and sends to PDF API</a:t>
            </a:r>
          </a:p>
          <a:p>
            <a:r>
              <a:rPr lang="en-US" sz="2200"/>
              <a:t>PDF is generated and stored or downloaded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218CD31-37BD-B1E0-9319-0C0A413EC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083" y="1789794"/>
            <a:ext cx="6901923" cy="3278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Deployment &amp; CI/CD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4E7E70-CCA6-5B2A-02AB-627A7B6869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404231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575F94-6482-BBC6-3450-6D6EE8300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034200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Smart Parking Management System</vt:lpstr>
      <vt:lpstr>Introduction</vt:lpstr>
      <vt:lpstr>Project Objectives</vt:lpstr>
      <vt:lpstr>System Overview</vt:lpstr>
      <vt:lpstr>Requirements</vt:lpstr>
      <vt:lpstr>Design Approach</vt:lpstr>
      <vt:lpstr>Scalability</vt:lpstr>
      <vt:lpstr>Frontend &amp; Backend</vt:lpstr>
      <vt:lpstr>API Integration</vt:lpstr>
      <vt:lpstr>Working Flow</vt:lpstr>
      <vt:lpstr>Deployment &amp; CI/CD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21</cp:revision>
  <dcterms:created xsi:type="dcterms:W3CDTF">2013-01-27T09:14:16Z</dcterms:created>
  <dcterms:modified xsi:type="dcterms:W3CDTF">2026-04-01T13:25:41Z</dcterms:modified>
  <cp:category/>
</cp:coreProperties>
</file>