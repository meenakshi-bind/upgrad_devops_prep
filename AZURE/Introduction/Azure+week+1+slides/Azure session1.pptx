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7" r:id="rId5"/>
    <p:sldId id="901" r:id="rId6"/>
    <p:sldId id="902" r:id="rId7"/>
    <p:sldId id="903" r:id="rId8"/>
    <p:sldId id="904" r:id="rId9"/>
    <p:sldId id="905" r:id="rId10"/>
    <p:sldId id="906" r:id="rId11"/>
    <p:sldId id="908" r:id="rId12"/>
    <p:sldId id="909" r:id="rId13"/>
    <p:sldId id="910" r:id="rId14"/>
    <p:sldId id="915" r:id="rId15"/>
    <p:sldId id="916" r:id="rId16"/>
    <p:sldId id="917" r:id="rId17"/>
    <p:sldId id="918" r:id="rId18"/>
    <p:sldId id="919" r:id="rId19"/>
    <p:sldId id="920" r:id="rId20"/>
    <p:sldId id="921" r:id="rId21"/>
    <p:sldId id="503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C3B660C-C09F-9315-DDE6-3E1B2631C3D1}" name="Guest User" initials="GU" userId="S::urn:spo:anon#07cdfd23a50603bb5918af3244b66e9833fe4267548358eeb83c38475ac0b77b::" providerId="AD"/>
  <p188:author id="{4949ED32-13D6-BE6A-6B96-B2757D635285}" name="Guest User" initials="GU" userId="S::urn:spo:anon#104bbdecf4066175e84270faf7a821777d2fa56ddc99e452a8b7ba58fd109627::" providerId="AD"/>
  <p188:author id="{2DF26E4E-2623-8157-851B-6E105EE47FA8}" name="Nikunj Singhal" initials="NS" userId="147377ce702cd1f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AEAC9DD-E2AB-2EC6-4525-719093D28BFE}" v="33" dt="2024-10-22T11:48:49.141"/>
    <p1510:client id="{E0984C3D-4FD1-1550-363C-0B49A0843AAF}" v="325" dt="2024-10-22T09:44:48.3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1379" autoAdjust="0"/>
  </p:normalViewPr>
  <p:slideViewPr>
    <p:cSldViewPr snapToGrid="0">
      <p:cViewPr varScale="1">
        <p:scale>
          <a:sx n="61" d="100"/>
          <a:sy n="61" d="100"/>
        </p:scale>
        <p:origin x="51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13585-F2F7-4CAB-A4E4-1512BB9B545B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769316-F612-48C3-B1C7-701A2C12BC0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97385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AD30F-11CB-4A38-D5FC-43AB22400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3EC942-BB8A-34AC-C497-D4FD2BED09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C1584A-C19D-2D97-0AF6-751B4D27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337BBA-1403-8ADF-3C89-1C56F6A7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4B5EE-694E-0DD6-FBBC-DAEE073BF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33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5A2D-7795-829E-0317-35A6629C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9A543-0209-7742-9E7A-1C9448B445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87CC4-06DF-0598-CF9B-17940CC13B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7B6F1-E547-28F3-214B-E14FA297E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887C7-35CB-E756-85E9-6ED61FF74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568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913AF-764B-9BED-839B-1F2548D99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5A1ABD-DC52-E5BB-2552-51A8C55B3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81113-125C-2AC5-EA8C-E51F7236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0F60A-D639-FC0E-6607-3F9FDD3D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21C5-E274-8177-0A84-61FBD13E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0946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6C8B2C-B56C-65F9-D55A-03C415602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EC924-40A7-CCC5-5467-954F49538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846483-F4A5-9F85-2F36-57685DC1C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E92291-7FB4-9BC0-C08C-602E7E48C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FF5A3-AFC2-83AF-3AC5-A2DFC37C7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1BCC1-B192-509A-B182-FDA38BEC5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060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A9D4F-6499-4E62-6BC4-A864B371F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05EE0A-2D64-6EA3-C393-6A793B3367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E6FDC3-5665-D55A-BF31-4799773D5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D0E72C-7203-963D-54C2-7C5F8F9DD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FB9FA4-2C32-85B9-E44F-E043C5711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DA284C-82E5-0258-95ED-C939210BF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287524-7C83-6978-13D2-682429417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B0B3A0-9328-56ED-6165-5FE6725B0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33988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C313-A857-D2B6-4972-603A32097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EE6E7C-9E05-38A0-50E5-475C61D15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5942B-9E3E-FE6B-DB1B-2B40E1C4E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D1D417-DE49-E1CE-4813-90A27590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477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75A62D-5E35-4978-A21D-015D67A6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BC7063-316D-7692-711E-1145293C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6D14C-0A1E-DA44-3394-36812D4E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8228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54731-C279-E9B4-1350-D01064C5E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44481-22CF-C3C5-7B97-22D9E52FB0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3C30EE-D49D-6439-35A7-D564C5416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7929C-043F-5FF4-6D6D-171B825F5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3329F1-C192-1700-B843-D4B943C3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8F1DF-4A4F-C67D-BE2E-1FE4CA53E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9379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C8093-BF6B-B264-E311-398794DE8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CAD7C6-1734-B469-30B7-4A42BB7179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1E643E-D7E3-7AB3-F45D-CE539AA738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2495D1-052E-D029-A14D-9768E55A4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B11458-BD09-D7A2-90F1-22EA0A4D4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AD0DC-C873-E862-BD92-71ED2A4CA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75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83DAD-FBC8-F5A7-4DFF-0EB88A10A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C3120F-9120-CC06-97E9-33733579E4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63293-6891-933A-C374-086A5CDA0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87EA86-1716-99FC-624F-781422453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DBAD29-F34E-E7C3-A14F-532F8C896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3920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E1245-A4CF-CE70-BB65-F95B54A0BD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2C1FE-EE55-4B51-5B5A-E44581E04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906AF-DE1E-E1BF-5B20-319686EA4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1684D1-B61C-0604-F16A-3DAE3869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DF065-EA66-D400-5822-2008989B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786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B2B1CA2-ECC1-4762-AAEA-FADDBF94C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18F6B0-B57E-519B-311D-89ED42890B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45897C-4441-701B-8C16-69E4C437F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4CA72-CAC1-4B24-B91B-249F70378C1E}" type="datetimeFigureOut">
              <a:rPr lang="en-IN" smtClean="0"/>
              <a:t>22-10-2024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1E07FF-709C-AC63-F960-09B72AA04D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18F4-90CC-DE76-BC3D-75D676446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46CFF-0251-42EF-8D79-279D9C60C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2165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emf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5.emf"/><Relationship Id="rId10" Type="http://schemas.openxmlformats.org/officeDocument/2006/relationships/image" Target="../media/image12.png"/><Relationship Id="rId4" Type="http://schemas.openxmlformats.org/officeDocument/2006/relationships/image" Target="../media/image4.emf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7" Type="http://schemas.openxmlformats.org/officeDocument/2006/relationships/image" Target="../media/image18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g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.emf"/><Relationship Id="rId7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5.emf"/><Relationship Id="rId4" Type="http://schemas.openxmlformats.org/officeDocument/2006/relationships/image" Target="../media/image4.emf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emf"/><Relationship Id="rId4" Type="http://schemas.openxmlformats.org/officeDocument/2006/relationships/image" Target="../media/image4.e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3.emf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5.emf"/><Relationship Id="rId10" Type="http://schemas.openxmlformats.org/officeDocument/2006/relationships/image" Target="../media/image30.png"/><Relationship Id="rId4" Type="http://schemas.openxmlformats.org/officeDocument/2006/relationships/image" Target="../media/image4.emf"/><Relationship Id="rId9" Type="http://schemas.openxmlformats.org/officeDocument/2006/relationships/image" Target="../media/image29.png"/><Relationship Id="rId1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43377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Microsoft Entra ID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(Previously Azure Active Directory)</a:t>
            </a:r>
            <a:endParaRPr lang="en-US" sz="48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7399B16F-904A-B7D1-EDF6-2333BDD988A0}"/>
              </a:ext>
            </a:extLst>
          </p:cNvPr>
          <p:cNvSpPr txBox="1">
            <a:spLocks noGrp="1"/>
          </p:cNvSpPr>
          <p:nvPr/>
        </p:nvSpPr>
        <p:spPr>
          <a:xfrm>
            <a:off x="4041457" y="701513"/>
            <a:ext cx="3866515" cy="443711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US" sz="2800" spc="125" dirty="0">
                <a:solidFill>
                  <a:srgbClr val="191919"/>
                </a:solidFill>
              </a:rPr>
              <a:t>Microsoft Entra ID</a:t>
            </a:r>
            <a:endParaRPr lang="en-US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B1AD5854-F16E-28EA-F219-8BF17C74C8A4}"/>
              </a:ext>
            </a:extLst>
          </p:cNvPr>
          <p:cNvSpPr txBox="1"/>
          <p:nvPr/>
        </p:nvSpPr>
        <p:spPr>
          <a:xfrm>
            <a:off x="294957" y="1315403"/>
            <a:ext cx="3746500" cy="244983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1568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2245" marR="434340">
              <a:lnSpc>
                <a:spcPct val="100099"/>
              </a:lnSpc>
              <a:spcBef>
                <a:spcPts val="1235"/>
              </a:spcBef>
            </a:pPr>
            <a:r>
              <a:rPr lang="en-US" sz="2000" spc="185" dirty="0">
                <a:latin typeface="Trebuchet MS"/>
                <a:cs typeface="Trebuchet MS"/>
              </a:rPr>
              <a:t>A </a:t>
            </a:r>
            <a:r>
              <a:rPr lang="en-US" sz="2000" spc="125" dirty="0">
                <a:latin typeface="Trebuchet MS"/>
                <a:cs typeface="Trebuchet MS"/>
              </a:rPr>
              <a:t>cloud-based </a:t>
            </a:r>
            <a:r>
              <a:rPr lang="en-US" sz="2000" spc="100" dirty="0">
                <a:latin typeface="Trebuchet MS"/>
                <a:cs typeface="Trebuchet MS"/>
              </a:rPr>
              <a:t>suite </a:t>
            </a:r>
            <a:r>
              <a:rPr lang="en-US" sz="2000" spc="55" dirty="0">
                <a:latin typeface="Trebuchet MS"/>
                <a:cs typeface="Trebuchet MS"/>
              </a:rPr>
              <a:t>of </a:t>
            </a:r>
            <a:r>
              <a:rPr lang="en-US" sz="2000" spc="70" dirty="0">
                <a:latin typeface="Trebuchet MS"/>
                <a:cs typeface="Trebuchet MS"/>
              </a:rPr>
              <a:t>identity </a:t>
            </a:r>
            <a:r>
              <a:rPr lang="en-US" sz="2000" spc="180" dirty="0">
                <a:latin typeface="Trebuchet MS"/>
                <a:cs typeface="Trebuchet MS"/>
              </a:rPr>
              <a:t>management </a:t>
            </a:r>
            <a:r>
              <a:rPr lang="en-US" sz="2000" spc="80" dirty="0">
                <a:latin typeface="Trebuchet MS"/>
                <a:cs typeface="Trebuchet MS"/>
              </a:rPr>
              <a:t>capabilities </a:t>
            </a:r>
            <a:r>
              <a:rPr lang="en-US" sz="2000" spc="75" dirty="0">
                <a:latin typeface="Trebuchet MS"/>
                <a:cs typeface="Trebuchet MS"/>
              </a:rPr>
              <a:t>that </a:t>
            </a:r>
            <a:r>
              <a:rPr lang="en-US" sz="2000" spc="135" dirty="0">
                <a:latin typeface="Trebuchet MS"/>
                <a:cs typeface="Trebuchet MS"/>
              </a:rPr>
              <a:t>enables </a:t>
            </a:r>
            <a:r>
              <a:rPr lang="en-US" sz="2000" spc="170" dirty="0">
                <a:latin typeface="Trebuchet MS"/>
                <a:cs typeface="Trebuchet MS"/>
              </a:rPr>
              <a:t>you </a:t>
            </a:r>
            <a:r>
              <a:rPr lang="en-US" sz="2000" spc="65" dirty="0">
                <a:latin typeface="Trebuchet MS"/>
                <a:cs typeface="Trebuchet MS"/>
              </a:rPr>
              <a:t>to </a:t>
            </a:r>
            <a:r>
              <a:rPr lang="en-US" sz="2000" spc="114" dirty="0">
                <a:latin typeface="Trebuchet MS"/>
                <a:cs typeface="Trebuchet MS"/>
              </a:rPr>
              <a:t>securely </a:t>
            </a:r>
            <a:r>
              <a:rPr lang="en-US" sz="2000" spc="195" dirty="0">
                <a:latin typeface="Trebuchet MS"/>
                <a:cs typeface="Trebuchet MS"/>
              </a:rPr>
              <a:t>manage </a:t>
            </a:r>
            <a:r>
              <a:rPr lang="en-US" sz="2000" spc="160" dirty="0">
                <a:latin typeface="Trebuchet MS"/>
                <a:cs typeface="Trebuchet MS"/>
              </a:rPr>
              <a:t>access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to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services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30" dirty="0">
                <a:latin typeface="Trebuchet MS"/>
                <a:cs typeface="Trebuchet MS"/>
              </a:rPr>
              <a:t>resources </a:t>
            </a:r>
            <a:r>
              <a:rPr lang="en-US" sz="2000" spc="50" dirty="0">
                <a:latin typeface="Trebuchet MS"/>
                <a:cs typeface="Trebuchet MS"/>
              </a:rPr>
              <a:t>for </a:t>
            </a:r>
            <a:r>
              <a:rPr lang="en-US" sz="2000" spc="140" dirty="0">
                <a:latin typeface="Trebuchet MS"/>
                <a:cs typeface="Trebuchet MS"/>
              </a:rPr>
              <a:t>your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96C1F768-2437-F863-44DC-A732088DF964}"/>
              </a:ext>
            </a:extLst>
          </p:cNvPr>
          <p:cNvSpPr txBox="1"/>
          <p:nvPr/>
        </p:nvSpPr>
        <p:spPr>
          <a:xfrm>
            <a:off x="294957" y="3925252"/>
            <a:ext cx="3746500" cy="1880002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254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2200">
              <a:latin typeface="Times New Roman"/>
              <a:cs typeface="Times New Roman"/>
            </a:endParaRPr>
          </a:p>
          <a:p>
            <a:pPr marL="182245" marR="321945">
              <a:lnSpc>
                <a:spcPct val="100000"/>
              </a:lnSpc>
            </a:pPr>
            <a:r>
              <a:rPr lang="en-US" sz="2000" spc="110" dirty="0">
                <a:latin typeface="Trebuchet MS"/>
                <a:cs typeface="Trebuchet MS"/>
              </a:rPr>
              <a:t>Provides </a:t>
            </a:r>
            <a:r>
              <a:rPr lang="en-US" sz="2000" spc="85" dirty="0">
                <a:latin typeface="Trebuchet MS"/>
                <a:cs typeface="Trebuchet MS"/>
              </a:rPr>
              <a:t>application </a:t>
            </a:r>
            <a:r>
              <a:rPr lang="en-US" sz="2000" spc="150" dirty="0">
                <a:latin typeface="Trebuchet MS"/>
                <a:cs typeface="Trebuchet MS"/>
              </a:rPr>
              <a:t>management, </a:t>
            </a:r>
            <a:r>
              <a:rPr lang="en-US" sz="2000" spc="80" dirty="0">
                <a:latin typeface="Trebuchet MS"/>
                <a:cs typeface="Trebuchet MS"/>
              </a:rPr>
              <a:t>authentication, </a:t>
            </a:r>
            <a:r>
              <a:rPr lang="en-US" sz="2000" spc="114" dirty="0">
                <a:latin typeface="Trebuchet MS"/>
                <a:cs typeface="Trebuchet MS"/>
              </a:rPr>
              <a:t>device </a:t>
            </a:r>
            <a:r>
              <a:rPr lang="en-US" sz="2000" spc="150" dirty="0">
                <a:latin typeface="Trebuchet MS"/>
                <a:cs typeface="Trebuchet MS"/>
              </a:rPr>
              <a:t>management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14" dirty="0">
                <a:latin typeface="Trebuchet MS"/>
                <a:cs typeface="Trebuchet MS"/>
              </a:rPr>
              <a:t>hybrid </a:t>
            </a:r>
            <a:r>
              <a:rPr lang="en-US" sz="2000" spc="70" dirty="0">
                <a:latin typeface="Trebuchet MS"/>
                <a:cs typeface="Trebuchet MS"/>
              </a:rPr>
              <a:t>identity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3" name="object 7">
            <a:extLst>
              <a:ext uri="{FF2B5EF4-FFF2-40B4-BE49-F238E27FC236}">
                <a16:creationId xmlns:a16="http://schemas.microsoft.com/office/drawing/2014/main" id="{98FE1046-13BC-394D-BDBF-A156196CEFCB}"/>
              </a:ext>
            </a:extLst>
          </p:cNvPr>
          <p:cNvGrpSpPr/>
          <p:nvPr/>
        </p:nvGrpSpPr>
        <p:grpSpPr>
          <a:xfrm>
            <a:off x="4198938" y="1305243"/>
            <a:ext cx="7688580" cy="4800600"/>
            <a:chOff x="4330700" y="1182370"/>
            <a:chExt cx="7688580" cy="4800600"/>
          </a:xfrm>
        </p:grpSpPr>
        <p:pic>
          <p:nvPicPr>
            <p:cNvPr id="14" name="object 8">
              <a:extLst>
                <a:ext uri="{FF2B5EF4-FFF2-40B4-BE49-F238E27FC236}">
                  <a16:creationId xmlns:a16="http://schemas.microsoft.com/office/drawing/2014/main" id="{191094B2-D418-D4EE-81F3-82A93518B4D8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52620" y="2014219"/>
              <a:ext cx="7442200" cy="3135629"/>
            </a:xfrm>
            <a:prstGeom prst="rect">
              <a:avLst/>
            </a:prstGeom>
          </p:spPr>
        </p:pic>
        <p:sp>
          <p:nvSpPr>
            <p:cNvPr id="15" name="object 9">
              <a:extLst>
                <a:ext uri="{FF2B5EF4-FFF2-40B4-BE49-F238E27FC236}">
                  <a16:creationId xmlns:a16="http://schemas.microsoft.com/office/drawing/2014/main" id="{4710B442-C19C-8ECA-4E2B-AFD982067A93}"/>
                </a:ext>
              </a:extLst>
            </p:cNvPr>
            <p:cNvSpPr/>
            <p:nvPr/>
          </p:nvSpPr>
          <p:spPr>
            <a:xfrm>
              <a:off x="4330700" y="1182370"/>
              <a:ext cx="7688580" cy="4800600"/>
            </a:xfrm>
            <a:custGeom>
              <a:avLst/>
              <a:gdLst/>
              <a:ahLst/>
              <a:cxnLst/>
              <a:rect l="l" t="t" r="r" b="b"/>
              <a:pathLst>
                <a:path w="7688580" h="4800600">
                  <a:moveTo>
                    <a:pt x="0" y="0"/>
                  </a:moveTo>
                  <a:lnTo>
                    <a:pt x="7688580" y="0"/>
                  </a:lnTo>
                  <a:lnTo>
                    <a:pt x="7688580" y="4800600"/>
                  </a:lnTo>
                  <a:lnTo>
                    <a:pt x="0" y="4800600"/>
                  </a:lnTo>
                  <a:lnTo>
                    <a:pt x="0" y="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03259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BF044592-606B-4804-4AF7-C80BC8A48589}"/>
              </a:ext>
            </a:extLst>
          </p:cNvPr>
          <p:cNvSpPr txBox="1">
            <a:spLocks noGrp="1"/>
          </p:cNvSpPr>
          <p:nvPr/>
        </p:nvSpPr>
        <p:spPr>
          <a:xfrm>
            <a:off x="4125251" y="739133"/>
            <a:ext cx="33337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125" dirty="0"/>
              <a:t>Entra ID </a:t>
            </a:r>
            <a:r>
              <a:rPr sz="2800" spc="155" dirty="0"/>
              <a:t>Concepts</a:t>
            </a:r>
            <a:endParaRPr sz="2800" dirty="0"/>
          </a:p>
        </p:txBody>
      </p:sp>
      <p:pic>
        <p:nvPicPr>
          <p:cNvPr id="11" name="table">
            <a:extLst>
              <a:ext uri="{FF2B5EF4-FFF2-40B4-BE49-F238E27FC236}">
                <a16:creationId xmlns:a16="http://schemas.microsoft.com/office/drawing/2014/main" id="{3257789E-E142-13FE-0411-E1A7430A5D5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110" y="1293455"/>
            <a:ext cx="11403027" cy="52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165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5ACB36E3-BC26-1E56-3851-EE986D816230}"/>
              </a:ext>
            </a:extLst>
          </p:cNvPr>
          <p:cNvSpPr txBox="1">
            <a:spLocks noGrp="1"/>
          </p:cNvSpPr>
          <p:nvPr/>
        </p:nvSpPr>
        <p:spPr>
          <a:xfrm>
            <a:off x="2920974" y="827445"/>
            <a:ext cx="55575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320" dirty="0"/>
              <a:t>AD</a:t>
            </a:r>
            <a:r>
              <a:rPr sz="2800" spc="-70" dirty="0"/>
              <a:t> </a:t>
            </a:r>
            <a:r>
              <a:rPr sz="2800" spc="400" dirty="0"/>
              <a:t>DS</a:t>
            </a:r>
            <a:r>
              <a:rPr sz="2800" spc="-65" dirty="0"/>
              <a:t> </a:t>
            </a:r>
            <a:r>
              <a:rPr sz="2800" spc="280" dirty="0"/>
              <a:t>vs</a:t>
            </a:r>
            <a:r>
              <a:rPr sz="2800" spc="-70" dirty="0"/>
              <a:t> </a:t>
            </a:r>
            <a:r>
              <a:rPr sz="2800" spc="125" dirty="0"/>
              <a:t>Azure</a:t>
            </a:r>
            <a:r>
              <a:rPr sz="2800" spc="-80" dirty="0"/>
              <a:t> </a:t>
            </a:r>
            <a:r>
              <a:rPr sz="2800" spc="90" dirty="0"/>
              <a:t>Active</a:t>
            </a:r>
            <a:r>
              <a:rPr sz="2800" spc="-70" dirty="0"/>
              <a:t> </a:t>
            </a:r>
            <a:r>
              <a:rPr sz="2800" spc="95" dirty="0"/>
              <a:t>Directory</a:t>
            </a:r>
            <a:endParaRPr sz="2800" dirty="0"/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8468E49E-C0AF-80A3-7DD4-FB1DE75837F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67893" y="1335344"/>
            <a:ext cx="795020" cy="797560"/>
          </a:xfrm>
          <a:prstGeom prst="rect">
            <a:avLst/>
          </a:prstGeom>
        </p:spPr>
      </p:pic>
      <p:pic>
        <p:nvPicPr>
          <p:cNvPr id="12" name="object 6">
            <a:extLst>
              <a:ext uri="{FF2B5EF4-FFF2-40B4-BE49-F238E27FC236}">
                <a16:creationId xmlns:a16="http://schemas.microsoft.com/office/drawing/2014/main" id="{F73E5666-9837-0182-1885-FB08D50E857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67893" y="2270065"/>
            <a:ext cx="795020" cy="797560"/>
          </a:xfrm>
          <a:prstGeom prst="rect">
            <a:avLst/>
          </a:prstGeom>
        </p:spPr>
      </p:pic>
      <p:pic>
        <p:nvPicPr>
          <p:cNvPr id="13" name="object 10">
            <a:extLst>
              <a:ext uri="{FF2B5EF4-FFF2-40B4-BE49-F238E27FC236}">
                <a16:creationId xmlns:a16="http://schemas.microsoft.com/office/drawing/2014/main" id="{1F66249A-17D2-631C-68D3-DA86E18BA78D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67893" y="3439734"/>
            <a:ext cx="795020" cy="797560"/>
          </a:xfrm>
          <a:prstGeom prst="rect">
            <a:avLst/>
          </a:prstGeom>
        </p:spPr>
      </p:pic>
      <p:pic>
        <p:nvPicPr>
          <p:cNvPr id="14" name="object 14">
            <a:extLst>
              <a:ext uri="{FF2B5EF4-FFF2-40B4-BE49-F238E27FC236}">
                <a16:creationId xmlns:a16="http://schemas.microsoft.com/office/drawing/2014/main" id="{2C68793E-72BF-9631-996D-92EB031ED661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67893" y="4629725"/>
            <a:ext cx="795020" cy="797559"/>
          </a:xfrm>
          <a:prstGeom prst="rect">
            <a:avLst/>
          </a:prstGeom>
        </p:spPr>
      </p:pic>
      <p:sp>
        <p:nvSpPr>
          <p:cNvPr id="15" name="object 17">
            <a:extLst>
              <a:ext uri="{FF2B5EF4-FFF2-40B4-BE49-F238E27FC236}">
                <a16:creationId xmlns:a16="http://schemas.microsoft.com/office/drawing/2014/main" id="{7BAF756C-F390-F87A-A054-3748C39C039D}"/>
              </a:ext>
            </a:extLst>
          </p:cNvPr>
          <p:cNvSpPr txBox="1"/>
          <p:nvPr/>
        </p:nvSpPr>
        <p:spPr>
          <a:xfrm>
            <a:off x="1601673" y="1415355"/>
            <a:ext cx="10112375" cy="5139869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389890">
              <a:spcBef>
                <a:spcPts val="100"/>
              </a:spcBef>
            </a:pPr>
            <a:r>
              <a:rPr lang="en-US" sz="2000" spc="114" dirty="0">
                <a:latin typeface="Trebuchet MS"/>
                <a:cs typeface="Trebuchet MS"/>
              </a:rPr>
              <a:t>Azure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</a:t>
            </a:r>
            <a:r>
              <a:rPr lang="en-US" sz="2000" spc="5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is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85" dirty="0">
                <a:latin typeface="Trebuchet MS"/>
                <a:cs typeface="Trebuchet MS"/>
              </a:rPr>
              <a:t>primarily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70" dirty="0">
                <a:latin typeface="Trebuchet MS"/>
                <a:cs typeface="Trebuchet MS"/>
              </a:rPr>
              <a:t>identity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75" dirty="0">
                <a:latin typeface="Trebuchet MS"/>
                <a:cs typeface="Trebuchet MS"/>
              </a:rPr>
              <a:t>solution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0" dirty="0">
                <a:latin typeface="Trebuchet MS"/>
                <a:cs typeface="Trebuchet MS"/>
              </a:rPr>
              <a:t> is </a:t>
            </a:r>
            <a:r>
              <a:rPr lang="en-US" sz="2000" spc="155" dirty="0">
                <a:latin typeface="Trebuchet MS"/>
                <a:cs typeface="Trebuchet MS"/>
              </a:rPr>
              <a:t>designed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50" dirty="0">
                <a:latin typeface="Trebuchet MS"/>
                <a:cs typeface="Trebuchet MS"/>
              </a:rPr>
              <a:t>for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HTTP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HTTPS communications</a:t>
            </a: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580"/>
              </a:spcBef>
            </a:pPr>
            <a:r>
              <a:rPr lang="en-US" sz="2000" spc="120" dirty="0">
                <a:latin typeface="Trebuchet MS"/>
                <a:cs typeface="Trebuchet MS"/>
              </a:rPr>
              <a:t>Queried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using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95" dirty="0">
                <a:latin typeface="Trebuchet MS"/>
                <a:cs typeface="Trebuchet MS"/>
              </a:rPr>
              <a:t>REST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API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30" dirty="0">
                <a:latin typeface="Trebuchet MS"/>
                <a:cs typeface="Trebuchet MS"/>
              </a:rPr>
              <a:t>over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HTTP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HTTPS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instead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55" dirty="0">
                <a:latin typeface="Trebuchet MS"/>
                <a:cs typeface="Trebuchet MS"/>
              </a:rPr>
              <a:t>of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60" dirty="0">
                <a:latin typeface="Trebuchet MS"/>
                <a:cs typeface="Trebuchet MS"/>
              </a:rPr>
              <a:t>LDAP</a:t>
            </a: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2100" dirty="0">
              <a:latin typeface="Trebuchet MS"/>
              <a:cs typeface="Trebuchet MS"/>
            </a:endParaRPr>
          </a:p>
          <a:p>
            <a:pPr marL="12700" marR="233045">
              <a:lnSpc>
                <a:spcPct val="100000"/>
              </a:lnSpc>
            </a:pPr>
            <a:r>
              <a:rPr lang="en-US" sz="2000" spc="190" dirty="0">
                <a:latin typeface="Trebuchet MS"/>
                <a:cs typeface="Trebuchet MS"/>
              </a:rPr>
              <a:t>Uses </a:t>
            </a:r>
            <a:r>
              <a:rPr lang="en-US" sz="2000" spc="90" dirty="0">
                <a:latin typeface="Trebuchet MS"/>
                <a:cs typeface="Trebuchet MS"/>
              </a:rPr>
              <a:t>HTTP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35" dirty="0">
                <a:latin typeface="Trebuchet MS"/>
                <a:cs typeface="Trebuchet MS"/>
              </a:rPr>
              <a:t>HTTPS </a:t>
            </a:r>
            <a:r>
              <a:rPr lang="en-US" sz="2000" spc="95" dirty="0">
                <a:latin typeface="Trebuchet MS"/>
                <a:cs typeface="Trebuchet MS"/>
              </a:rPr>
              <a:t>protocols </a:t>
            </a:r>
            <a:r>
              <a:rPr lang="en-US" sz="2000" spc="170" dirty="0">
                <a:latin typeface="Trebuchet MS"/>
                <a:cs typeface="Trebuchet MS"/>
              </a:rPr>
              <a:t>such </a:t>
            </a:r>
            <a:r>
              <a:rPr lang="en-US" sz="2000" spc="195" dirty="0">
                <a:latin typeface="Trebuchet MS"/>
                <a:cs typeface="Trebuchet MS"/>
              </a:rPr>
              <a:t>as </a:t>
            </a:r>
            <a:r>
              <a:rPr lang="en-US" sz="2000" spc="165" dirty="0">
                <a:latin typeface="Trebuchet MS"/>
                <a:cs typeface="Trebuchet MS"/>
              </a:rPr>
              <a:t>SAML, </a:t>
            </a:r>
            <a:r>
              <a:rPr lang="en-US" sz="2000" spc="95" dirty="0">
                <a:latin typeface="Trebuchet MS"/>
                <a:cs typeface="Trebuchet MS"/>
              </a:rPr>
              <a:t>WS-Federation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70" dirty="0">
                <a:latin typeface="Trebuchet MS"/>
                <a:cs typeface="Trebuchet MS"/>
              </a:rPr>
              <a:t>OpenID </a:t>
            </a:r>
            <a:r>
              <a:rPr lang="en-US" sz="2000" spc="130" dirty="0">
                <a:latin typeface="Trebuchet MS"/>
                <a:cs typeface="Trebuchet MS"/>
              </a:rPr>
              <a:t>Connect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50" dirty="0">
                <a:latin typeface="Trebuchet MS"/>
                <a:cs typeface="Trebuchet MS"/>
              </a:rPr>
              <a:t>for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authentication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(</a:t>
            </a:r>
            <a:r>
              <a:rPr lang="en-US" sz="2000" spc="140" dirty="0">
                <a:latin typeface="Trebuchet MS"/>
                <a:cs typeface="Trebuchet MS"/>
              </a:rPr>
              <a:t>OAuth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50" dirty="0">
                <a:latin typeface="Trebuchet MS"/>
                <a:cs typeface="Trebuchet MS"/>
              </a:rPr>
              <a:t>for </a:t>
            </a:r>
            <a:r>
              <a:rPr lang="en-US" sz="2000" spc="75" dirty="0" err="1">
                <a:latin typeface="Trebuchet MS"/>
                <a:cs typeface="Trebuchet MS"/>
              </a:rPr>
              <a:t>authorisation</a:t>
            </a:r>
            <a:r>
              <a:rPr lang="en-US" sz="2000" spc="75" dirty="0">
                <a:latin typeface="Trebuchet MS"/>
                <a:cs typeface="Trebuchet MS"/>
              </a:rPr>
              <a:t>)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instead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55" dirty="0">
                <a:latin typeface="Trebuchet MS"/>
                <a:cs typeface="Trebuchet MS"/>
              </a:rPr>
              <a:t>of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10" dirty="0">
                <a:latin typeface="Trebuchet MS"/>
                <a:cs typeface="Trebuchet MS"/>
              </a:rPr>
              <a:t>Kerberos</a:t>
            </a: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lang="en-US" sz="25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sz="2000" spc="120" dirty="0">
                <a:latin typeface="Trebuchet MS"/>
                <a:cs typeface="Trebuchet MS"/>
              </a:rPr>
              <a:t>Includes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85" dirty="0">
                <a:latin typeface="Trebuchet MS"/>
                <a:cs typeface="Trebuchet MS"/>
              </a:rPr>
              <a:t>federation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05" dirty="0">
                <a:latin typeface="Trebuchet MS"/>
                <a:cs typeface="Trebuchet MS"/>
              </a:rPr>
              <a:t>services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204" dirty="0">
                <a:latin typeface="Trebuchet MS"/>
                <a:cs typeface="Trebuchet MS"/>
              </a:rPr>
              <a:t>many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75" dirty="0">
                <a:latin typeface="Trebuchet MS"/>
                <a:cs typeface="Trebuchet MS"/>
              </a:rPr>
              <a:t>third-party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services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(such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95" dirty="0">
                <a:latin typeface="Trebuchet MS"/>
                <a:cs typeface="Trebuchet MS"/>
              </a:rPr>
              <a:t>as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05" dirty="0">
                <a:latin typeface="Trebuchet MS"/>
                <a:cs typeface="Trebuchet MS"/>
              </a:rPr>
              <a:t>Facebook)</a:t>
            </a:r>
            <a:endParaRPr lang="en-US" sz="2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23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lang="en-US" sz="2100" dirty="0">
              <a:latin typeface="Trebuchet MS"/>
              <a:cs typeface="Trebuchet MS"/>
            </a:endParaRPr>
          </a:p>
          <a:p>
            <a:pPr marL="12700" marR="539115"/>
            <a:r>
              <a:rPr lang="en-US" sz="2000" spc="114" dirty="0">
                <a:latin typeface="Trebuchet MS"/>
                <a:cs typeface="Trebuchet MS"/>
              </a:rPr>
              <a:t>Azure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60" dirty="0">
                <a:latin typeface="Trebuchet MS"/>
                <a:cs typeface="Trebuchet MS"/>
              </a:rPr>
              <a:t>groups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are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created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75" dirty="0">
                <a:latin typeface="Trebuchet MS"/>
                <a:cs typeface="Trebuchet MS"/>
              </a:rPr>
              <a:t>in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a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20" dirty="0">
                <a:latin typeface="Trebuchet MS"/>
                <a:cs typeface="Trebuchet MS"/>
              </a:rPr>
              <a:t>flat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70" dirty="0">
                <a:latin typeface="Trebuchet MS"/>
                <a:cs typeface="Trebuchet MS"/>
              </a:rPr>
              <a:t>structure,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85" dirty="0">
                <a:latin typeface="Trebuchet MS"/>
                <a:cs typeface="Trebuchet MS"/>
              </a:rPr>
              <a:t>there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are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no </a:t>
            </a:r>
            <a:r>
              <a:rPr lang="en-US" sz="2000" spc="105" dirty="0" err="1">
                <a:latin typeface="Trebuchet MS"/>
                <a:cs typeface="Trebuchet MS"/>
              </a:rPr>
              <a:t>Organisational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05" dirty="0">
                <a:latin typeface="Trebuchet MS"/>
                <a:cs typeface="Trebuchet MS"/>
              </a:rPr>
              <a:t>Units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40" dirty="0">
                <a:latin typeface="Trebuchet MS"/>
                <a:cs typeface="Trebuchet MS"/>
              </a:rPr>
              <a:t>(OUs)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or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30" dirty="0">
                <a:latin typeface="Trebuchet MS"/>
                <a:cs typeface="Trebuchet MS"/>
              </a:rPr>
              <a:t>Group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Policy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Objects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(GPOs)</a:t>
            </a:r>
            <a:endParaRPr sz="2000" dirty="0">
              <a:latin typeface="Trebuchet MS"/>
              <a:cs typeface="Trebuchet MS"/>
            </a:endParaRPr>
          </a:p>
        </p:txBody>
      </p:sp>
      <p:pic>
        <p:nvPicPr>
          <p:cNvPr id="16" name="object 19">
            <a:extLst>
              <a:ext uri="{FF2B5EF4-FFF2-40B4-BE49-F238E27FC236}">
                <a16:creationId xmlns:a16="http://schemas.microsoft.com/office/drawing/2014/main" id="{34E24DF7-EF2E-E99E-1D6E-2659B98746DF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567893" y="5728275"/>
            <a:ext cx="795020" cy="79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0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0407BAC2-AC20-F402-5B75-9F089107C008}"/>
              </a:ext>
            </a:extLst>
          </p:cNvPr>
          <p:cNvSpPr txBox="1">
            <a:spLocks noGrp="1"/>
          </p:cNvSpPr>
          <p:nvPr/>
        </p:nvSpPr>
        <p:spPr>
          <a:xfrm>
            <a:off x="3240791" y="977450"/>
            <a:ext cx="53384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125" dirty="0"/>
              <a:t>Microsoft Entra ID </a:t>
            </a:r>
            <a:r>
              <a:rPr sz="2800" spc="105" dirty="0"/>
              <a:t>Editions</a:t>
            </a:r>
            <a:endParaRPr sz="2800" dirty="0"/>
          </a:p>
        </p:txBody>
      </p:sp>
      <p:pic>
        <p:nvPicPr>
          <p:cNvPr id="11" name="table">
            <a:extLst>
              <a:ext uri="{FF2B5EF4-FFF2-40B4-BE49-F238E27FC236}">
                <a16:creationId xmlns:a16="http://schemas.microsoft.com/office/drawing/2014/main" id="{A8EC3255-0E16-76D6-F59B-DE59D98660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243" y="1546747"/>
            <a:ext cx="11581763" cy="5214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879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E589DC8D-D982-AB0E-929C-4496C2BBBD98}"/>
              </a:ext>
            </a:extLst>
          </p:cNvPr>
          <p:cNvSpPr txBox="1">
            <a:spLocks noGrp="1"/>
          </p:cNvSpPr>
          <p:nvPr/>
        </p:nvSpPr>
        <p:spPr>
          <a:xfrm>
            <a:off x="4621460" y="827280"/>
            <a:ext cx="23514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800" spc="125" dirty="0"/>
              <a:t>Entra ID </a:t>
            </a:r>
            <a:r>
              <a:rPr sz="2800" spc="-55" dirty="0"/>
              <a:t>Join</a:t>
            </a:r>
            <a:endParaRPr sz="2800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31091C81-122B-C575-9A5A-77AFA234DF44}"/>
              </a:ext>
            </a:extLst>
          </p:cNvPr>
          <p:cNvSpPr txBox="1"/>
          <p:nvPr/>
        </p:nvSpPr>
        <p:spPr>
          <a:xfrm>
            <a:off x="391943" y="1718158"/>
            <a:ext cx="2942590" cy="1333057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10096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139700">
              <a:lnSpc>
                <a:spcPct val="100099"/>
              </a:lnSpc>
              <a:spcBef>
                <a:spcPts val="795"/>
              </a:spcBef>
            </a:pPr>
            <a:r>
              <a:rPr lang="en-US" sz="2000" spc="135" dirty="0">
                <a:latin typeface="Trebuchet MS"/>
                <a:cs typeface="Trebuchet MS"/>
              </a:rPr>
              <a:t>Single sign-on </a:t>
            </a:r>
            <a:r>
              <a:rPr lang="en-US" sz="2000" spc="65" dirty="0">
                <a:latin typeface="Trebuchet MS"/>
                <a:cs typeface="Trebuchet MS"/>
              </a:rPr>
              <a:t>to </a:t>
            </a:r>
            <a:r>
              <a:rPr lang="en-US" sz="2000" spc="140" dirty="0">
                <a:latin typeface="Trebuchet MS"/>
                <a:cs typeface="Trebuchet MS"/>
              </a:rPr>
              <a:t>your</a:t>
            </a:r>
            <a:r>
              <a:rPr lang="en-US" sz="2000" spc="-15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Azure-</a:t>
            </a:r>
            <a:r>
              <a:rPr lang="en-US" sz="2000" spc="195" dirty="0">
                <a:latin typeface="Trebuchet MS"/>
                <a:cs typeface="Trebuchet MS"/>
              </a:rPr>
              <a:t>managed </a:t>
            </a:r>
            <a:r>
              <a:rPr lang="en-US" sz="2000" spc="235" dirty="0">
                <a:latin typeface="Trebuchet MS"/>
                <a:cs typeface="Trebuchet MS"/>
              </a:rPr>
              <a:t>SaaS </a:t>
            </a:r>
            <a:r>
              <a:rPr lang="en-US" sz="2000" spc="175" dirty="0">
                <a:latin typeface="Trebuchet MS"/>
                <a:cs typeface="Trebuchet MS"/>
              </a:rPr>
              <a:t>apps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35" dirty="0">
                <a:latin typeface="Trebuchet MS"/>
                <a:cs typeface="Trebuchet MS"/>
              </a:rPr>
              <a:t>services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3A404F3D-F2A7-75C0-3E80-950E572151CB}"/>
              </a:ext>
            </a:extLst>
          </p:cNvPr>
          <p:cNvSpPr txBox="1"/>
          <p:nvPr/>
        </p:nvSpPr>
        <p:spPr>
          <a:xfrm>
            <a:off x="3471694" y="1718158"/>
            <a:ext cx="3021330" cy="1333057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10096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843915">
              <a:lnSpc>
                <a:spcPct val="100099"/>
              </a:lnSpc>
              <a:spcBef>
                <a:spcPts val="795"/>
              </a:spcBef>
            </a:pPr>
            <a:r>
              <a:rPr lang="en-US" sz="2000" spc="105" dirty="0">
                <a:latin typeface="Trebuchet MS"/>
                <a:cs typeface="Trebuchet MS"/>
              </a:rPr>
              <a:t>Enterprise</a:t>
            </a:r>
            <a:r>
              <a:rPr lang="en-US" sz="2000" spc="-1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state </a:t>
            </a:r>
            <a:r>
              <a:rPr lang="en-US" sz="2000" spc="145" dirty="0">
                <a:latin typeface="Trebuchet MS"/>
                <a:cs typeface="Trebuchet MS"/>
              </a:rPr>
              <a:t>roaming</a:t>
            </a:r>
            <a:r>
              <a:rPr lang="en-US" sz="2000" spc="-5" dirty="0">
                <a:latin typeface="Trebuchet MS"/>
                <a:cs typeface="Trebuchet MS"/>
              </a:rPr>
              <a:t> </a:t>
            </a:r>
            <a:r>
              <a:rPr lang="en-US" sz="2000" spc="55" dirty="0">
                <a:latin typeface="Trebuchet MS"/>
                <a:cs typeface="Trebuchet MS"/>
              </a:rPr>
              <a:t>of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user </a:t>
            </a:r>
            <a:r>
              <a:rPr lang="en-US" sz="2000" spc="120" dirty="0">
                <a:latin typeface="Trebuchet MS"/>
                <a:cs typeface="Trebuchet MS"/>
              </a:rPr>
              <a:t>settings </a:t>
            </a:r>
            <a:r>
              <a:rPr lang="en-US" sz="2000" spc="145" dirty="0">
                <a:latin typeface="Trebuchet MS"/>
                <a:cs typeface="Trebuchet MS"/>
              </a:rPr>
              <a:t>across </a:t>
            </a:r>
            <a:r>
              <a:rPr lang="en-US" sz="2000" spc="65" dirty="0">
                <a:latin typeface="Trebuchet MS"/>
                <a:cs typeface="Trebuchet MS"/>
              </a:rPr>
              <a:t>joined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devices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592385C0-A63D-7766-9E13-A8DF00FEBC34}"/>
              </a:ext>
            </a:extLst>
          </p:cNvPr>
          <p:cNvSpPr txBox="1"/>
          <p:nvPr/>
        </p:nvSpPr>
        <p:spPr>
          <a:xfrm>
            <a:off x="391943" y="3397097"/>
            <a:ext cx="2942590" cy="142367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571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5"/>
              </a:spcBef>
            </a:pPr>
            <a:endParaRPr lang="en-US" sz="2750">
              <a:latin typeface="Times New Roman"/>
              <a:cs typeface="Times New Roman"/>
            </a:endParaRPr>
          </a:p>
          <a:p>
            <a:pPr marL="136525" marR="354965">
              <a:lnSpc>
                <a:spcPct val="100000"/>
              </a:lnSpc>
            </a:pPr>
            <a:r>
              <a:rPr lang="en-US" sz="2000" spc="160" dirty="0">
                <a:latin typeface="Trebuchet MS"/>
                <a:cs typeface="Trebuchet MS"/>
              </a:rPr>
              <a:t>Access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to</a:t>
            </a:r>
            <a:r>
              <a:rPr lang="en-US" sz="2000" spc="5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Microsoft </a:t>
            </a:r>
            <a:r>
              <a:rPr lang="en-US" sz="2000" spc="110" dirty="0">
                <a:latin typeface="Trebuchet MS"/>
                <a:cs typeface="Trebuchet MS"/>
              </a:rPr>
              <a:t>Store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50" dirty="0">
                <a:latin typeface="Trebuchet MS"/>
                <a:cs typeface="Trebuchet MS"/>
              </a:rPr>
              <a:t>for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75" dirty="0">
                <a:latin typeface="Trebuchet MS"/>
                <a:cs typeface="Trebuchet MS"/>
              </a:rPr>
              <a:t>Business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0094A78F-AFE2-CDC3-2A18-0E656C91D628}"/>
              </a:ext>
            </a:extLst>
          </p:cNvPr>
          <p:cNvSpPr txBox="1"/>
          <p:nvPr/>
        </p:nvSpPr>
        <p:spPr>
          <a:xfrm>
            <a:off x="3509794" y="3397097"/>
            <a:ext cx="3021330" cy="1044517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571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45"/>
              </a:spcBef>
            </a:pPr>
            <a:endParaRPr sz="2750">
              <a:latin typeface="Times New Roman"/>
              <a:cs typeface="Times New Roman"/>
            </a:endParaRPr>
          </a:p>
          <a:p>
            <a:pPr marL="136525" marR="1174750">
              <a:lnSpc>
                <a:spcPct val="100000"/>
              </a:lnSpc>
            </a:pPr>
            <a:r>
              <a:rPr sz="2000" spc="150" dirty="0">
                <a:latin typeface="Trebuchet MS"/>
                <a:cs typeface="Trebuchet MS"/>
              </a:rPr>
              <a:t>Windows </a:t>
            </a:r>
            <a:r>
              <a:rPr sz="2000" spc="80" dirty="0">
                <a:latin typeface="Trebuchet MS"/>
                <a:cs typeface="Trebuchet MS"/>
              </a:rPr>
              <a:t>Hello</a:t>
            </a:r>
            <a:r>
              <a:rPr sz="2000" spc="-30" dirty="0">
                <a:latin typeface="Trebuchet MS"/>
                <a:cs typeface="Trebuchet MS"/>
              </a:rPr>
              <a:t> </a:t>
            </a:r>
            <a:r>
              <a:rPr sz="2000" spc="125" dirty="0">
                <a:latin typeface="Trebuchet MS"/>
                <a:cs typeface="Trebuchet MS"/>
              </a:rPr>
              <a:t>support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FB74AECD-226C-CC70-F8DC-218BBDE4F772}"/>
              </a:ext>
            </a:extLst>
          </p:cNvPr>
          <p:cNvSpPr txBox="1"/>
          <p:nvPr/>
        </p:nvSpPr>
        <p:spPr>
          <a:xfrm>
            <a:off x="391943" y="4828581"/>
            <a:ext cx="2942590" cy="210314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2540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178435">
              <a:spcBef>
                <a:spcPts val="2000"/>
              </a:spcBef>
            </a:pPr>
            <a:r>
              <a:rPr lang="en-US" sz="2000" spc="135" dirty="0">
                <a:ea typeface="+mn-lt"/>
                <a:cs typeface="+mn-lt"/>
              </a:rPr>
              <a:t>Access to apps is limited to devices that meet the organization's security and compliance policies</a:t>
            </a:r>
            <a:endParaRPr lang="en-US" dirty="0"/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802973F8-A618-71AE-8722-A67C45D06B56}"/>
              </a:ext>
            </a:extLst>
          </p:cNvPr>
          <p:cNvSpPr txBox="1"/>
          <p:nvPr/>
        </p:nvSpPr>
        <p:spPr>
          <a:xfrm>
            <a:off x="3471694" y="5117948"/>
            <a:ext cx="3021330" cy="142240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2540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391160">
              <a:lnSpc>
                <a:spcPct val="100000"/>
              </a:lnSpc>
              <a:spcBef>
                <a:spcPts val="2000"/>
              </a:spcBef>
            </a:pPr>
            <a:r>
              <a:rPr lang="en-US" sz="2000" spc="180" dirty="0">
                <a:latin typeface="Trebuchet MS"/>
                <a:cs typeface="Trebuchet MS"/>
              </a:rPr>
              <a:t>Seamless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60" dirty="0">
                <a:latin typeface="Trebuchet MS"/>
                <a:cs typeface="Trebuchet MS"/>
              </a:rPr>
              <a:t>access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to </a:t>
            </a:r>
            <a:r>
              <a:rPr lang="en-US" sz="2000" spc="130" dirty="0">
                <a:latin typeface="Trebuchet MS"/>
                <a:cs typeface="Trebuchet MS"/>
              </a:rPr>
              <a:t>on-premises resources</a:t>
            </a:r>
            <a:endParaRPr sz="2000">
              <a:latin typeface="Trebuchet MS"/>
              <a:cs typeface="Trebuchet MS"/>
            </a:endParaRPr>
          </a:p>
        </p:txBody>
      </p: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00C18190-CAC6-61E3-A7F7-5202E67F2BC7}"/>
              </a:ext>
            </a:extLst>
          </p:cNvPr>
          <p:cNvGrpSpPr/>
          <p:nvPr/>
        </p:nvGrpSpPr>
        <p:grpSpPr>
          <a:xfrm>
            <a:off x="6658124" y="1560678"/>
            <a:ext cx="5276850" cy="5128260"/>
            <a:chOff x="6731000" y="1182370"/>
            <a:chExt cx="5276850" cy="5128260"/>
          </a:xfrm>
        </p:grpSpPr>
        <p:pic>
          <p:nvPicPr>
            <p:cNvPr id="18" name="object 16">
              <a:extLst>
                <a:ext uri="{FF2B5EF4-FFF2-40B4-BE49-F238E27FC236}">
                  <a16:creationId xmlns:a16="http://schemas.microsoft.com/office/drawing/2014/main" id="{EA2AF530-06EE-F3EE-55E0-C4CC3874E186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17690" y="2369819"/>
              <a:ext cx="4913630" cy="2752090"/>
            </a:xfrm>
            <a:prstGeom prst="rect">
              <a:avLst/>
            </a:prstGeom>
          </p:spPr>
        </p:pic>
        <p:sp>
          <p:nvSpPr>
            <p:cNvPr id="19" name="object 17">
              <a:extLst>
                <a:ext uri="{FF2B5EF4-FFF2-40B4-BE49-F238E27FC236}">
                  <a16:creationId xmlns:a16="http://schemas.microsoft.com/office/drawing/2014/main" id="{F4FF4E2C-14AF-03C5-58E8-32DDD8424884}"/>
                </a:ext>
              </a:extLst>
            </p:cNvPr>
            <p:cNvSpPr/>
            <p:nvPr/>
          </p:nvSpPr>
          <p:spPr>
            <a:xfrm>
              <a:off x="6731000" y="1182370"/>
              <a:ext cx="5276850" cy="5128260"/>
            </a:xfrm>
            <a:custGeom>
              <a:avLst/>
              <a:gdLst/>
              <a:ahLst/>
              <a:cxnLst/>
              <a:rect l="l" t="t" r="r" b="b"/>
              <a:pathLst>
                <a:path w="5276850" h="5128260">
                  <a:moveTo>
                    <a:pt x="0" y="0"/>
                  </a:moveTo>
                  <a:lnTo>
                    <a:pt x="5276850" y="0"/>
                  </a:lnTo>
                  <a:lnTo>
                    <a:pt x="5276850" y="5128259"/>
                  </a:lnTo>
                  <a:lnTo>
                    <a:pt x="0" y="5128259"/>
                  </a:lnTo>
                  <a:lnTo>
                    <a:pt x="0" y="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44644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21" name="object 2">
            <a:extLst>
              <a:ext uri="{FF2B5EF4-FFF2-40B4-BE49-F238E27FC236}">
                <a16:creationId xmlns:a16="http://schemas.microsoft.com/office/drawing/2014/main" id="{2A79289E-6663-FDD4-BD19-6D17840CB399}"/>
              </a:ext>
            </a:extLst>
          </p:cNvPr>
          <p:cNvSpPr txBox="1">
            <a:spLocks noGrp="1"/>
          </p:cNvSpPr>
          <p:nvPr/>
        </p:nvSpPr>
        <p:spPr>
          <a:xfrm>
            <a:off x="3252280" y="553046"/>
            <a:ext cx="4829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90" dirty="0"/>
              <a:t>Self-Service</a:t>
            </a:r>
            <a:r>
              <a:rPr sz="2800" spc="-90" dirty="0"/>
              <a:t> </a:t>
            </a:r>
            <a:r>
              <a:rPr sz="2800" spc="145" dirty="0"/>
              <a:t>Password</a:t>
            </a:r>
            <a:r>
              <a:rPr sz="2800" spc="-75" dirty="0"/>
              <a:t> </a:t>
            </a:r>
            <a:r>
              <a:rPr sz="2800" spc="130" dirty="0"/>
              <a:t>Reset</a:t>
            </a:r>
            <a:endParaRPr sz="2800" dirty="0"/>
          </a:p>
        </p:txBody>
      </p:sp>
      <p:sp>
        <p:nvSpPr>
          <p:cNvPr id="22" name="object 4">
            <a:extLst>
              <a:ext uri="{FF2B5EF4-FFF2-40B4-BE49-F238E27FC236}">
                <a16:creationId xmlns:a16="http://schemas.microsoft.com/office/drawing/2014/main" id="{ACCD94D3-FF97-1934-DB28-D07F50C78155}"/>
              </a:ext>
            </a:extLst>
          </p:cNvPr>
          <p:cNvSpPr txBox="1"/>
          <p:nvPr/>
        </p:nvSpPr>
        <p:spPr>
          <a:xfrm>
            <a:off x="304800" y="1092836"/>
            <a:ext cx="5427980" cy="1158651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444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5"/>
              </a:spcBef>
            </a:pPr>
            <a:endParaRPr sz="3100" dirty="0">
              <a:latin typeface="Times New Roman"/>
              <a:cs typeface="Times New Roman"/>
            </a:endParaRPr>
          </a:p>
          <a:p>
            <a:pPr marL="478155" marR="964565" indent="-341630">
              <a:lnSpc>
                <a:spcPct val="100000"/>
              </a:lnSpc>
            </a:pPr>
            <a:r>
              <a:rPr sz="2200" spc="70" dirty="0">
                <a:latin typeface="Trebuchet MS"/>
                <a:cs typeface="Trebuchet MS"/>
              </a:rPr>
              <a:t>1.</a:t>
            </a:r>
            <a:r>
              <a:rPr sz="2200" spc="-95" dirty="0">
                <a:latin typeface="Trebuchet MS"/>
                <a:cs typeface="Trebuchet MS"/>
              </a:rPr>
              <a:t> </a:t>
            </a:r>
            <a:r>
              <a:rPr sz="2200" spc="140" dirty="0">
                <a:latin typeface="Trebuchet MS"/>
                <a:cs typeface="Trebuchet MS"/>
              </a:rPr>
              <a:t>Determine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170" dirty="0">
                <a:latin typeface="Trebuchet MS"/>
                <a:cs typeface="Trebuchet MS"/>
              </a:rPr>
              <a:t>who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165" dirty="0">
                <a:latin typeface="Trebuchet MS"/>
                <a:cs typeface="Trebuchet MS"/>
              </a:rPr>
              <a:t>can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195" dirty="0">
                <a:latin typeface="Trebuchet MS"/>
                <a:cs typeface="Trebuchet MS"/>
              </a:rPr>
              <a:t>use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lang="en-US" sz="2200" spc="30" dirty="0">
                <a:latin typeface="Trebuchet MS"/>
                <a:cs typeface="Trebuchet MS"/>
              </a:rPr>
              <a:t>self-</a:t>
            </a:r>
            <a:r>
              <a:rPr lang="en-US" sz="2200" spc="130" dirty="0">
                <a:latin typeface="Trebuchet MS"/>
                <a:cs typeface="Trebuchet MS"/>
              </a:rPr>
              <a:t>service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165" dirty="0">
                <a:latin typeface="Trebuchet MS"/>
                <a:cs typeface="Trebuchet MS"/>
              </a:rPr>
              <a:t>password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105" dirty="0">
                <a:latin typeface="Trebuchet MS"/>
                <a:cs typeface="Trebuchet MS"/>
              </a:rPr>
              <a:t>reset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23" name="object 6">
            <a:extLst>
              <a:ext uri="{FF2B5EF4-FFF2-40B4-BE49-F238E27FC236}">
                <a16:creationId xmlns:a16="http://schemas.microsoft.com/office/drawing/2014/main" id="{67A41816-F59F-223B-03E6-7D6A4A1CA4D4}"/>
              </a:ext>
            </a:extLst>
          </p:cNvPr>
          <p:cNvSpPr txBox="1"/>
          <p:nvPr/>
        </p:nvSpPr>
        <p:spPr>
          <a:xfrm>
            <a:off x="304800" y="2922906"/>
            <a:ext cx="5427980" cy="1477328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12192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78155" marR="161290" indent="-341630">
              <a:spcBef>
                <a:spcPts val="960"/>
              </a:spcBef>
            </a:pPr>
            <a:r>
              <a:rPr lang="en-US" sz="2200" spc="70" dirty="0">
                <a:latin typeface="Trebuchet MS"/>
                <a:cs typeface="Trebuchet MS"/>
              </a:rPr>
              <a:t>2. </a:t>
            </a:r>
            <a:r>
              <a:rPr lang="en-US" sz="2200" spc="185" dirty="0">
                <a:latin typeface="Trebuchet MS"/>
                <a:cs typeface="Trebuchet MS"/>
              </a:rPr>
              <a:t>Choose </a:t>
            </a:r>
            <a:r>
              <a:rPr lang="en-US" sz="2200" spc="105" dirty="0">
                <a:latin typeface="Trebuchet MS"/>
                <a:cs typeface="Trebuchet MS"/>
              </a:rPr>
              <a:t>the </a:t>
            </a:r>
            <a:r>
              <a:rPr lang="en-US" sz="2200" spc="170" dirty="0">
                <a:latin typeface="Trebuchet MS"/>
                <a:cs typeface="Trebuchet MS"/>
              </a:rPr>
              <a:t>number </a:t>
            </a:r>
            <a:r>
              <a:rPr lang="en-US" sz="2200" spc="55" dirty="0">
                <a:latin typeface="Trebuchet MS"/>
                <a:cs typeface="Trebuchet MS"/>
              </a:rPr>
              <a:t>of </a:t>
            </a:r>
            <a:r>
              <a:rPr lang="en-US" sz="2200" spc="105" dirty="0">
                <a:latin typeface="Trebuchet MS"/>
                <a:cs typeface="Trebuchet MS"/>
              </a:rPr>
              <a:t>authentication </a:t>
            </a:r>
            <a:r>
              <a:rPr lang="en-US" sz="2200" spc="170" dirty="0">
                <a:latin typeface="Trebuchet MS"/>
                <a:cs typeface="Trebuchet MS"/>
              </a:rPr>
              <a:t>methods </a:t>
            </a:r>
            <a:r>
              <a:rPr lang="en-US" sz="2200" spc="95" dirty="0">
                <a:latin typeface="Trebuchet MS"/>
                <a:cs typeface="Trebuchet MS"/>
              </a:rPr>
              <a:t>required </a:t>
            </a:r>
            <a:r>
              <a:rPr lang="en-US" sz="2200" spc="180" dirty="0">
                <a:latin typeface="Trebuchet MS"/>
                <a:cs typeface="Trebuchet MS"/>
              </a:rPr>
              <a:t>and</a:t>
            </a:r>
            <a:r>
              <a:rPr lang="en-US" sz="2200" spc="10" dirty="0">
                <a:latin typeface="Trebuchet MS"/>
                <a:cs typeface="Trebuchet MS"/>
              </a:rPr>
              <a:t> </a:t>
            </a:r>
            <a:r>
              <a:rPr lang="en-US" sz="2200" spc="110" dirty="0">
                <a:latin typeface="Trebuchet MS"/>
                <a:cs typeface="Trebuchet MS"/>
              </a:rPr>
              <a:t>the</a:t>
            </a:r>
            <a:r>
              <a:rPr lang="en-US" sz="2200" spc="20" dirty="0">
                <a:latin typeface="Trebuchet MS"/>
                <a:cs typeface="Trebuchet MS"/>
              </a:rPr>
              <a:t> </a:t>
            </a:r>
            <a:r>
              <a:rPr lang="en-US" sz="2200" spc="170" dirty="0">
                <a:latin typeface="Trebuchet MS"/>
                <a:cs typeface="Trebuchet MS"/>
              </a:rPr>
              <a:t>methods</a:t>
            </a:r>
            <a:r>
              <a:rPr lang="en-US" sz="2200" spc="10" dirty="0">
                <a:latin typeface="Trebuchet MS"/>
                <a:cs typeface="Trebuchet MS"/>
              </a:rPr>
              <a:t> </a:t>
            </a:r>
            <a:r>
              <a:rPr lang="en-US" sz="2200" spc="110" dirty="0">
                <a:latin typeface="Trebuchet MS"/>
                <a:cs typeface="Trebuchet MS"/>
              </a:rPr>
              <a:t>available</a:t>
            </a:r>
            <a:r>
              <a:rPr lang="en-US" sz="2200" spc="20" dirty="0">
                <a:latin typeface="Trebuchet MS"/>
                <a:cs typeface="Trebuchet MS"/>
              </a:rPr>
              <a:t> </a:t>
            </a:r>
            <a:r>
              <a:rPr lang="en-US" sz="2200" spc="70" dirty="0">
                <a:latin typeface="Trebuchet MS"/>
                <a:cs typeface="Trebuchet MS"/>
              </a:rPr>
              <a:t>(email, </a:t>
            </a:r>
            <a:r>
              <a:rPr lang="en-US" sz="2200" spc="120" dirty="0">
                <a:latin typeface="Trebuchet MS"/>
                <a:cs typeface="Trebuchet MS"/>
              </a:rPr>
              <a:t>phone and</a:t>
            </a:r>
            <a:r>
              <a:rPr lang="en-US" sz="2200" spc="20" dirty="0">
                <a:latin typeface="Trebuchet MS"/>
                <a:cs typeface="Trebuchet MS"/>
              </a:rPr>
              <a:t> </a:t>
            </a:r>
            <a:r>
              <a:rPr lang="en-US" sz="2200" spc="135" dirty="0">
                <a:latin typeface="Trebuchet MS"/>
                <a:cs typeface="Trebuchet MS"/>
              </a:rPr>
              <a:t>questions)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24" name="object 8">
            <a:extLst>
              <a:ext uri="{FF2B5EF4-FFF2-40B4-BE49-F238E27FC236}">
                <a16:creationId xmlns:a16="http://schemas.microsoft.com/office/drawing/2014/main" id="{B8A7140D-3E0B-AB60-7707-CEBE86552761}"/>
              </a:ext>
            </a:extLst>
          </p:cNvPr>
          <p:cNvSpPr txBox="1"/>
          <p:nvPr/>
        </p:nvSpPr>
        <p:spPr>
          <a:xfrm>
            <a:off x="304800" y="4754246"/>
            <a:ext cx="5427980" cy="158369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44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35"/>
              </a:spcBef>
            </a:pPr>
            <a:endParaRPr lang="en-US" sz="3100">
              <a:latin typeface="Times New Roman"/>
              <a:cs typeface="Times New Roman"/>
            </a:endParaRPr>
          </a:p>
          <a:p>
            <a:pPr marL="478155" marR="418465" indent="-341630">
              <a:lnSpc>
                <a:spcPct val="100000"/>
              </a:lnSpc>
            </a:pPr>
            <a:r>
              <a:rPr lang="en-US" sz="2200" spc="70" dirty="0">
                <a:latin typeface="Trebuchet MS"/>
                <a:cs typeface="Trebuchet MS"/>
              </a:rPr>
              <a:t>3.</a:t>
            </a:r>
            <a:r>
              <a:rPr lang="en-US" sz="2200" spc="-95" dirty="0">
                <a:latin typeface="Trebuchet MS"/>
                <a:cs typeface="Trebuchet MS"/>
              </a:rPr>
              <a:t> </a:t>
            </a:r>
            <a:r>
              <a:rPr lang="en-US" sz="2200" spc="45" dirty="0">
                <a:latin typeface="Trebuchet MS"/>
                <a:cs typeface="Trebuchet MS"/>
              </a:rPr>
              <a:t>You</a:t>
            </a:r>
            <a:r>
              <a:rPr lang="en-US" sz="2200" spc="25" dirty="0">
                <a:latin typeface="Trebuchet MS"/>
                <a:cs typeface="Trebuchet MS"/>
              </a:rPr>
              <a:t> </a:t>
            </a:r>
            <a:r>
              <a:rPr lang="en-US" sz="2200" spc="160" dirty="0">
                <a:latin typeface="Trebuchet MS"/>
                <a:cs typeface="Trebuchet MS"/>
              </a:rPr>
              <a:t>can</a:t>
            </a:r>
            <a:r>
              <a:rPr lang="en-US" sz="2200" spc="25" dirty="0">
                <a:latin typeface="Trebuchet MS"/>
                <a:cs typeface="Trebuchet MS"/>
              </a:rPr>
              <a:t> </a:t>
            </a:r>
            <a:r>
              <a:rPr lang="en-US" sz="2200" spc="85" dirty="0">
                <a:latin typeface="Trebuchet MS"/>
                <a:cs typeface="Trebuchet MS"/>
              </a:rPr>
              <a:t>require</a:t>
            </a:r>
            <a:r>
              <a:rPr lang="en-US" sz="2200" spc="25" dirty="0">
                <a:latin typeface="Trebuchet MS"/>
                <a:cs typeface="Trebuchet MS"/>
              </a:rPr>
              <a:t> </a:t>
            </a:r>
            <a:r>
              <a:rPr lang="en-US" sz="2200" spc="175" dirty="0">
                <a:latin typeface="Trebuchet MS"/>
                <a:cs typeface="Trebuchet MS"/>
              </a:rPr>
              <a:t>users</a:t>
            </a:r>
            <a:r>
              <a:rPr lang="en-US" sz="2200" spc="10" dirty="0">
                <a:latin typeface="Trebuchet MS"/>
                <a:cs typeface="Trebuchet MS"/>
              </a:rPr>
              <a:t> </a:t>
            </a:r>
            <a:r>
              <a:rPr lang="en-US" sz="2200" spc="75" dirty="0">
                <a:latin typeface="Trebuchet MS"/>
                <a:cs typeface="Trebuchet MS"/>
              </a:rPr>
              <a:t>to</a:t>
            </a:r>
            <a:r>
              <a:rPr lang="en-US" sz="2200" spc="30" dirty="0">
                <a:latin typeface="Trebuchet MS"/>
                <a:cs typeface="Trebuchet MS"/>
              </a:rPr>
              <a:t> </a:t>
            </a:r>
            <a:r>
              <a:rPr lang="en-US" sz="2200" spc="105" dirty="0">
                <a:latin typeface="Trebuchet MS"/>
                <a:cs typeface="Trebuchet MS"/>
              </a:rPr>
              <a:t>register </a:t>
            </a:r>
            <a:r>
              <a:rPr lang="en-US" sz="2200" spc="50" dirty="0">
                <a:latin typeface="Trebuchet MS"/>
                <a:cs typeface="Trebuchet MS"/>
              </a:rPr>
              <a:t>for</a:t>
            </a:r>
            <a:r>
              <a:rPr lang="en-US" sz="2200" spc="15" dirty="0">
                <a:latin typeface="Trebuchet MS"/>
                <a:cs typeface="Trebuchet MS"/>
              </a:rPr>
              <a:t> </a:t>
            </a:r>
            <a:r>
              <a:rPr lang="en-US" sz="2200" spc="245" dirty="0">
                <a:latin typeface="Trebuchet MS"/>
                <a:cs typeface="Trebuchet MS"/>
              </a:rPr>
              <a:t>SSPR</a:t>
            </a:r>
            <a:r>
              <a:rPr lang="en-US" sz="2200" spc="10" dirty="0">
                <a:latin typeface="Trebuchet MS"/>
                <a:cs typeface="Trebuchet MS"/>
              </a:rPr>
              <a:t> </a:t>
            </a:r>
            <a:r>
              <a:rPr lang="en-US" sz="2200" spc="185" dirty="0">
                <a:latin typeface="Trebuchet MS"/>
                <a:cs typeface="Trebuchet MS"/>
              </a:rPr>
              <a:t>(same</a:t>
            </a:r>
            <a:r>
              <a:rPr lang="en-US" sz="2200" spc="25" dirty="0">
                <a:latin typeface="Trebuchet MS"/>
                <a:cs typeface="Trebuchet MS"/>
              </a:rPr>
              <a:t> </a:t>
            </a:r>
            <a:r>
              <a:rPr lang="en-US" sz="2200" spc="155" dirty="0">
                <a:latin typeface="Trebuchet MS"/>
                <a:cs typeface="Trebuchet MS"/>
              </a:rPr>
              <a:t>process</a:t>
            </a:r>
            <a:r>
              <a:rPr lang="en-US" sz="2200" spc="15" dirty="0">
                <a:latin typeface="Trebuchet MS"/>
                <a:cs typeface="Trebuchet MS"/>
              </a:rPr>
              <a:t> </a:t>
            </a:r>
            <a:r>
              <a:rPr lang="en-US" sz="2200" spc="215" dirty="0">
                <a:latin typeface="Trebuchet MS"/>
                <a:cs typeface="Trebuchet MS"/>
              </a:rPr>
              <a:t>as</a:t>
            </a:r>
            <a:r>
              <a:rPr lang="en-US" sz="2200" spc="20" dirty="0">
                <a:latin typeface="Trebuchet MS"/>
                <a:cs typeface="Trebuchet MS"/>
              </a:rPr>
              <a:t> </a:t>
            </a:r>
            <a:r>
              <a:rPr lang="en-US" sz="2200" spc="120" dirty="0">
                <a:latin typeface="Trebuchet MS"/>
                <a:cs typeface="Trebuchet MS"/>
              </a:rPr>
              <a:t>MFA)</a:t>
            </a:r>
            <a:endParaRPr sz="2200">
              <a:latin typeface="Trebuchet MS"/>
              <a:cs typeface="Trebuchet MS"/>
            </a:endParaRPr>
          </a:p>
        </p:txBody>
      </p:sp>
      <p:pic>
        <p:nvPicPr>
          <p:cNvPr id="25" name="object 9">
            <a:extLst>
              <a:ext uri="{FF2B5EF4-FFF2-40B4-BE49-F238E27FC236}">
                <a16:creationId xmlns:a16="http://schemas.microsoft.com/office/drawing/2014/main" id="{19452144-4177-76AF-714F-30651B13486A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34200" y="1258942"/>
            <a:ext cx="4538980" cy="5077723"/>
          </a:xfrm>
          <a:prstGeom prst="rect">
            <a:avLst/>
          </a:prstGeom>
        </p:spPr>
      </p:pic>
      <p:sp>
        <p:nvSpPr>
          <p:cNvPr id="26" name="object 14">
            <a:extLst>
              <a:ext uri="{FF2B5EF4-FFF2-40B4-BE49-F238E27FC236}">
                <a16:creationId xmlns:a16="http://schemas.microsoft.com/office/drawing/2014/main" id="{90FE3ED1-DFB1-4486-61B6-99BE52C566D0}"/>
              </a:ext>
            </a:extLst>
          </p:cNvPr>
          <p:cNvSpPr txBox="1"/>
          <p:nvPr/>
        </p:nvSpPr>
        <p:spPr>
          <a:xfrm>
            <a:off x="5872481" y="1092836"/>
            <a:ext cx="6014720" cy="5243830"/>
          </a:xfrm>
          <a:prstGeom prst="rect">
            <a:avLst/>
          </a:prstGeom>
          <a:ln w="19048">
            <a:solidFill>
              <a:srgbClr val="EAEAEA"/>
            </a:solidFill>
          </a:ln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000">
              <a:latin typeface="Times New Roman"/>
              <a:cs typeface="Times New Roman"/>
            </a:endParaRPr>
          </a:p>
          <a:p>
            <a:pPr marL="842644">
              <a:lnSpc>
                <a:spcPct val="100000"/>
              </a:lnSpc>
            </a:pPr>
            <a:r>
              <a:rPr sz="1200" spc="13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  <a:p>
            <a:pPr marL="842644">
              <a:lnSpc>
                <a:spcPct val="100000"/>
              </a:lnSpc>
              <a:spcBef>
                <a:spcPts val="740"/>
              </a:spcBef>
            </a:pPr>
            <a:r>
              <a:rPr sz="1200" spc="13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200">
              <a:latin typeface="Trebuchet MS"/>
              <a:cs typeface="Trebuchet MS"/>
            </a:endParaRPr>
          </a:p>
          <a:p>
            <a:pPr marL="842644">
              <a:lnSpc>
                <a:spcPct val="100000"/>
              </a:lnSpc>
              <a:spcBef>
                <a:spcPts val="750"/>
              </a:spcBef>
            </a:pPr>
            <a:r>
              <a:rPr sz="1200" spc="13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2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217472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717;p53">
            <a:extLst>
              <a:ext uri="{FF2B5EF4-FFF2-40B4-BE49-F238E27FC236}">
                <a16:creationId xmlns:a16="http://schemas.microsoft.com/office/drawing/2014/main" id="{C2548839-3939-0CEE-BB80-F07D21DCA629}"/>
              </a:ext>
            </a:extLst>
          </p:cNvPr>
          <p:cNvSpPr txBox="1"/>
          <p:nvPr/>
        </p:nvSpPr>
        <p:spPr>
          <a:xfrm>
            <a:off x="2460426" y="2877900"/>
            <a:ext cx="7271148" cy="11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ysClr val="windowText" lastClr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Users and Groups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solidFill>
                <a:sysClr val="windowText" lastClr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957964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BD940DAA-28B3-A269-018F-37BE8D7BCC23}"/>
              </a:ext>
            </a:extLst>
          </p:cNvPr>
          <p:cNvSpPr txBox="1">
            <a:spLocks noGrp="1"/>
          </p:cNvSpPr>
          <p:nvPr/>
        </p:nvSpPr>
        <p:spPr>
          <a:xfrm>
            <a:off x="4324795" y="644877"/>
            <a:ext cx="249364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65" dirty="0"/>
              <a:t>User</a:t>
            </a:r>
            <a:r>
              <a:rPr sz="2800" spc="-140" dirty="0"/>
              <a:t> </a:t>
            </a:r>
            <a:r>
              <a:rPr sz="2800" spc="145" dirty="0"/>
              <a:t>Accounts</a:t>
            </a:r>
            <a:endParaRPr sz="2800" dirty="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91407301-AAD7-0AF0-0D2D-D8D22E707BF4}"/>
              </a:ext>
            </a:extLst>
          </p:cNvPr>
          <p:cNvGrpSpPr/>
          <p:nvPr/>
        </p:nvGrpSpPr>
        <p:grpSpPr>
          <a:xfrm>
            <a:off x="353844" y="1380031"/>
            <a:ext cx="11582400" cy="4224020"/>
            <a:chOff x="426720" y="1192529"/>
            <a:chExt cx="11582400" cy="4224020"/>
          </a:xfrm>
        </p:grpSpPr>
        <p:sp>
          <p:nvSpPr>
            <p:cNvPr id="15" name="object 4">
              <a:extLst>
                <a:ext uri="{FF2B5EF4-FFF2-40B4-BE49-F238E27FC236}">
                  <a16:creationId xmlns:a16="http://schemas.microsoft.com/office/drawing/2014/main" id="{192541F6-DE79-EFF6-AFE4-773FA32BC6C3}"/>
                </a:ext>
              </a:extLst>
            </p:cNvPr>
            <p:cNvSpPr/>
            <p:nvPr/>
          </p:nvSpPr>
          <p:spPr>
            <a:xfrm>
              <a:off x="426720" y="1192529"/>
              <a:ext cx="11582400" cy="4224020"/>
            </a:xfrm>
            <a:custGeom>
              <a:avLst/>
              <a:gdLst/>
              <a:ahLst/>
              <a:cxnLst/>
              <a:rect l="l" t="t" r="r" b="b"/>
              <a:pathLst>
                <a:path w="11582400" h="4224020">
                  <a:moveTo>
                    <a:pt x="5791200" y="4224020"/>
                  </a:moveTo>
                  <a:lnTo>
                    <a:pt x="0" y="4224020"/>
                  </a:lnTo>
                  <a:lnTo>
                    <a:pt x="0" y="0"/>
                  </a:lnTo>
                  <a:lnTo>
                    <a:pt x="11582400" y="0"/>
                  </a:lnTo>
                  <a:lnTo>
                    <a:pt x="11582400" y="4224020"/>
                  </a:lnTo>
                  <a:lnTo>
                    <a:pt x="5791200" y="422402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6" name="object 5">
              <a:extLst>
                <a:ext uri="{FF2B5EF4-FFF2-40B4-BE49-F238E27FC236}">
                  <a16:creationId xmlns:a16="http://schemas.microsoft.com/office/drawing/2014/main" id="{4D6DDD3C-810A-322D-D5C4-E016E1F973AC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8350" y="1718309"/>
              <a:ext cx="10899140" cy="2833643"/>
            </a:xfrm>
            <a:prstGeom prst="rect">
              <a:avLst/>
            </a:prstGeom>
          </p:spPr>
        </p:pic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34F53E08-227E-9B67-3B8F-9A29ED88E381}"/>
                </a:ext>
              </a:extLst>
            </p:cNvPr>
            <p:cNvSpPr/>
            <p:nvPr/>
          </p:nvSpPr>
          <p:spPr>
            <a:xfrm>
              <a:off x="768350" y="1719579"/>
              <a:ext cx="10899140" cy="2843530"/>
            </a:xfrm>
            <a:custGeom>
              <a:avLst/>
              <a:gdLst/>
              <a:ahLst/>
              <a:cxnLst/>
              <a:rect l="l" t="t" r="r" b="b"/>
              <a:pathLst>
                <a:path w="10899140" h="2843529">
                  <a:moveTo>
                    <a:pt x="0" y="0"/>
                  </a:moveTo>
                  <a:lnTo>
                    <a:pt x="10899140" y="0"/>
                  </a:lnTo>
                  <a:lnTo>
                    <a:pt x="10899140" y="2843530"/>
                  </a:lnTo>
                  <a:lnTo>
                    <a:pt x="0" y="2843530"/>
                  </a:lnTo>
                  <a:lnTo>
                    <a:pt x="0" y="0"/>
                  </a:lnTo>
                  <a:close/>
                </a:path>
              </a:pathLst>
            </a:custGeom>
            <a:ln w="3175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12" name="object 8">
            <a:extLst>
              <a:ext uri="{FF2B5EF4-FFF2-40B4-BE49-F238E27FC236}">
                <a16:creationId xmlns:a16="http://schemas.microsoft.com/office/drawing/2014/main" id="{86E8ED15-9793-1F49-84FF-4013A2231F49}"/>
              </a:ext>
            </a:extLst>
          </p:cNvPr>
          <p:cNvSpPr txBox="1"/>
          <p:nvPr/>
        </p:nvSpPr>
        <p:spPr>
          <a:xfrm>
            <a:off x="353843" y="5731052"/>
            <a:ext cx="2735580" cy="92329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15748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09880" marR="302895" indent="154940">
              <a:lnSpc>
                <a:spcPct val="100000"/>
              </a:lnSpc>
              <a:spcBef>
                <a:spcPts val="1240"/>
              </a:spcBef>
            </a:pPr>
            <a:r>
              <a:rPr lang="en-US" sz="2000" spc="35" dirty="0">
                <a:latin typeface="Trebuchet MS"/>
                <a:cs typeface="Trebuchet MS"/>
              </a:rPr>
              <a:t>All </a:t>
            </a:r>
            <a:r>
              <a:rPr lang="en-US" sz="2000" spc="165" dirty="0">
                <a:latin typeface="Trebuchet MS"/>
                <a:cs typeface="Trebuchet MS"/>
              </a:rPr>
              <a:t>users </a:t>
            </a:r>
            <a:r>
              <a:rPr lang="en-US" sz="2000" spc="170" dirty="0">
                <a:latin typeface="Trebuchet MS"/>
                <a:cs typeface="Trebuchet MS"/>
              </a:rPr>
              <a:t>must have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</a:t>
            </a:r>
            <a:r>
              <a:rPr lang="en-US" sz="2000" spc="-5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account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10">
            <a:extLst>
              <a:ext uri="{FF2B5EF4-FFF2-40B4-BE49-F238E27FC236}">
                <a16:creationId xmlns:a16="http://schemas.microsoft.com/office/drawing/2014/main" id="{99BEA6E1-D722-34DD-26D9-25328EC88BCE}"/>
              </a:ext>
            </a:extLst>
          </p:cNvPr>
          <p:cNvSpPr txBox="1"/>
          <p:nvPr/>
        </p:nvSpPr>
        <p:spPr>
          <a:xfrm>
            <a:off x="3217694" y="5731052"/>
            <a:ext cx="4295140" cy="92329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508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58495" marR="655320" algn="ctr">
              <a:lnSpc>
                <a:spcPct val="100000"/>
              </a:lnSpc>
              <a:spcBef>
                <a:spcPts val="40"/>
              </a:spcBef>
            </a:pPr>
            <a:r>
              <a:rPr lang="en-US" sz="2000" spc="125" dirty="0">
                <a:latin typeface="Trebuchet MS"/>
                <a:cs typeface="Trebuchet MS"/>
              </a:rPr>
              <a:t>The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account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is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75" dirty="0">
                <a:latin typeface="Trebuchet MS"/>
                <a:cs typeface="Trebuchet MS"/>
              </a:rPr>
              <a:t>used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50" dirty="0">
                <a:latin typeface="Trebuchet MS"/>
                <a:cs typeface="Trebuchet MS"/>
              </a:rPr>
              <a:t>for </a:t>
            </a:r>
            <a:r>
              <a:rPr lang="en-US" sz="2000" spc="95" dirty="0">
                <a:latin typeface="Trebuchet MS"/>
                <a:cs typeface="Trebuchet MS"/>
              </a:rPr>
              <a:t>authentication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95" dirty="0" err="1">
                <a:latin typeface="Trebuchet MS"/>
                <a:cs typeface="Trebuchet MS"/>
              </a:rPr>
              <a:t>authorisation</a:t>
            </a:r>
            <a:endParaRPr sz="2000" dirty="0" err="1">
              <a:latin typeface="Trebuchet MS"/>
              <a:cs typeface="Trebuchet MS"/>
            </a:endParaRP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C4B50561-A87A-AC07-0A50-6DE63EB42214}"/>
              </a:ext>
            </a:extLst>
          </p:cNvPr>
          <p:cNvSpPr txBox="1"/>
          <p:nvPr/>
        </p:nvSpPr>
        <p:spPr>
          <a:xfrm>
            <a:off x="7641104" y="5731052"/>
            <a:ext cx="4295140" cy="92329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508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4330" marR="351155" indent="1270" algn="ctr">
              <a:lnSpc>
                <a:spcPct val="100000"/>
              </a:lnSpc>
              <a:spcBef>
                <a:spcPts val="40"/>
              </a:spcBef>
            </a:pPr>
            <a:r>
              <a:rPr lang="en-US" sz="2000" spc="80" dirty="0">
                <a:latin typeface="Trebuchet MS"/>
                <a:cs typeface="Trebuchet MS"/>
              </a:rPr>
              <a:t>Identity </a:t>
            </a:r>
            <a:r>
              <a:rPr lang="en-US" sz="2000" spc="130" dirty="0">
                <a:latin typeface="Trebuchet MS"/>
                <a:cs typeface="Trebuchet MS"/>
              </a:rPr>
              <a:t>sources: </a:t>
            </a:r>
            <a:r>
              <a:rPr lang="en-US" sz="2000" spc="90" dirty="0">
                <a:latin typeface="Trebuchet MS"/>
                <a:cs typeface="Trebuchet MS"/>
              </a:rPr>
              <a:t>Cloud, </a:t>
            </a:r>
            <a:r>
              <a:rPr lang="en-US" sz="2000" spc="100" dirty="0">
                <a:latin typeface="Trebuchet MS"/>
                <a:cs typeface="Trebuchet MS"/>
              </a:rPr>
              <a:t>Directory-</a:t>
            </a:r>
            <a:r>
              <a:rPr lang="en-US" sz="2000" spc="100" dirty="0" err="1">
                <a:latin typeface="Trebuchet MS"/>
                <a:cs typeface="Trebuchet MS"/>
              </a:rPr>
              <a:t>synchronised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45" dirty="0">
                <a:latin typeface="Trebuchet MS"/>
                <a:cs typeface="Trebuchet MS"/>
              </a:rPr>
              <a:t>Guest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2764183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2D6AB673-1893-4680-0446-F74EB544D5B6}"/>
              </a:ext>
            </a:extLst>
          </p:cNvPr>
          <p:cNvSpPr txBox="1">
            <a:spLocks noGrp="1"/>
          </p:cNvSpPr>
          <p:nvPr/>
        </p:nvSpPr>
        <p:spPr>
          <a:xfrm>
            <a:off x="3567905" y="820569"/>
            <a:ext cx="4295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20" dirty="0"/>
              <a:t>Managing</a:t>
            </a:r>
            <a:r>
              <a:rPr sz="2800" spc="-95" dirty="0"/>
              <a:t> </a:t>
            </a:r>
            <a:r>
              <a:rPr sz="2800" spc="165" dirty="0"/>
              <a:t>User</a:t>
            </a:r>
            <a:r>
              <a:rPr sz="2800" spc="-85" dirty="0"/>
              <a:t> </a:t>
            </a:r>
            <a:r>
              <a:rPr sz="2800" spc="145" dirty="0"/>
              <a:t>Accounts</a:t>
            </a:r>
            <a:endParaRPr sz="280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99FCF235-B9FE-65EF-5D42-E45B5D00C81B}"/>
              </a:ext>
            </a:extLst>
          </p:cNvPr>
          <p:cNvGrpSpPr/>
          <p:nvPr/>
        </p:nvGrpSpPr>
        <p:grpSpPr>
          <a:xfrm>
            <a:off x="353844" y="1478282"/>
            <a:ext cx="11582400" cy="3731260"/>
            <a:chOff x="426720" y="1192529"/>
            <a:chExt cx="11582400" cy="3731260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86084F50-D612-65A6-C6AA-B3ED605E1448}"/>
                </a:ext>
              </a:extLst>
            </p:cNvPr>
            <p:cNvSpPr/>
            <p:nvPr/>
          </p:nvSpPr>
          <p:spPr>
            <a:xfrm>
              <a:off x="426720" y="1192529"/>
              <a:ext cx="11582400" cy="3731260"/>
            </a:xfrm>
            <a:custGeom>
              <a:avLst/>
              <a:gdLst/>
              <a:ahLst/>
              <a:cxnLst/>
              <a:rect l="l" t="t" r="r" b="b"/>
              <a:pathLst>
                <a:path w="11582400" h="3731260">
                  <a:moveTo>
                    <a:pt x="5791200" y="3731260"/>
                  </a:moveTo>
                  <a:lnTo>
                    <a:pt x="0" y="3731260"/>
                  </a:lnTo>
                  <a:lnTo>
                    <a:pt x="0" y="0"/>
                  </a:lnTo>
                  <a:lnTo>
                    <a:pt x="11582400" y="0"/>
                  </a:lnTo>
                  <a:lnTo>
                    <a:pt x="11582400" y="3731260"/>
                  </a:lnTo>
                  <a:lnTo>
                    <a:pt x="5791200" y="373126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7" name="object 5">
              <a:extLst>
                <a:ext uri="{FF2B5EF4-FFF2-40B4-BE49-F238E27FC236}">
                  <a16:creationId xmlns:a16="http://schemas.microsoft.com/office/drawing/2014/main" id="{01D3FC08-3020-1838-DD00-037DB9D9D400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3740" y="1486189"/>
              <a:ext cx="11009630" cy="389047"/>
            </a:xfrm>
            <a:prstGeom prst="rect">
              <a:avLst/>
            </a:prstGeom>
          </p:spPr>
        </p:pic>
        <p:pic>
          <p:nvPicPr>
            <p:cNvPr id="18" name="object 6">
              <a:extLst>
                <a:ext uri="{FF2B5EF4-FFF2-40B4-BE49-F238E27FC236}">
                  <a16:creationId xmlns:a16="http://schemas.microsoft.com/office/drawing/2014/main" id="{E583222E-9997-CF36-8514-BEE344D83778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9188" y="2286423"/>
              <a:ext cx="7894037" cy="2377581"/>
            </a:xfrm>
            <a:prstGeom prst="rect">
              <a:avLst/>
            </a:prstGeom>
          </p:spPr>
        </p:pic>
      </p:grpSp>
      <p:sp>
        <p:nvSpPr>
          <p:cNvPr id="12" name="object 7">
            <a:extLst>
              <a:ext uri="{FF2B5EF4-FFF2-40B4-BE49-F238E27FC236}">
                <a16:creationId xmlns:a16="http://schemas.microsoft.com/office/drawing/2014/main" id="{CCC3F23C-8D74-CA9D-587F-274C00293097}"/>
              </a:ext>
            </a:extLst>
          </p:cNvPr>
          <p:cNvSpPr txBox="1"/>
          <p:nvPr/>
        </p:nvSpPr>
        <p:spPr>
          <a:xfrm>
            <a:off x="344319" y="5327018"/>
            <a:ext cx="2816860" cy="13296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55244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10820" marR="207010" indent="1270" algn="ctr">
              <a:spcBef>
                <a:spcPts val="434"/>
              </a:spcBef>
            </a:pPr>
            <a:r>
              <a:rPr lang="en-US" sz="2000" spc="175" dirty="0">
                <a:latin typeface="Trebuchet MS"/>
                <a:cs typeface="Trebuchet MS"/>
              </a:rPr>
              <a:t>Must </a:t>
            </a:r>
            <a:r>
              <a:rPr lang="en-US" sz="2000" spc="145" dirty="0">
                <a:latin typeface="Trebuchet MS"/>
                <a:cs typeface="Trebuchet MS"/>
              </a:rPr>
              <a:t>be a </a:t>
            </a:r>
            <a:r>
              <a:rPr lang="en-US" sz="2000" spc="95" dirty="0">
                <a:latin typeface="Trebuchet MS"/>
                <a:cs typeface="Trebuchet MS"/>
              </a:rPr>
              <a:t>Global </a:t>
            </a:r>
            <a:r>
              <a:rPr lang="en-US" sz="2000" spc="100" dirty="0">
                <a:latin typeface="Trebuchet MS"/>
                <a:cs typeface="Trebuchet MS"/>
              </a:rPr>
              <a:t>Administrator </a:t>
            </a:r>
            <a:r>
              <a:rPr lang="en-US" sz="2000" spc="95" dirty="0">
                <a:latin typeface="Trebuchet MS"/>
                <a:cs typeface="Trebuchet MS"/>
              </a:rPr>
              <a:t>or </a:t>
            </a:r>
            <a:r>
              <a:rPr lang="en-US" sz="2000" spc="100" dirty="0">
                <a:latin typeface="Trebuchet MS"/>
                <a:cs typeface="Trebuchet MS"/>
              </a:rPr>
              <a:t>a </a:t>
            </a:r>
            <a:r>
              <a:rPr lang="en-US" sz="2000" spc="140" dirty="0">
                <a:latin typeface="Trebuchet MS"/>
                <a:cs typeface="Trebuchet MS"/>
              </a:rPr>
              <a:t>User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Administrator </a:t>
            </a:r>
            <a:r>
              <a:rPr lang="en-US" sz="2000" spc="65" dirty="0">
                <a:latin typeface="Trebuchet MS"/>
                <a:cs typeface="Trebuchet MS"/>
              </a:rPr>
              <a:t>to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200" dirty="0">
                <a:latin typeface="Trebuchet MS"/>
                <a:cs typeface="Trebuchet MS"/>
              </a:rPr>
              <a:t>manage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DCE93DB8-5B87-CD24-2BFE-1EBA9BCD133C}"/>
              </a:ext>
            </a:extLst>
          </p:cNvPr>
          <p:cNvSpPr txBox="1"/>
          <p:nvPr/>
        </p:nvSpPr>
        <p:spPr>
          <a:xfrm>
            <a:off x="3269129" y="5327018"/>
            <a:ext cx="2816860" cy="1902443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55244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2280" marR="456565" algn="ctr">
              <a:spcBef>
                <a:spcPts val="434"/>
              </a:spcBef>
            </a:pPr>
            <a:r>
              <a:rPr lang="en-US" sz="2000" spc="140" dirty="0">
                <a:latin typeface="Trebuchet MS"/>
                <a:cs typeface="Trebuchet MS"/>
              </a:rPr>
              <a:t>The user </a:t>
            </a:r>
            <a:r>
              <a:rPr lang="en-US" sz="2000" spc="45" dirty="0">
                <a:latin typeface="Trebuchet MS"/>
                <a:cs typeface="Trebuchet MS"/>
              </a:rPr>
              <a:t>profile </a:t>
            </a:r>
            <a:r>
              <a:rPr lang="en-US" sz="2000" spc="50" dirty="0">
                <a:latin typeface="Trebuchet MS"/>
                <a:cs typeface="Trebuchet MS"/>
              </a:rPr>
              <a:t>(picture, </a:t>
            </a:r>
            <a:r>
              <a:rPr lang="en-US" sz="2000" dirty="0">
                <a:latin typeface="Trebuchet MS"/>
                <a:cs typeface="Trebuchet MS"/>
              </a:rPr>
              <a:t>job and </a:t>
            </a:r>
            <a:r>
              <a:rPr lang="en-US" sz="2000" spc="95" dirty="0">
                <a:latin typeface="Trebuchet MS"/>
                <a:cs typeface="Trebuchet MS"/>
              </a:rPr>
              <a:t>contact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60" dirty="0">
                <a:latin typeface="Trebuchet MS"/>
                <a:cs typeface="Trebuchet MS"/>
              </a:rPr>
              <a:t>info)</a:t>
            </a:r>
            <a:r>
              <a:rPr lang="en-US" sz="2000" spc="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is </a:t>
            </a:r>
            <a:r>
              <a:rPr lang="en-US" sz="2000" spc="85" dirty="0">
                <a:latin typeface="Trebuchet MS"/>
                <a:cs typeface="Trebuchet MS"/>
              </a:rPr>
              <a:t>optional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9">
            <a:extLst>
              <a:ext uri="{FF2B5EF4-FFF2-40B4-BE49-F238E27FC236}">
                <a16:creationId xmlns:a16="http://schemas.microsoft.com/office/drawing/2014/main" id="{06918561-B974-B41F-B25E-047134F88C41}"/>
              </a:ext>
            </a:extLst>
          </p:cNvPr>
          <p:cNvSpPr txBox="1"/>
          <p:nvPr/>
        </p:nvSpPr>
        <p:spPr>
          <a:xfrm>
            <a:off x="6193939" y="5327018"/>
            <a:ext cx="2816860" cy="13296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076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8940" marR="403860" indent="-1905" algn="ctr">
              <a:lnSpc>
                <a:spcPct val="100000"/>
              </a:lnSpc>
              <a:spcBef>
                <a:spcPts val="1635"/>
              </a:spcBef>
            </a:pPr>
            <a:r>
              <a:rPr lang="en-US" sz="2000" spc="120" dirty="0">
                <a:latin typeface="Trebuchet MS"/>
                <a:cs typeface="Trebuchet MS"/>
              </a:rPr>
              <a:t>Deleted </a:t>
            </a:r>
            <a:r>
              <a:rPr lang="en-US" sz="2000" spc="165" dirty="0">
                <a:latin typeface="Trebuchet MS"/>
                <a:cs typeface="Trebuchet MS"/>
              </a:rPr>
              <a:t>users </a:t>
            </a:r>
            <a:r>
              <a:rPr lang="en-US" sz="2000" spc="150" dirty="0">
                <a:latin typeface="Trebuchet MS"/>
                <a:cs typeface="Trebuchet MS"/>
              </a:rPr>
              <a:t>can</a:t>
            </a:r>
            <a:r>
              <a:rPr lang="en-US" sz="2000" spc="-5" dirty="0">
                <a:latin typeface="Trebuchet MS"/>
                <a:cs typeface="Trebuchet MS"/>
              </a:rPr>
              <a:t> </a:t>
            </a:r>
            <a:r>
              <a:rPr lang="en-US" sz="2000" spc="150" dirty="0">
                <a:latin typeface="Trebuchet MS"/>
                <a:cs typeface="Trebuchet MS"/>
              </a:rPr>
              <a:t>be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restored </a:t>
            </a:r>
            <a:r>
              <a:rPr lang="en-US" sz="2000" spc="50" dirty="0">
                <a:latin typeface="Trebuchet MS"/>
                <a:cs typeface="Trebuchet MS"/>
              </a:rPr>
              <a:t>for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220" dirty="0">
                <a:latin typeface="Trebuchet MS"/>
                <a:cs typeface="Trebuchet MS"/>
              </a:rPr>
              <a:t>30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85" dirty="0">
                <a:latin typeface="Trebuchet MS"/>
                <a:cs typeface="Trebuchet MS"/>
              </a:rPr>
              <a:t>days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0">
            <a:extLst>
              <a:ext uri="{FF2B5EF4-FFF2-40B4-BE49-F238E27FC236}">
                <a16:creationId xmlns:a16="http://schemas.microsoft.com/office/drawing/2014/main" id="{0695D095-2563-FC3D-84E1-609C15C5BD86}"/>
              </a:ext>
            </a:extLst>
          </p:cNvPr>
          <p:cNvSpPr txBox="1"/>
          <p:nvPr/>
        </p:nvSpPr>
        <p:spPr>
          <a:xfrm>
            <a:off x="9118749" y="5327018"/>
            <a:ext cx="2816860" cy="13296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20764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30200" marR="325120" algn="ctr">
              <a:lnSpc>
                <a:spcPct val="100000"/>
              </a:lnSpc>
              <a:spcBef>
                <a:spcPts val="1635"/>
              </a:spcBef>
            </a:pPr>
            <a:r>
              <a:rPr lang="en-US" sz="2000" spc="175" dirty="0">
                <a:latin typeface="Trebuchet MS"/>
                <a:cs typeface="Trebuchet MS"/>
              </a:rPr>
              <a:t>Sign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80" dirty="0">
                <a:latin typeface="Trebuchet MS"/>
                <a:cs typeface="Trebuchet MS"/>
              </a:rPr>
              <a:t>in</a:t>
            </a:r>
            <a:r>
              <a:rPr lang="en-US" sz="2000" spc="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audit </a:t>
            </a:r>
            <a:r>
              <a:rPr lang="en-US" sz="2000" spc="125" dirty="0">
                <a:latin typeface="Trebuchet MS"/>
                <a:cs typeface="Trebuchet MS"/>
              </a:rPr>
              <a:t>log</a:t>
            </a:r>
            <a:r>
              <a:rPr lang="en-US" sz="2000" spc="280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information </a:t>
            </a:r>
            <a:r>
              <a:rPr lang="en-US" sz="2000" spc="105" dirty="0">
                <a:latin typeface="Trebuchet MS"/>
                <a:cs typeface="Trebuchet MS"/>
              </a:rPr>
              <a:t>is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available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541143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6E1320EB-EE1C-0B32-4200-2F64D9CE62CC}"/>
              </a:ext>
            </a:extLst>
          </p:cNvPr>
          <p:cNvSpPr txBox="1">
            <a:spLocks noGrp="1"/>
          </p:cNvSpPr>
          <p:nvPr/>
        </p:nvSpPr>
        <p:spPr>
          <a:xfrm>
            <a:off x="4051833" y="675609"/>
            <a:ext cx="33496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45" dirty="0"/>
              <a:t>Bulk</a:t>
            </a:r>
            <a:r>
              <a:rPr sz="2800" spc="-85" dirty="0"/>
              <a:t> </a:t>
            </a:r>
            <a:r>
              <a:rPr sz="2800" spc="160" dirty="0"/>
              <a:t>User</a:t>
            </a:r>
            <a:r>
              <a:rPr sz="2800" spc="-95" dirty="0"/>
              <a:t> </a:t>
            </a:r>
            <a:r>
              <a:rPr sz="2800" spc="145" dirty="0"/>
              <a:t>Accounts</a:t>
            </a:r>
            <a:endParaRPr sz="2800" dirty="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7968F074-6F77-BBD0-A81B-90DE22D5C5D9}"/>
              </a:ext>
            </a:extLst>
          </p:cNvPr>
          <p:cNvGrpSpPr/>
          <p:nvPr/>
        </p:nvGrpSpPr>
        <p:grpSpPr>
          <a:xfrm>
            <a:off x="353844" y="1383094"/>
            <a:ext cx="11582400" cy="3731260"/>
            <a:chOff x="426720" y="1192529"/>
            <a:chExt cx="11582400" cy="3731260"/>
          </a:xfrm>
        </p:grpSpPr>
        <p:sp>
          <p:nvSpPr>
            <p:cNvPr id="16" name="object 4">
              <a:extLst>
                <a:ext uri="{FF2B5EF4-FFF2-40B4-BE49-F238E27FC236}">
                  <a16:creationId xmlns:a16="http://schemas.microsoft.com/office/drawing/2014/main" id="{06455C5C-33B0-348A-ADFB-58DB11ABBB2F}"/>
                </a:ext>
              </a:extLst>
            </p:cNvPr>
            <p:cNvSpPr/>
            <p:nvPr/>
          </p:nvSpPr>
          <p:spPr>
            <a:xfrm>
              <a:off x="426720" y="1192529"/>
              <a:ext cx="11582400" cy="3731260"/>
            </a:xfrm>
            <a:custGeom>
              <a:avLst/>
              <a:gdLst/>
              <a:ahLst/>
              <a:cxnLst/>
              <a:rect l="l" t="t" r="r" b="b"/>
              <a:pathLst>
                <a:path w="11582400" h="3731260">
                  <a:moveTo>
                    <a:pt x="5791200" y="3731260"/>
                  </a:moveTo>
                  <a:lnTo>
                    <a:pt x="0" y="3731260"/>
                  </a:lnTo>
                  <a:lnTo>
                    <a:pt x="0" y="0"/>
                  </a:lnTo>
                  <a:lnTo>
                    <a:pt x="11582400" y="0"/>
                  </a:lnTo>
                  <a:lnTo>
                    <a:pt x="11582400" y="3731260"/>
                  </a:lnTo>
                  <a:lnTo>
                    <a:pt x="5791200" y="373126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7" name="object 5">
              <a:extLst>
                <a:ext uri="{FF2B5EF4-FFF2-40B4-BE49-F238E27FC236}">
                  <a16:creationId xmlns:a16="http://schemas.microsoft.com/office/drawing/2014/main" id="{C9CDEEF0-8C8E-1A75-9EEB-B98F000529D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1510" y="2209800"/>
              <a:ext cx="11132820" cy="1694180"/>
            </a:xfrm>
            <a:prstGeom prst="rect">
              <a:avLst/>
            </a:prstGeom>
          </p:spPr>
        </p:pic>
      </p:grpSp>
      <p:sp>
        <p:nvSpPr>
          <p:cNvPr id="12" name="object 6">
            <a:extLst>
              <a:ext uri="{FF2B5EF4-FFF2-40B4-BE49-F238E27FC236}">
                <a16:creationId xmlns:a16="http://schemas.microsoft.com/office/drawing/2014/main" id="{2EE60771-E6B5-3E91-AE6C-5C97EF06DB6E}"/>
              </a:ext>
            </a:extLst>
          </p:cNvPr>
          <p:cNvSpPr txBox="1"/>
          <p:nvPr/>
        </p:nvSpPr>
        <p:spPr>
          <a:xfrm>
            <a:off x="344319" y="5231830"/>
            <a:ext cx="4033520" cy="12868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55244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marR="282575" indent="1905" algn="ctr">
              <a:lnSpc>
                <a:spcPct val="100000"/>
              </a:lnSpc>
              <a:spcBef>
                <a:spcPts val="434"/>
              </a:spcBef>
            </a:pPr>
            <a:r>
              <a:rPr lang="en-US" sz="2000" spc="105" dirty="0">
                <a:latin typeface="Trebuchet MS"/>
                <a:cs typeface="Trebuchet MS"/>
              </a:rPr>
              <a:t>Create </a:t>
            </a:r>
            <a:r>
              <a:rPr lang="en-US" sz="2000" spc="100" dirty="0">
                <a:latin typeface="Trebuchet MS"/>
                <a:cs typeface="Trebuchet MS"/>
              </a:rPr>
              <a:t>the </a:t>
            </a:r>
            <a:r>
              <a:rPr lang="en-US" sz="2000" spc="165" dirty="0">
                <a:latin typeface="Trebuchet MS"/>
                <a:cs typeface="Trebuchet MS"/>
              </a:rPr>
              <a:t>comma-</a:t>
            </a:r>
            <a:r>
              <a:rPr lang="en-US" sz="2000" spc="130" dirty="0">
                <a:latin typeface="Trebuchet MS"/>
                <a:cs typeface="Trebuchet MS"/>
              </a:rPr>
              <a:t>separated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values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55" dirty="0">
                <a:latin typeface="Trebuchet MS"/>
                <a:cs typeface="Trebuchet MS"/>
              </a:rPr>
              <a:t>(CSV)</a:t>
            </a:r>
            <a:r>
              <a:rPr lang="en-US" sz="2000" spc="5" dirty="0">
                <a:latin typeface="Trebuchet MS"/>
                <a:cs typeface="Trebuchet MS"/>
              </a:rPr>
              <a:t> </a:t>
            </a:r>
            <a:r>
              <a:rPr lang="en-US" sz="2000" spc="10" dirty="0">
                <a:latin typeface="Trebuchet MS"/>
                <a:cs typeface="Trebuchet MS"/>
              </a:rPr>
              <a:t>file </a:t>
            </a:r>
            <a:r>
              <a:rPr lang="en-US" sz="2000" spc="70" dirty="0">
                <a:latin typeface="Trebuchet MS"/>
                <a:cs typeface="Trebuchet MS"/>
              </a:rPr>
              <a:t>with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40" dirty="0">
                <a:latin typeface="Trebuchet MS"/>
                <a:cs typeface="Trebuchet MS"/>
              </a:rPr>
              <a:t>list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55" dirty="0">
                <a:latin typeface="Trebuchet MS"/>
                <a:cs typeface="Trebuchet MS"/>
              </a:rPr>
              <a:t>of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30" dirty="0">
                <a:latin typeface="Trebuchet MS"/>
                <a:cs typeface="Trebuchet MS"/>
              </a:rPr>
              <a:t>all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 and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60" dirty="0">
                <a:latin typeface="Trebuchet MS"/>
                <a:cs typeface="Trebuchet MS"/>
              </a:rPr>
              <a:t>their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properties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48936F1A-6F6F-5C18-AE0F-294EDE767F74}"/>
              </a:ext>
            </a:extLst>
          </p:cNvPr>
          <p:cNvSpPr txBox="1"/>
          <p:nvPr/>
        </p:nvSpPr>
        <p:spPr>
          <a:xfrm>
            <a:off x="4503569" y="5231830"/>
            <a:ext cx="3126740" cy="1329690"/>
          </a:xfrm>
          <a:prstGeom prst="rect">
            <a:avLst/>
          </a:prstGeom>
          <a:solidFill>
            <a:srgbClr val="F1F1F1"/>
          </a:solidFill>
        </p:spPr>
        <p:txBody>
          <a:bodyPr vert="horz" wrap="square" lIns="0" tIns="190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2450">
              <a:latin typeface="Times New Roman"/>
              <a:cs typeface="Times New Roman"/>
            </a:endParaRPr>
          </a:p>
          <a:p>
            <a:pPr marL="210820" marR="208279" indent="24130">
              <a:lnSpc>
                <a:spcPct val="100000"/>
              </a:lnSpc>
            </a:pPr>
            <a:r>
              <a:rPr lang="en-US" sz="2000" spc="125" dirty="0">
                <a:latin typeface="Trebuchet MS"/>
                <a:cs typeface="Trebuchet MS"/>
              </a:rPr>
              <a:t>Loop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130" dirty="0">
                <a:latin typeface="Trebuchet MS"/>
                <a:cs typeface="Trebuchet MS"/>
              </a:rPr>
              <a:t>through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0" dirty="0">
                <a:latin typeface="Trebuchet MS"/>
                <a:cs typeface="Trebuchet MS"/>
              </a:rPr>
              <a:t>file </a:t>
            </a:r>
            <a:r>
              <a:rPr lang="en-US" sz="2000" spc="140" dirty="0">
                <a:latin typeface="Trebuchet MS"/>
                <a:cs typeface="Trebuchet MS"/>
              </a:rPr>
              <a:t>processing</a:t>
            </a:r>
            <a:r>
              <a:rPr lang="en-US" sz="2000" spc="5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each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user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4" name="object 11">
            <a:extLst>
              <a:ext uri="{FF2B5EF4-FFF2-40B4-BE49-F238E27FC236}">
                <a16:creationId xmlns:a16="http://schemas.microsoft.com/office/drawing/2014/main" id="{2FEC6DC5-EEC0-9983-2535-D4C5EA5A0C40}"/>
              </a:ext>
            </a:extLst>
          </p:cNvPr>
          <p:cNvSpPr txBox="1"/>
          <p:nvPr/>
        </p:nvSpPr>
        <p:spPr>
          <a:xfrm>
            <a:off x="8290074" y="5121974"/>
            <a:ext cx="31070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135" dirty="0">
                <a:latin typeface="Trebuchet MS"/>
                <a:cs typeface="Trebuchet MS"/>
              </a:rPr>
              <a:t>Consider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70" dirty="0">
                <a:latin typeface="Trebuchet MS"/>
                <a:cs typeface="Trebuchet MS"/>
              </a:rPr>
              <a:t>error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105" dirty="0">
                <a:latin typeface="Trebuchet MS"/>
                <a:cs typeface="Trebuchet MS"/>
              </a:rPr>
              <a:t>handling,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5" name="object 12">
            <a:extLst>
              <a:ext uri="{FF2B5EF4-FFF2-40B4-BE49-F238E27FC236}">
                <a16:creationId xmlns:a16="http://schemas.microsoft.com/office/drawing/2014/main" id="{1F39CE60-D464-E7C2-A19F-D93457AF34D8}"/>
              </a:ext>
            </a:extLst>
          </p:cNvPr>
          <p:cNvSpPr txBox="1"/>
          <p:nvPr/>
        </p:nvSpPr>
        <p:spPr>
          <a:xfrm>
            <a:off x="8192283" y="5426774"/>
            <a:ext cx="3303904" cy="1551707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 algn="ctr">
              <a:spcBef>
                <a:spcPts val="100"/>
              </a:spcBef>
            </a:pPr>
            <a:r>
              <a:rPr lang="en-US" sz="2000" spc="90" dirty="0">
                <a:latin typeface="Trebuchet MS"/>
                <a:cs typeface="Trebuchet MS"/>
              </a:rPr>
              <a:t>duplicate </a:t>
            </a:r>
            <a:r>
              <a:rPr lang="en-US" sz="2000" spc="120" dirty="0">
                <a:latin typeface="Trebuchet MS"/>
                <a:cs typeface="Trebuchet MS"/>
              </a:rPr>
              <a:t>users, </a:t>
            </a:r>
            <a:r>
              <a:rPr lang="en-US" sz="2000" spc="30" dirty="0">
                <a:latin typeface="Trebuchet MS"/>
                <a:cs typeface="Trebuchet MS"/>
              </a:rPr>
              <a:t>initial </a:t>
            </a:r>
            <a:r>
              <a:rPr lang="en-US" sz="2000" spc="155" dirty="0">
                <a:latin typeface="Trebuchet MS"/>
                <a:cs typeface="Trebuchet MS"/>
              </a:rPr>
              <a:t>password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settings and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50" dirty="0">
                <a:latin typeface="Trebuchet MS"/>
                <a:cs typeface="Trebuchet MS"/>
              </a:rPr>
              <a:t>empty </a:t>
            </a:r>
            <a:r>
              <a:rPr lang="en-US" sz="2000" spc="80" dirty="0">
                <a:latin typeface="Trebuchet MS"/>
                <a:cs typeface="Trebuchet MS"/>
              </a:rPr>
              <a:t>properties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60" dirty="0">
                <a:latin typeface="Trebuchet MS"/>
                <a:cs typeface="Trebuchet MS"/>
              </a:rPr>
              <a:t>when </a:t>
            </a:r>
            <a:r>
              <a:rPr lang="en-US" sz="2000" spc="100" dirty="0">
                <a:latin typeface="Trebuchet MS"/>
                <a:cs typeface="Trebuchet MS"/>
              </a:rPr>
              <a:t>the </a:t>
            </a:r>
            <a:r>
              <a:rPr lang="en-US" sz="2000" spc="125" dirty="0">
                <a:latin typeface="Trebuchet MS"/>
                <a:cs typeface="Trebuchet MS"/>
              </a:rPr>
              <a:t>account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is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enabled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338866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ECFB1C7F-B59A-147B-34CE-67B14AAFE258}"/>
              </a:ext>
            </a:extLst>
          </p:cNvPr>
          <p:cNvSpPr txBox="1">
            <a:spLocks noGrp="1"/>
          </p:cNvSpPr>
          <p:nvPr/>
        </p:nvSpPr>
        <p:spPr>
          <a:xfrm>
            <a:off x="4336071" y="475616"/>
            <a:ext cx="2761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50" dirty="0"/>
              <a:t>Group</a:t>
            </a:r>
            <a:r>
              <a:rPr sz="2800" spc="-135" dirty="0"/>
              <a:t> </a:t>
            </a:r>
            <a:r>
              <a:rPr sz="2800" spc="145" dirty="0"/>
              <a:t>Accounts</a:t>
            </a:r>
            <a:endParaRPr sz="2800" dirty="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53F84483-8392-19E4-B548-A4C1D1D6BEEE}"/>
              </a:ext>
            </a:extLst>
          </p:cNvPr>
          <p:cNvGrpSpPr/>
          <p:nvPr/>
        </p:nvGrpSpPr>
        <p:grpSpPr>
          <a:xfrm>
            <a:off x="304800" y="1082676"/>
            <a:ext cx="11582400" cy="3412490"/>
            <a:chOff x="426720" y="1192529"/>
            <a:chExt cx="11582400" cy="3412490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7A98C45C-7D43-C06D-AD99-C61DFE1654DF}"/>
                </a:ext>
              </a:extLst>
            </p:cNvPr>
            <p:cNvSpPr/>
            <p:nvPr/>
          </p:nvSpPr>
          <p:spPr>
            <a:xfrm>
              <a:off x="426720" y="1192529"/>
              <a:ext cx="11582400" cy="3412490"/>
            </a:xfrm>
            <a:custGeom>
              <a:avLst/>
              <a:gdLst/>
              <a:ahLst/>
              <a:cxnLst/>
              <a:rect l="l" t="t" r="r" b="b"/>
              <a:pathLst>
                <a:path w="11582400" h="3412490">
                  <a:moveTo>
                    <a:pt x="5791200" y="3412490"/>
                  </a:moveTo>
                  <a:lnTo>
                    <a:pt x="0" y="3412490"/>
                  </a:lnTo>
                  <a:lnTo>
                    <a:pt x="0" y="0"/>
                  </a:lnTo>
                  <a:lnTo>
                    <a:pt x="11582400" y="0"/>
                  </a:lnTo>
                  <a:lnTo>
                    <a:pt x="11582400" y="3412490"/>
                  </a:lnTo>
                  <a:lnTo>
                    <a:pt x="5791200" y="341249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15" name="object 5">
              <a:extLst>
                <a:ext uri="{FF2B5EF4-FFF2-40B4-BE49-F238E27FC236}">
                  <a16:creationId xmlns:a16="http://schemas.microsoft.com/office/drawing/2014/main" id="{49853925-3321-FE58-7EF2-890F68AB8A4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62303" y="1479724"/>
              <a:ext cx="9655276" cy="2916345"/>
            </a:xfrm>
            <a:prstGeom prst="rect">
              <a:avLst/>
            </a:prstGeom>
          </p:spPr>
        </p:pic>
      </p:grpSp>
      <p:sp>
        <p:nvSpPr>
          <p:cNvPr id="12" name="object 7">
            <a:extLst>
              <a:ext uri="{FF2B5EF4-FFF2-40B4-BE49-F238E27FC236}">
                <a16:creationId xmlns:a16="http://schemas.microsoft.com/office/drawing/2014/main" id="{42519F23-6F7D-440C-513C-869B1C2B9F76}"/>
              </a:ext>
            </a:extLst>
          </p:cNvPr>
          <p:cNvSpPr txBox="1"/>
          <p:nvPr/>
        </p:nvSpPr>
        <p:spPr>
          <a:xfrm>
            <a:off x="304799" y="4650106"/>
            <a:ext cx="5707380" cy="1197764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9144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>
              <a:lnSpc>
                <a:spcPct val="100000"/>
              </a:lnSpc>
              <a:spcBef>
                <a:spcPts val="720"/>
              </a:spcBef>
            </a:pPr>
            <a:r>
              <a:rPr sz="2200" spc="140" dirty="0">
                <a:latin typeface="Trebuchet MS"/>
                <a:cs typeface="Trebuchet MS"/>
              </a:rPr>
              <a:t>Group</a:t>
            </a:r>
            <a:r>
              <a:rPr sz="2200" spc="-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Types</a:t>
            </a:r>
            <a:endParaRPr sz="2200">
              <a:latin typeface="Trebuchet MS"/>
              <a:cs typeface="Trebuchet MS"/>
            </a:endParaRPr>
          </a:p>
          <a:p>
            <a:pPr marL="479425" indent="-22669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200" spc="125" dirty="0">
                <a:latin typeface="Trebuchet MS"/>
                <a:cs typeface="Trebuchet MS"/>
              </a:rPr>
              <a:t>Security</a:t>
            </a:r>
            <a:r>
              <a:rPr sz="2200" spc="-20" dirty="0">
                <a:latin typeface="Trebuchet MS"/>
                <a:cs typeface="Trebuchet MS"/>
              </a:rPr>
              <a:t> </a:t>
            </a:r>
            <a:r>
              <a:rPr lang="en-US" sz="2200" spc="175" dirty="0">
                <a:latin typeface="Trebuchet MS"/>
                <a:cs typeface="Trebuchet MS"/>
              </a:rPr>
              <a:t>Groups</a:t>
            </a:r>
            <a:endParaRPr sz="2200" dirty="0">
              <a:latin typeface="Trebuchet MS"/>
              <a:cs typeface="Trebuchet MS"/>
            </a:endParaRPr>
          </a:p>
          <a:p>
            <a:pPr marL="479425" indent="-22669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200" spc="95" dirty="0">
                <a:latin typeface="Trebuchet MS"/>
                <a:cs typeface="Trebuchet MS"/>
              </a:rPr>
              <a:t>Microsoft</a:t>
            </a:r>
            <a:r>
              <a:rPr sz="2200" spc="20" dirty="0">
                <a:latin typeface="Trebuchet MS"/>
                <a:cs typeface="Trebuchet MS"/>
              </a:rPr>
              <a:t> </a:t>
            </a:r>
            <a:r>
              <a:rPr sz="2200" spc="235" dirty="0">
                <a:latin typeface="Trebuchet MS"/>
                <a:cs typeface="Trebuchet MS"/>
              </a:rPr>
              <a:t>365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lang="en-US" sz="2200" spc="170" dirty="0">
                <a:latin typeface="Trebuchet MS"/>
                <a:cs typeface="Trebuchet MS"/>
              </a:rPr>
              <a:t>Groups</a:t>
            </a:r>
            <a:endParaRPr sz="2200" dirty="0">
              <a:latin typeface="Trebuchet MS"/>
              <a:cs typeface="Trebuchet MS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F7F8EFDF-5679-5B22-86ED-95CB36FE993C}"/>
              </a:ext>
            </a:extLst>
          </p:cNvPr>
          <p:cNvSpPr txBox="1"/>
          <p:nvPr/>
        </p:nvSpPr>
        <p:spPr>
          <a:xfrm>
            <a:off x="6158230" y="4650106"/>
            <a:ext cx="5728970" cy="1600438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9144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7160">
              <a:lnSpc>
                <a:spcPct val="100000"/>
              </a:lnSpc>
              <a:spcBef>
                <a:spcPts val="720"/>
              </a:spcBef>
            </a:pPr>
            <a:r>
              <a:rPr sz="2200" spc="175" dirty="0">
                <a:latin typeface="Trebuchet MS"/>
                <a:cs typeface="Trebuchet MS"/>
              </a:rPr>
              <a:t>Assignment</a:t>
            </a:r>
            <a:r>
              <a:rPr sz="2200" spc="5" dirty="0">
                <a:latin typeface="Trebuchet MS"/>
                <a:cs typeface="Trebuchet MS"/>
              </a:rPr>
              <a:t> </a:t>
            </a:r>
            <a:r>
              <a:rPr sz="2200" spc="95" dirty="0">
                <a:latin typeface="Trebuchet MS"/>
                <a:cs typeface="Trebuchet MS"/>
              </a:rPr>
              <a:t>Types</a:t>
            </a:r>
            <a:endParaRPr sz="2200">
              <a:latin typeface="Trebuchet MS"/>
              <a:cs typeface="Trebuchet MS"/>
            </a:endParaRPr>
          </a:p>
          <a:p>
            <a:pPr marL="479425" indent="-229235">
              <a:lnSpc>
                <a:spcPct val="100000"/>
              </a:lnSpc>
              <a:spcBef>
                <a:spcPts val="20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200" spc="180" dirty="0">
                <a:latin typeface="Trebuchet MS"/>
                <a:cs typeface="Trebuchet MS"/>
              </a:rPr>
              <a:t>Assigned</a:t>
            </a:r>
            <a:endParaRPr sz="2200">
              <a:latin typeface="Trebuchet MS"/>
              <a:cs typeface="Trebuchet MS"/>
            </a:endParaRPr>
          </a:p>
          <a:p>
            <a:pPr marL="479425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200" spc="190" dirty="0">
                <a:latin typeface="Trebuchet MS"/>
                <a:cs typeface="Trebuchet MS"/>
              </a:rPr>
              <a:t>Dynamic</a:t>
            </a:r>
            <a:r>
              <a:rPr sz="2200" spc="-15" dirty="0">
                <a:latin typeface="Trebuchet MS"/>
                <a:cs typeface="Trebuchet MS"/>
              </a:rPr>
              <a:t> </a:t>
            </a:r>
            <a:r>
              <a:rPr sz="2200" spc="155" dirty="0">
                <a:latin typeface="Trebuchet MS"/>
                <a:cs typeface="Trebuchet MS"/>
              </a:rPr>
              <a:t>User</a:t>
            </a:r>
            <a:endParaRPr sz="2200">
              <a:latin typeface="Trebuchet MS"/>
              <a:cs typeface="Trebuchet MS"/>
            </a:endParaRPr>
          </a:p>
          <a:p>
            <a:pPr marL="479425" indent="-22923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200" spc="190" dirty="0">
                <a:latin typeface="Trebuchet MS"/>
                <a:cs typeface="Trebuchet MS"/>
              </a:rPr>
              <a:t>Dynamic</a:t>
            </a:r>
            <a:r>
              <a:rPr sz="2200" spc="10" dirty="0">
                <a:latin typeface="Trebuchet MS"/>
                <a:cs typeface="Trebuchet MS"/>
              </a:rPr>
              <a:t> </a:t>
            </a:r>
            <a:r>
              <a:rPr sz="2200" spc="160" dirty="0">
                <a:latin typeface="Trebuchet MS"/>
                <a:cs typeface="Trebuchet MS"/>
              </a:rPr>
              <a:t>Device</a:t>
            </a:r>
            <a:r>
              <a:rPr sz="2200" spc="15" dirty="0">
                <a:latin typeface="Trebuchet MS"/>
                <a:cs typeface="Trebuchet MS"/>
              </a:rPr>
              <a:t> </a:t>
            </a:r>
            <a:r>
              <a:rPr sz="2200" spc="114" dirty="0">
                <a:latin typeface="Trebuchet MS"/>
                <a:cs typeface="Trebuchet MS"/>
              </a:rPr>
              <a:t>(Security</a:t>
            </a:r>
            <a:r>
              <a:rPr sz="2200" dirty="0">
                <a:latin typeface="Trebuchet MS"/>
                <a:cs typeface="Trebuchet MS"/>
              </a:rPr>
              <a:t> </a:t>
            </a:r>
            <a:r>
              <a:rPr sz="2200" spc="175" dirty="0">
                <a:latin typeface="Trebuchet MS"/>
                <a:cs typeface="Trebuchet MS"/>
              </a:rPr>
              <a:t>groups</a:t>
            </a:r>
            <a:r>
              <a:rPr lang="en-US" sz="2200" spc="175" dirty="0">
                <a:latin typeface="Trebuchet MS"/>
                <a:cs typeface="Trebuchet MS"/>
              </a:rPr>
              <a:t>)</a:t>
            </a:r>
            <a:endParaRPr sz="2200" dirty="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3684846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8C103233-F68C-5588-9718-DDF2B172BA61}"/>
              </a:ext>
            </a:extLst>
          </p:cNvPr>
          <p:cNvSpPr txBox="1">
            <a:spLocks noGrp="1"/>
          </p:cNvSpPr>
          <p:nvPr/>
        </p:nvSpPr>
        <p:spPr>
          <a:xfrm>
            <a:off x="3514090" y="1215445"/>
            <a:ext cx="5163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220" dirty="0"/>
              <a:t>Managing</a:t>
            </a:r>
            <a:r>
              <a:rPr sz="2800" spc="-95" dirty="0"/>
              <a:t> </a:t>
            </a:r>
            <a:r>
              <a:rPr sz="2800" spc="75" dirty="0"/>
              <a:t>Multiple</a:t>
            </a:r>
            <a:r>
              <a:rPr sz="2800" spc="-90" dirty="0"/>
              <a:t> </a:t>
            </a:r>
            <a:r>
              <a:rPr sz="2800" spc="90" dirty="0"/>
              <a:t>Directories</a:t>
            </a:r>
            <a:endParaRPr sz="2800" dirty="0"/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A8AE549F-65B7-15C1-9F2D-93759EDB0904}"/>
              </a:ext>
            </a:extLst>
          </p:cNvPr>
          <p:cNvSpPr txBox="1"/>
          <p:nvPr/>
        </p:nvSpPr>
        <p:spPr>
          <a:xfrm>
            <a:off x="198505" y="2275814"/>
            <a:ext cx="5405120" cy="134493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635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 marR="467995">
              <a:spcBef>
                <a:spcPts val="500"/>
              </a:spcBef>
            </a:pPr>
            <a:r>
              <a:rPr lang="en-US" sz="2000" spc="160" dirty="0">
                <a:latin typeface="Trebuchet MS"/>
                <a:cs typeface="Trebuchet MS"/>
              </a:rPr>
              <a:t>Each </a:t>
            </a:r>
            <a:r>
              <a:rPr lang="en-US" sz="2000" spc="120" dirty="0">
                <a:latin typeface="Trebuchet MS"/>
                <a:cs typeface="Trebuchet MS"/>
              </a:rPr>
              <a:t>Azure </a:t>
            </a:r>
            <a:r>
              <a:rPr lang="en-US" sz="2000" spc="245" dirty="0">
                <a:latin typeface="Trebuchet MS"/>
                <a:cs typeface="Trebuchet MS"/>
              </a:rPr>
              <a:t>AD </a:t>
            </a:r>
            <a:r>
              <a:rPr lang="en-US" sz="2000" spc="105" dirty="0">
                <a:latin typeface="Trebuchet MS"/>
                <a:cs typeface="Trebuchet MS"/>
              </a:rPr>
              <a:t>organisation </a:t>
            </a:r>
            <a:r>
              <a:rPr lang="en-US" sz="2000" spc="100" dirty="0">
                <a:latin typeface="Trebuchet MS"/>
                <a:cs typeface="Trebuchet MS"/>
              </a:rPr>
              <a:t>is </a:t>
            </a:r>
            <a:r>
              <a:rPr lang="en-US" sz="2000" spc="50" dirty="0">
                <a:latin typeface="Trebuchet MS"/>
                <a:cs typeface="Trebuchet MS"/>
              </a:rPr>
              <a:t>fully </a:t>
            </a:r>
            <a:r>
              <a:rPr lang="en-US" sz="2000" spc="105" dirty="0">
                <a:latin typeface="Trebuchet MS"/>
                <a:cs typeface="Trebuchet MS"/>
              </a:rPr>
              <a:t>independent - </a:t>
            </a:r>
            <a:r>
              <a:rPr lang="en-US" sz="2000" spc="170" dirty="0">
                <a:latin typeface="Trebuchet MS"/>
                <a:cs typeface="Trebuchet MS"/>
              </a:rPr>
              <a:t>a </a:t>
            </a:r>
            <a:r>
              <a:rPr lang="en-US" sz="2000" spc="120" dirty="0">
                <a:latin typeface="Trebuchet MS"/>
                <a:cs typeface="Trebuchet MS"/>
              </a:rPr>
              <a:t>peer </a:t>
            </a:r>
            <a:r>
              <a:rPr lang="en-US" sz="2000" spc="80" dirty="0">
                <a:latin typeface="Trebuchet MS"/>
                <a:cs typeface="Trebuchet MS"/>
              </a:rPr>
              <a:t>that </a:t>
            </a:r>
            <a:r>
              <a:rPr lang="en-US" sz="2000" spc="100" dirty="0">
                <a:latin typeface="Trebuchet MS"/>
                <a:cs typeface="Trebuchet MS"/>
              </a:rPr>
              <a:t>is </a:t>
            </a:r>
            <a:r>
              <a:rPr lang="en-US" sz="2000" spc="80" dirty="0">
                <a:latin typeface="Trebuchet MS"/>
                <a:cs typeface="Trebuchet MS"/>
              </a:rPr>
              <a:t>logically </a:t>
            </a:r>
            <a:r>
              <a:rPr lang="en-US" sz="2000" spc="125" dirty="0">
                <a:latin typeface="Trebuchet MS"/>
                <a:cs typeface="Trebuchet MS"/>
              </a:rPr>
              <a:t>independent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from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other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 </a:t>
            </a:r>
            <a:r>
              <a:rPr lang="en-US" sz="2000" spc="114" dirty="0" err="1">
                <a:latin typeface="Trebuchet MS"/>
                <a:cs typeface="Trebuchet MS"/>
              </a:rPr>
              <a:t>organisations</a:t>
            </a:r>
            <a:r>
              <a:rPr lang="en-US" sz="2000" spc="114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you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95" dirty="0">
                <a:latin typeface="Trebuchet MS"/>
                <a:cs typeface="Trebuchet MS"/>
              </a:rPr>
              <a:t>manage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2" name="object 6">
            <a:extLst>
              <a:ext uri="{FF2B5EF4-FFF2-40B4-BE49-F238E27FC236}">
                <a16:creationId xmlns:a16="http://schemas.microsoft.com/office/drawing/2014/main" id="{6215BD1B-2D60-8D28-62D9-1F4CB5B7D4A0}"/>
              </a:ext>
            </a:extLst>
          </p:cNvPr>
          <p:cNvSpPr txBox="1"/>
          <p:nvPr/>
        </p:nvSpPr>
        <p:spPr>
          <a:xfrm>
            <a:off x="160406" y="3719804"/>
            <a:ext cx="5443220" cy="100348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317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25"/>
              </a:spcBef>
            </a:pPr>
            <a:endParaRPr lang="en-US" sz="2500">
              <a:latin typeface="Times New Roman"/>
              <a:cs typeface="Times New Roman"/>
            </a:endParaRPr>
          </a:p>
          <a:p>
            <a:pPr marL="136525" marR="708025"/>
            <a:r>
              <a:rPr lang="en-US" sz="2000" spc="100" dirty="0">
                <a:latin typeface="Trebuchet MS"/>
                <a:cs typeface="Trebuchet MS"/>
              </a:rPr>
              <a:t>N</a:t>
            </a:r>
            <a:r>
              <a:rPr lang="en-US" sz="2000" spc="160" dirty="0">
                <a:latin typeface="Trebuchet MS"/>
                <a:cs typeface="Trebuchet MS"/>
              </a:rPr>
              <a:t>o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80" dirty="0">
                <a:latin typeface="Trebuchet MS"/>
                <a:cs typeface="Trebuchet MS"/>
              </a:rPr>
              <a:t>parent-child</a:t>
            </a:r>
            <a:r>
              <a:rPr lang="en-US" sz="2000" spc="20" dirty="0">
                <a:latin typeface="Trebuchet MS"/>
                <a:cs typeface="Trebuchet MS"/>
              </a:rPr>
              <a:t> </a:t>
            </a:r>
            <a:r>
              <a:rPr lang="en-US" sz="2000" spc="90" dirty="0">
                <a:latin typeface="Trebuchet MS"/>
                <a:cs typeface="Trebuchet MS"/>
              </a:rPr>
              <a:t>relationship </a:t>
            </a:r>
            <a:r>
              <a:rPr lang="en-US" sz="2000" spc="90" dirty="0">
                <a:latin typeface="Trebuchet MS"/>
                <a:ea typeface="+mn-lt"/>
                <a:cs typeface="+mn-lt"/>
              </a:rPr>
              <a:t>exist between </a:t>
            </a:r>
            <a:r>
              <a:rPr lang="en-US" sz="2000" spc="-585" dirty="0">
                <a:ea typeface="+mn-lt"/>
                <a:cs typeface="+mn-lt"/>
              </a:rPr>
              <a:t> </a:t>
            </a:r>
            <a:r>
              <a:rPr lang="en-US" sz="2000" spc="114" dirty="0" err="1">
                <a:latin typeface="Trebuchet MS"/>
                <a:cs typeface="+mn-lt"/>
              </a:rPr>
              <a:t>organisations</a:t>
            </a:r>
            <a:endParaRPr sz="2000" dirty="0" err="1">
              <a:latin typeface="Trebuchet MS"/>
              <a:cs typeface="Trebuchet MS"/>
            </a:endParaRPr>
          </a:p>
        </p:txBody>
      </p:sp>
      <p:sp>
        <p:nvSpPr>
          <p:cNvPr id="13" name="object 8">
            <a:extLst>
              <a:ext uri="{FF2B5EF4-FFF2-40B4-BE49-F238E27FC236}">
                <a16:creationId xmlns:a16="http://schemas.microsoft.com/office/drawing/2014/main" id="{FBFE081B-544E-BA4C-A873-1967F3A4CD0A}"/>
              </a:ext>
            </a:extLst>
          </p:cNvPr>
          <p:cNvSpPr txBox="1"/>
          <p:nvPr/>
        </p:nvSpPr>
        <p:spPr>
          <a:xfrm>
            <a:off x="160406" y="5147283"/>
            <a:ext cx="5443220" cy="1344930"/>
          </a:xfrm>
          <a:prstGeom prst="rect">
            <a:avLst/>
          </a:prstGeom>
          <a:ln w="19048">
            <a:solidFill>
              <a:srgbClr val="F1F1F1"/>
            </a:solidFill>
          </a:ln>
        </p:spPr>
        <p:txBody>
          <a:bodyPr vert="horz" wrap="square" lIns="0" tIns="6223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6525">
              <a:lnSpc>
                <a:spcPct val="100000"/>
              </a:lnSpc>
              <a:spcBef>
                <a:spcPts val="490"/>
              </a:spcBef>
            </a:pPr>
            <a:r>
              <a:rPr sz="2000" spc="140" dirty="0">
                <a:latin typeface="Trebuchet MS"/>
                <a:cs typeface="Trebuchet MS"/>
              </a:rPr>
              <a:t>Independence</a:t>
            </a:r>
            <a:r>
              <a:rPr sz="2000" spc="10" dirty="0">
                <a:latin typeface="Trebuchet MS"/>
                <a:cs typeface="Trebuchet MS"/>
              </a:rPr>
              <a:t> </a:t>
            </a:r>
            <a:r>
              <a:rPr sz="2000" spc="90" dirty="0">
                <a:latin typeface="Trebuchet MS"/>
                <a:cs typeface="Trebuchet MS"/>
              </a:rPr>
              <a:t>includes:</a:t>
            </a:r>
            <a:endParaRPr sz="2000">
              <a:latin typeface="Trebuchet MS"/>
              <a:cs typeface="Trebuchet MS"/>
            </a:endParaRPr>
          </a:p>
          <a:p>
            <a:pPr marL="479425" indent="-343535">
              <a:lnSpc>
                <a:spcPct val="100000"/>
              </a:lnSpc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000" spc="135" dirty="0">
                <a:latin typeface="Trebuchet MS"/>
                <a:cs typeface="Trebuchet MS"/>
              </a:rPr>
              <a:t>Resource</a:t>
            </a:r>
            <a:r>
              <a:rPr sz="2000" spc="-1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independence</a:t>
            </a:r>
            <a:endParaRPr sz="2000">
              <a:latin typeface="Trebuchet MS"/>
              <a:cs typeface="Trebuchet MS"/>
            </a:endParaRPr>
          </a:p>
          <a:p>
            <a:pPr marL="479425" indent="-343535">
              <a:lnSpc>
                <a:spcPct val="100000"/>
              </a:lnSpc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sz="2000" spc="100" dirty="0">
                <a:latin typeface="Trebuchet MS"/>
                <a:cs typeface="Trebuchet MS"/>
              </a:rPr>
              <a:t>Administration</a:t>
            </a:r>
            <a:r>
              <a:rPr sz="2000" spc="15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independence</a:t>
            </a:r>
            <a:endParaRPr sz="2000">
              <a:latin typeface="Trebuchet MS"/>
              <a:cs typeface="Trebuchet MS"/>
            </a:endParaRPr>
          </a:p>
          <a:p>
            <a:pPr marL="479425" indent="-343535">
              <a:lnSpc>
                <a:spcPct val="100000"/>
              </a:lnSpc>
              <a:spcBef>
                <a:spcPts val="10"/>
              </a:spcBef>
              <a:buFont typeface="Arial MT"/>
              <a:buChar char="•"/>
              <a:tabLst>
                <a:tab pos="479425" algn="l"/>
                <a:tab pos="480059" algn="l"/>
              </a:tabLst>
            </a:pPr>
            <a:r>
              <a:rPr lang="en-US" sz="2000" spc="120">
                <a:latin typeface="Trebuchet MS"/>
                <a:cs typeface="Trebuchet MS"/>
              </a:rPr>
              <a:t>Synchronisation</a:t>
            </a:r>
            <a:r>
              <a:rPr sz="2000" dirty="0">
                <a:latin typeface="Trebuchet MS"/>
                <a:cs typeface="Trebuchet MS"/>
              </a:rPr>
              <a:t> </a:t>
            </a:r>
            <a:r>
              <a:rPr sz="2000" spc="135" dirty="0">
                <a:latin typeface="Trebuchet MS"/>
                <a:cs typeface="Trebuchet MS"/>
              </a:rPr>
              <a:t>independence</a:t>
            </a:r>
            <a:endParaRPr sz="2000">
              <a:latin typeface="Trebuchet MS"/>
              <a:cs typeface="Trebuchet MS"/>
            </a:endParaRPr>
          </a:p>
        </p:txBody>
      </p:sp>
      <p:pic>
        <p:nvPicPr>
          <p:cNvPr id="14" name="object 9">
            <a:extLst>
              <a:ext uri="{FF2B5EF4-FFF2-40B4-BE49-F238E27FC236}">
                <a16:creationId xmlns:a16="http://schemas.microsoft.com/office/drawing/2014/main" id="{43D8FA65-4DFB-8ADC-84A5-C7AA2BDB1310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52545" y="2570572"/>
            <a:ext cx="6209030" cy="3694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194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E9DAF797-4AAD-DC10-A67C-87DCA70E22A0}"/>
              </a:ext>
            </a:extLst>
          </p:cNvPr>
          <p:cNvSpPr txBox="1">
            <a:spLocks noGrp="1"/>
          </p:cNvSpPr>
          <p:nvPr/>
        </p:nvSpPr>
        <p:spPr>
          <a:xfrm>
            <a:off x="1963038" y="756811"/>
            <a:ext cx="6044565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45" dirty="0"/>
              <a:t>Demonstration</a:t>
            </a:r>
            <a:r>
              <a:rPr lang="en-US" sz="2800" spc="-65" dirty="0"/>
              <a:t>:</a:t>
            </a:r>
            <a:r>
              <a:rPr sz="2800" spc="-60" dirty="0"/>
              <a:t> </a:t>
            </a:r>
            <a:r>
              <a:rPr sz="2800" spc="185" dirty="0"/>
              <a:t>Users</a:t>
            </a:r>
            <a:r>
              <a:rPr sz="2800" spc="-80" dirty="0"/>
              <a:t> </a:t>
            </a:r>
            <a:r>
              <a:rPr sz="2800" spc="200" dirty="0"/>
              <a:t>and</a:t>
            </a:r>
            <a:r>
              <a:rPr sz="2800" spc="-80" dirty="0"/>
              <a:t> </a:t>
            </a:r>
            <a:r>
              <a:rPr sz="2800" spc="170" dirty="0"/>
              <a:t>Groups</a:t>
            </a:r>
            <a:endParaRPr sz="2800"/>
          </a:p>
        </p:txBody>
      </p:sp>
      <p:pic>
        <p:nvPicPr>
          <p:cNvPr id="11" name="object 3">
            <a:extLst>
              <a:ext uri="{FF2B5EF4-FFF2-40B4-BE49-F238E27FC236}">
                <a16:creationId xmlns:a16="http://schemas.microsoft.com/office/drawing/2014/main" id="{88E97870-4582-092A-BE31-8F391DE63522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42719" y="1545482"/>
            <a:ext cx="1085850" cy="1088389"/>
          </a:xfrm>
          <a:prstGeom prst="rect">
            <a:avLst/>
          </a:prstGeom>
        </p:spPr>
      </p:pic>
      <p:pic>
        <p:nvPicPr>
          <p:cNvPr id="12" name="object 5">
            <a:extLst>
              <a:ext uri="{FF2B5EF4-FFF2-40B4-BE49-F238E27FC236}">
                <a16:creationId xmlns:a16="http://schemas.microsoft.com/office/drawing/2014/main" id="{C9AEC0EB-4EB8-3133-5D62-0D010B1D0FEC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42719" y="2800241"/>
            <a:ext cx="1085850" cy="1088390"/>
          </a:xfrm>
          <a:prstGeom prst="rect">
            <a:avLst/>
          </a:prstGeom>
        </p:spPr>
      </p:pic>
      <p:pic>
        <p:nvPicPr>
          <p:cNvPr id="13" name="object 7">
            <a:extLst>
              <a:ext uri="{FF2B5EF4-FFF2-40B4-BE49-F238E27FC236}">
                <a16:creationId xmlns:a16="http://schemas.microsoft.com/office/drawing/2014/main" id="{D6CD5335-3246-73F5-C0C8-FABDFDACBCCF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941449" y="4056272"/>
            <a:ext cx="1085850" cy="1089659"/>
          </a:xfrm>
          <a:prstGeom prst="rect">
            <a:avLst/>
          </a:prstGeom>
        </p:spPr>
      </p:pic>
      <p:sp>
        <p:nvSpPr>
          <p:cNvPr id="14" name="object 9">
            <a:extLst>
              <a:ext uri="{FF2B5EF4-FFF2-40B4-BE49-F238E27FC236}">
                <a16:creationId xmlns:a16="http://schemas.microsoft.com/office/drawing/2014/main" id="{0C4AD562-7C4D-11EB-3AA3-2C916DDBF61B}"/>
              </a:ext>
            </a:extLst>
          </p:cNvPr>
          <p:cNvSpPr txBox="1"/>
          <p:nvPr/>
        </p:nvSpPr>
        <p:spPr>
          <a:xfrm>
            <a:off x="3314319" y="1864252"/>
            <a:ext cx="7117080" cy="4281685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spcBef>
                <a:spcPts val="100"/>
              </a:spcBef>
            </a:pPr>
            <a:r>
              <a:rPr lang="en-US" sz="2600" spc="165" dirty="0">
                <a:latin typeface="Trebuchet MS"/>
                <a:cs typeface="Trebuchet MS"/>
              </a:rPr>
              <a:t>Determine</a:t>
            </a:r>
            <a:r>
              <a:rPr lang="en-US" sz="2600" spc="25" dirty="0">
                <a:latin typeface="Trebuchet MS"/>
                <a:cs typeface="Trebuchet MS"/>
              </a:rPr>
              <a:t> the </a:t>
            </a:r>
            <a:r>
              <a:rPr lang="en-US" sz="2600" spc="200" dirty="0">
                <a:latin typeface="Trebuchet MS"/>
                <a:cs typeface="Trebuchet MS"/>
              </a:rPr>
              <a:t>domain</a:t>
            </a:r>
            <a:r>
              <a:rPr lang="en-US" sz="2600" spc="35" dirty="0">
                <a:latin typeface="Trebuchet MS"/>
                <a:cs typeface="Trebuchet MS"/>
              </a:rPr>
              <a:t> </a:t>
            </a:r>
            <a:r>
              <a:rPr lang="en-US" sz="2600" spc="120" dirty="0">
                <a:latin typeface="Trebuchet MS"/>
                <a:cs typeface="Trebuchet MS"/>
              </a:rPr>
              <a:t>information</a:t>
            </a:r>
            <a:endParaRPr lang="en-US" sz="2600">
              <a:latin typeface="Trebuchet MS"/>
              <a:cs typeface="Trebuchet MS"/>
            </a:endParaRPr>
          </a:p>
          <a:p>
            <a:pPr marL="12700" marR="3199130">
              <a:lnSpc>
                <a:spcPct val="319900"/>
              </a:lnSpc>
              <a:spcBef>
                <a:spcPts val="10"/>
              </a:spcBef>
            </a:pPr>
            <a:r>
              <a:rPr lang="en-US" sz="2600" spc="140" dirty="0">
                <a:latin typeface="Trebuchet MS"/>
                <a:cs typeface="Trebuchet MS"/>
              </a:rPr>
              <a:t>Explore </a:t>
            </a:r>
            <a:r>
              <a:rPr lang="en-US" sz="2600" spc="190" dirty="0">
                <a:latin typeface="Trebuchet MS"/>
                <a:cs typeface="Trebuchet MS"/>
              </a:rPr>
              <a:t>user </a:t>
            </a:r>
            <a:r>
              <a:rPr lang="en-US" sz="2600" spc="175" dirty="0">
                <a:latin typeface="Trebuchet MS"/>
                <a:cs typeface="Trebuchet MS"/>
              </a:rPr>
              <a:t>accounts </a:t>
            </a:r>
            <a:endParaRPr lang="en-US" sz="2600">
              <a:latin typeface="Trebuchet MS"/>
              <a:cs typeface="Trebuchet MS"/>
            </a:endParaRPr>
          </a:p>
          <a:p>
            <a:pPr marL="12700" marR="3199130">
              <a:lnSpc>
                <a:spcPct val="319900"/>
              </a:lnSpc>
              <a:spcBef>
                <a:spcPts val="10"/>
              </a:spcBef>
            </a:pPr>
            <a:r>
              <a:rPr lang="en-US" sz="2600" spc="140" dirty="0">
                <a:latin typeface="Trebuchet MS"/>
                <a:cs typeface="Trebuchet MS"/>
              </a:rPr>
              <a:t>Explore</a:t>
            </a:r>
            <a:r>
              <a:rPr lang="en-US" sz="2600" spc="30" dirty="0">
                <a:latin typeface="Trebuchet MS"/>
                <a:cs typeface="Trebuchet MS"/>
              </a:rPr>
              <a:t> </a:t>
            </a:r>
            <a:r>
              <a:rPr lang="en-US" sz="2600" spc="190" dirty="0">
                <a:latin typeface="Trebuchet MS"/>
                <a:cs typeface="Trebuchet MS"/>
              </a:rPr>
              <a:t>group</a:t>
            </a:r>
            <a:r>
              <a:rPr lang="en-US" sz="2600" spc="30" dirty="0">
                <a:latin typeface="Trebuchet MS"/>
                <a:cs typeface="Trebuchet MS"/>
              </a:rPr>
              <a:t> </a:t>
            </a:r>
            <a:r>
              <a:rPr lang="en-US" sz="2600" spc="175" dirty="0">
                <a:latin typeface="Trebuchet MS"/>
                <a:cs typeface="Trebuchet MS"/>
              </a:rPr>
              <a:t>accounts</a:t>
            </a:r>
            <a:endParaRPr lang="en-US"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lang="en-US" sz="30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2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lang="en-US" sz="2600" spc="140" dirty="0">
                <a:latin typeface="Trebuchet MS"/>
                <a:cs typeface="Trebuchet MS"/>
              </a:rPr>
              <a:t>Explore</a:t>
            </a:r>
            <a:r>
              <a:rPr lang="en-US" sz="2600" spc="40" dirty="0">
                <a:latin typeface="Trebuchet MS"/>
                <a:cs typeface="Trebuchet MS"/>
              </a:rPr>
              <a:t> </a:t>
            </a:r>
            <a:r>
              <a:rPr lang="en-US" sz="2600" spc="135" dirty="0">
                <a:latin typeface="Trebuchet MS"/>
                <a:cs typeface="Trebuchet MS"/>
              </a:rPr>
              <a:t>PowerShell</a:t>
            </a:r>
            <a:r>
              <a:rPr lang="en-US" sz="2600" spc="30" dirty="0">
                <a:latin typeface="Trebuchet MS"/>
                <a:cs typeface="Trebuchet MS"/>
              </a:rPr>
              <a:t> </a:t>
            </a:r>
            <a:r>
              <a:rPr lang="en-US" sz="2600" spc="65" dirty="0">
                <a:latin typeface="Trebuchet MS"/>
                <a:cs typeface="Trebuchet MS"/>
              </a:rPr>
              <a:t>for</a:t>
            </a:r>
            <a:r>
              <a:rPr lang="en-US" sz="2600" spc="25" dirty="0">
                <a:latin typeface="Trebuchet MS"/>
                <a:cs typeface="Trebuchet MS"/>
              </a:rPr>
              <a:t> </a:t>
            </a:r>
            <a:r>
              <a:rPr lang="en-US" sz="2600" spc="190" dirty="0">
                <a:latin typeface="Trebuchet MS"/>
                <a:cs typeface="Trebuchet MS"/>
              </a:rPr>
              <a:t>group</a:t>
            </a:r>
            <a:r>
              <a:rPr lang="en-US" sz="2600" spc="30" dirty="0">
                <a:latin typeface="Trebuchet MS"/>
                <a:cs typeface="Trebuchet MS"/>
              </a:rPr>
              <a:t> </a:t>
            </a:r>
            <a:r>
              <a:rPr lang="en-US" sz="2600" spc="235" dirty="0">
                <a:latin typeface="Trebuchet MS"/>
                <a:cs typeface="Trebuchet MS"/>
              </a:rPr>
              <a:t>management</a:t>
            </a:r>
            <a:endParaRPr sz="2600">
              <a:latin typeface="Trebuchet MS"/>
              <a:cs typeface="Trebuchet MS"/>
            </a:endParaRPr>
          </a:p>
        </p:txBody>
      </p:sp>
      <p:pic>
        <p:nvPicPr>
          <p:cNvPr id="15" name="object 10">
            <a:extLst>
              <a:ext uri="{FF2B5EF4-FFF2-40B4-BE49-F238E27FC236}">
                <a16:creationId xmlns:a16="http://schemas.microsoft.com/office/drawing/2014/main" id="{A426B150-878A-EA9D-69C4-3D43AA0EE5F8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942719" y="5309761"/>
            <a:ext cx="1085850" cy="1088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618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6E4D7F60-49B0-F233-38EE-5C7BA7AB9484}"/>
              </a:ext>
            </a:extLst>
          </p:cNvPr>
          <p:cNvSpPr txBox="1">
            <a:spLocks noGrp="1"/>
          </p:cNvSpPr>
          <p:nvPr/>
        </p:nvSpPr>
        <p:spPr>
          <a:xfrm>
            <a:off x="1798955" y="3202940"/>
            <a:ext cx="859409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65" dirty="0"/>
              <a:t>Lab</a:t>
            </a:r>
            <a:r>
              <a:rPr sz="2800" spc="-60" dirty="0"/>
              <a:t> </a:t>
            </a:r>
            <a:r>
              <a:rPr sz="2800" spc="285" dirty="0"/>
              <a:t>01</a:t>
            </a:r>
            <a:r>
              <a:rPr lang="en-US" sz="2800" spc="-60" dirty="0"/>
              <a:t>:</a:t>
            </a:r>
            <a:r>
              <a:rPr sz="2800" spc="-55" dirty="0"/>
              <a:t> </a:t>
            </a:r>
            <a:r>
              <a:rPr sz="2800" spc="245" dirty="0"/>
              <a:t>Manage</a:t>
            </a:r>
            <a:r>
              <a:rPr sz="2800" spc="-75" dirty="0"/>
              <a:t> </a:t>
            </a:r>
            <a:r>
              <a:rPr sz="2800" spc="125" dirty="0"/>
              <a:t>Azure</a:t>
            </a:r>
            <a:r>
              <a:rPr sz="2800" spc="-65" dirty="0"/>
              <a:t> </a:t>
            </a:r>
            <a:r>
              <a:rPr sz="2800" spc="90" dirty="0"/>
              <a:t>Active</a:t>
            </a:r>
            <a:r>
              <a:rPr sz="2800" spc="-60" dirty="0"/>
              <a:t> </a:t>
            </a:r>
            <a:r>
              <a:rPr sz="2800" spc="95" dirty="0"/>
              <a:t>Directory</a:t>
            </a:r>
            <a:r>
              <a:rPr sz="2800" spc="-60" dirty="0"/>
              <a:t> </a:t>
            </a:r>
            <a:r>
              <a:rPr lang="en-US" sz="2800" spc="60" dirty="0"/>
              <a:t>Identities</a:t>
            </a:r>
            <a:endParaRPr sz="2800" dirty="0"/>
          </a:p>
        </p:txBody>
      </p:sp>
    </p:spTree>
    <p:extLst>
      <p:ext uri="{BB962C8B-B14F-4D97-AF65-F5344CB8AC3E}">
        <p14:creationId xmlns:p14="http://schemas.microsoft.com/office/powerpoint/2010/main" val="9159831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6" name="object 3">
            <a:extLst>
              <a:ext uri="{FF2B5EF4-FFF2-40B4-BE49-F238E27FC236}">
                <a16:creationId xmlns:a16="http://schemas.microsoft.com/office/drawing/2014/main" id="{443C40A8-82F3-862C-CD37-A4D69DAAE0F0}"/>
              </a:ext>
            </a:extLst>
          </p:cNvPr>
          <p:cNvSpPr txBox="1">
            <a:spLocks noGrp="1"/>
          </p:cNvSpPr>
          <p:nvPr/>
        </p:nvSpPr>
        <p:spPr>
          <a:xfrm>
            <a:off x="1837309" y="1446626"/>
            <a:ext cx="859409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2800" spc="165" dirty="0"/>
              <a:t>Lab</a:t>
            </a:r>
            <a:r>
              <a:rPr sz="2800" spc="-60" dirty="0"/>
              <a:t> </a:t>
            </a:r>
            <a:r>
              <a:rPr sz="2800" spc="285" dirty="0"/>
              <a:t>01</a:t>
            </a:r>
            <a:r>
              <a:rPr sz="2800" spc="-60" dirty="0"/>
              <a:t> </a:t>
            </a:r>
            <a:r>
              <a:rPr sz="2800" spc="370" dirty="0"/>
              <a:t>–</a:t>
            </a:r>
            <a:r>
              <a:rPr sz="2800" spc="-55" dirty="0"/>
              <a:t> </a:t>
            </a:r>
            <a:r>
              <a:rPr sz="2800" spc="245" dirty="0"/>
              <a:t>Manage</a:t>
            </a:r>
            <a:r>
              <a:rPr sz="2800" spc="-75" dirty="0"/>
              <a:t> </a:t>
            </a:r>
            <a:r>
              <a:rPr sz="2800" spc="125" dirty="0"/>
              <a:t>Azure</a:t>
            </a:r>
            <a:r>
              <a:rPr sz="2800" spc="-65" dirty="0"/>
              <a:t> </a:t>
            </a:r>
            <a:r>
              <a:rPr sz="2800" spc="90" dirty="0"/>
              <a:t>Active</a:t>
            </a:r>
            <a:r>
              <a:rPr sz="2800" spc="-60" dirty="0"/>
              <a:t> </a:t>
            </a:r>
            <a:r>
              <a:rPr sz="2800" spc="95" dirty="0"/>
              <a:t>Directory</a:t>
            </a:r>
            <a:r>
              <a:rPr sz="2800" spc="-60" dirty="0"/>
              <a:t> </a:t>
            </a:r>
            <a:r>
              <a:rPr lang="en-US" sz="2800" spc="60" dirty="0"/>
              <a:t>Identities</a:t>
            </a:r>
            <a:endParaRPr sz="2800" dirty="0"/>
          </a:p>
        </p:txBody>
      </p:sp>
      <p:sp>
        <p:nvSpPr>
          <p:cNvPr id="17" name="object 4">
            <a:extLst>
              <a:ext uri="{FF2B5EF4-FFF2-40B4-BE49-F238E27FC236}">
                <a16:creationId xmlns:a16="http://schemas.microsoft.com/office/drawing/2014/main" id="{13745E80-EFB7-44EC-7569-113FBAD20327}"/>
              </a:ext>
            </a:extLst>
          </p:cNvPr>
          <p:cNvSpPr txBox="1"/>
          <p:nvPr/>
        </p:nvSpPr>
        <p:spPr>
          <a:xfrm>
            <a:off x="654137" y="2317506"/>
            <a:ext cx="11529060" cy="22644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spc="170" dirty="0">
                <a:solidFill>
                  <a:srgbClr val="003B68"/>
                </a:solidFill>
                <a:latin typeface="Trebuchet MS"/>
                <a:cs typeface="Trebuchet MS"/>
              </a:rPr>
              <a:t>Lab</a:t>
            </a:r>
            <a:r>
              <a:rPr lang="en-US" sz="2400" spc="5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2400" spc="145" dirty="0">
                <a:solidFill>
                  <a:srgbClr val="003B68"/>
                </a:solidFill>
                <a:latin typeface="Trebuchet MS"/>
                <a:cs typeface="Trebuchet MS"/>
              </a:rPr>
              <a:t>scenario</a:t>
            </a:r>
            <a:endParaRPr lang="en-US" sz="2400">
              <a:latin typeface="Trebuchet MS"/>
              <a:cs typeface="Trebuchet MS"/>
            </a:endParaRPr>
          </a:p>
          <a:p>
            <a:pPr marL="12700" marR="5080"/>
            <a:r>
              <a:rPr lang="en-US" sz="2000" spc="100" dirty="0">
                <a:latin typeface="Trebuchet MS"/>
                <a:cs typeface="Trebuchet MS"/>
              </a:rPr>
              <a:t>T</a:t>
            </a:r>
            <a:r>
              <a:rPr lang="en-US" sz="2000" spc="65" dirty="0">
                <a:latin typeface="Trebuchet MS"/>
                <a:cs typeface="Trebuchet MS"/>
              </a:rPr>
              <a:t>o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75" dirty="0">
                <a:latin typeface="Trebuchet MS"/>
                <a:cs typeface="Trebuchet MS"/>
              </a:rPr>
              <a:t>allow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Contoso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to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authenticate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using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14" dirty="0">
                <a:latin typeface="Trebuchet MS"/>
                <a:cs typeface="Trebuchet MS"/>
              </a:rPr>
              <a:t>Azure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30" dirty="0">
                <a:latin typeface="Trebuchet MS"/>
                <a:cs typeface="Trebuchet MS"/>
              </a:rPr>
              <a:t>AD,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you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have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50" dirty="0">
                <a:latin typeface="Trebuchet MS"/>
                <a:cs typeface="Trebuchet MS"/>
              </a:rPr>
              <a:t>been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tasked </a:t>
            </a:r>
            <a:r>
              <a:rPr lang="en-US" sz="2000" spc="70" dirty="0">
                <a:latin typeface="Trebuchet MS"/>
                <a:cs typeface="Trebuchet MS"/>
              </a:rPr>
              <a:t>with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14" dirty="0">
                <a:latin typeface="Trebuchet MS"/>
                <a:cs typeface="Trebuchet MS"/>
              </a:rPr>
              <a:t>provisioning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and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group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10" dirty="0">
                <a:latin typeface="Trebuchet MS"/>
                <a:cs typeface="Trebuchet MS"/>
              </a:rPr>
              <a:t>accounts.</a:t>
            </a:r>
            <a:r>
              <a:rPr lang="en-US" sz="2000" spc="35" dirty="0">
                <a:latin typeface="Trebuchet MS"/>
                <a:cs typeface="Trebuchet MS"/>
              </a:rPr>
              <a:t> The </a:t>
            </a:r>
            <a:r>
              <a:rPr lang="en-US" sz="2000" spc="160" dirty="0">
                <a:latin typeface="Trebuchet MS"/>
                <a:cs typeface="Trebuchet MS"/>
              </a:rPr>
              <a:t>memberships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55" dirty="0">
                <a:latin typeface="Trebuchet MS"/>
                <a:cs typeface="Trebuchet MS"/>
              </a:rPr>
              <a:t>of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160" dirty="0">
                <a:latin typeface="Trebuchet MS"/>
                <a:cs typeface="Trebuchet MS"/>
              </a:rPr>
              <a:t>groups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35" dirty="0">
                <a:latin typeface="Trebuchet MS"/>
                <a:cs typeface="Trebuchet MS"/>
              </a:rPr>
              <a:t>should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be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30" dirty="0">
                <a:latin typeface="Trebuchet MS"/>
                <a:cs typeface="Trebuchet MS"/>
              </a:rPr>
              <a:t>updated </a:t>
            </a:r>
            <a:r>
              <a:rPr lang="en-US" sz="2000" spc="95" dirty="0">
                <a:latin typeface="Trebuchet MS"/>
                <a:cs typeface="Trebuchet MS"/>
              </a:rPr>
              <a:t>automatically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based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60" dirty="0">
                <a:latin typeface="Trebuchet MS"/>
                <a:cs typeface="Trebuchet MS"/>
              </a:rPr>
              <a:t>on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00" dirty="0">
                <a:latin typeface="Trebuchet MS"/>
                <a:cs typeface="Trebuchet MS"/>
              </a:rPr>
              <a:t>the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45" dirty="0">
                <a:latin typeface="Trebuchet MS"/>
                <a:cs typeface="Trebuchet MS"/>
              </a:rPr>
              <a:t>user's</a:t>
            </a:r>
            <a:r>
              <a:rPr lang="en-US" sz="2000" spc="45" dirty="0">
                <a:latin typeface="Trebuchet MS"/>
                <a:cs typeface="Trebuchet MS"/>
              </a:rPr>
              <a:t> </a:t>
            </a:r>
            <a:r>
              <a:rPr lang="en-US" sz="2000" spc="35" dirty="0">
                <a:latin typeface="Trebuchet MS"/>
                <a:cs typeface="Trebuchet MS"/>
              </a:rPr>
              <a:t>job </a:t>
            </a:r>
            <a:r>
              <a:rPr lang="en-US" sz="2000" spc="25" dirty="0">
                <a:latin typeface="Trebuchet MS"/>
                <a:cs typeface="Trebuchet MS"/>
              </a:rPr>
              <a:t>titles.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45" dirty="0">
                <a:latin typeface="Trebuchet MS"/>
                <a:cs typeface="Trebuchet MS"/>
              </a:rPr>
              <a:t>You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25" dirty="0">
                <a:latin typeface="Trebuchet MS"/>
                <a:cs typeface="Trebuchet MS"/>
              </a:rPr>
              <a:t>also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150" dirty="0">
                <a:latin typeface="Trebuchet MS"/>
                <a:cs typeface="Trebuchet MS"/>
              </a:rPr>
              <a:t>need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65" dirty="0">
                <a:latin typeface="Trebuchet MS"/>
                <a:cs typeface="Trebuchet MS"/>
              </a:rPr>
              <a:t>to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85" dirty="0">
                <a:latin typeface="Trebuchet MS"/>
                <a:cs typeface="Trebuchet MS"/>
              </a:rPr>
              <a:t>create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70" dirty="0">
                <a:latin typeface="Trebuchet MS"/>
                <a:cs typeface="Trebuchet MS"/>
              </a:rPr>
              <a:t>a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85" dirty="0">
                <a:latin typeface="Trebuchet MS"/>
                <a:cs typeface="Trebuchet MS"/>
              </a:rPr>
              <a:t>test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</a:t>
            </a:r>
            <a:r>
              <a:rPr lang="en-US" sz="2000" spc="35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</a:t>
            </a:r>
            <a:r>
              <a:rPr lang="en-US" sz="2000" spc="40" dirty="0">
                <a:latin typeface="Trebuchet MS"/>
                <a:cs typeface="Trebuchet MS"/>
              </a:rPr>
              <a:t> </a:t>
            </a:r>
            <a:r>
              <a:rPr lang="en-US" sz="2000" spc="105" dirty="0">
                <a:latin typeface="Trebuchet MS"/>
                <a:cs typeface="Trebuchet MS"/>
              </a:rPr>
              <a:t>tenant </a:t>
            </a:r>
            <a:r>
              <a:rPr lang="en-US" sz="2000" spc="70" dirty="0">
                <a:latin typeface="Trebuchet MS"/>
                <a:cs typeface="Trebuchet MS"/>
              </a:rPr>
              <a:t>with </a:t>
            </a:r>
            <a:r>
              <a:rPr lang="en-US" sz="2000" spc="170" dirty="0">
                <a:latin typeface="Trebuchet MS"/>
                <a:cs typeface="Trebuchet MS"/>
              </a:rPr>
              <a:t>a </a:t>
            </a:r>
            <a:r>
              <a:rPr lang="en-US" sz="2000" spc="85" dirty="0">
                <a:latin typeface="Trebuchet MS"/>
                <a:cs typeface="Trebuchet MS"/>
              </a:rPr>
              <a:t>test </a:t>
            </a:r>
            <a:r>
              <a:rPr lang="en-US" sz="2000" spc="145" dirty="0">
                <a:latin typeface="Trebuchet MS"/>
                <a:cs typeface="Trebuchet MS"/>
              </a:rPr>
              <a:t>user </a:t>
            </a:r>
            <a:r>
              <a:rPr lang="en-US" sz="2000" spc="125" dirty="0">
                <a:latin typeface="Trebuchet MS"/>
                <a:cs typeface="Trebuchet MS"/>
              </a:rPr>
              <a:t>account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25" dirty="0">
                <a:latin typeface="Trebuchet MS"/>
                <a:cs typeface="Trebuchet MS"/>
              </a:rPr>
              <a:t>grant </a:t>
            </a:r>
            <a:r>
              <a:rPr lang="en-US" sz="2000" spc="75" dirty="0">
                <a:latin typeface="Trebuchet MS"/>
                <a:cs typeface="Trebuchet MS"/>
              </a:rPr>
              <a:t>that </a:t>
            </a:r>
            <a:r>
              <a:rPr lang="en-US" sz="2000" spc="125" dirty="0">
                <a:latin typeface="Trebuchet MS"/>
                <a:cs typeface="Trebuchet MS"/>
              </a:rPr>
              <a:t>account </a:t>
            </a:r>
            <a:r>
              <a:rPr lang="en-US" sz="2000" spc="65" dirty="0">
                <a:latin typeface="Trebuchet MS"/>
                <a:cs typeface="Trebuchet MS"/>
              </a:rPr>
              <a:t>limited </a:t>
            </a:r>
            <a:r>
              <a:rPr lang="en-US" sz="2000" spc="140" dirty="0">
                <a:latin typeface="Trebuchet MS"/>
                <a:cs typeface="Trebuchet MS"/>
              </a:rPr>
              <a:t>permissions </a:t>
            </a:r>
            <a:r>
              <a:rPr lang="en-US" sz="2000" spc="65" dirty="0">
                <a:latin typeface="Trebuchet MS"/>
                <a:cs typeface="Trebuchet MS"/>
              </a:rPr>
              <a:t>to </a:t>
            </a:r>
            <a:r>
              <a:rPr lang="en-US" sz="2000" spc="130" dirty="0">
                <a:latin typeface="Trebuchet MS"/>
                <a:cs typeface="Trebuchet MS"/>
              </a:rPr>
              <a:t>resources </a:t>
            </a:r>
            <a:r>
              <a:rPr lang="en-US" sz="2000" spc="80" dirty="0">
                <a:latin typeface="Trebuchet MS"/>
                <a:cs typeface="Trebuchet MS"/>
              </a:rPr>
              <a:t>in </a:t>
            </a:r>
            <a:r>
              <a:rPr lang="en-US" sz="2000" spc="100" dirty="0">
                <a:latin typeface="Trebuchet MS"/>
                <a:cs typeface="Trebuchet MS"/>
              </a:rPr>
              <a:t>the </a:t>
            </a:r>
            <a:r>
              <a:rPr lang="en-US" sz="2000" spc="145" dirty="0">
                <a:latin typeface="Trebuchet MS"/>
                <a:cs typeface="Trebuchet MS"/>
              </a:rPr>
              <a:t>Contoso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</a:t>
            </a:r>
            <a:r>
              <a:rPr lang="en-US" sz="2000" spc="30" dirty="0">
                <a:latin typeface="Trebuchet MS"/>
                <a:cs typeface="Trebuchet MS"/>
              </a:rPr>
              <a:t> </a:t>
            </a:r>
            <a:r>
              <a:rPr lang="en-US" sz="2000" spc="95" dirty="0">
                <a:latin typeface="Trebuchet MS"/>
                <a:cs typeface="Trebuchet MS"/>
              </a:rPr>
              <a:t>subscription</a:t>
            </a:r>
            <a:endParaRPr lang="en-US" sz="2000" dirty="0">
              <a:latin typeface="Trebuchet MS"/>
              <a:cs typeface="Trebuchet MS"/>
            </a:endParaRPr>
          </a:p>
          <a:p>
            <a:pPr marL="12700">
              <a:lnSpc>
                <a:spcPts val="2750"/>
              </a:lnSpc>
            </a:pPr>
            <a:r>
              <a:rPr lang="en-US" sz="2400" spc="114" dirty="0">
                <a:solidFill>
                  <a:srgbClr val="003B68"/>
                </a:solidFill>
                <a:latin typeface="Trebuchet MS"/>
                <a:cs typeface="Trebuchet MS"/>
              </a:rPr>
              <a:t>Objectives</a:t>
            </a:r>
            <a:endParaRPr sz="2400">
              <a:latin typeface="Trebuchet MS"/>
              <a:cs typeface="Trebuchet MS"/>
            </a:endParaRPr>
          </a:p>
        </p:txBody>
      </p:sp>
      <p:sp>
        <p:nvSpPr>
          <p:cNvPr id="18" name="object 6">
            <a:extLst>
              <a:ext uri="{FF2B5EF4-FFF2-40B4-BE49-F238E27FC236}">
                <a16:creationId xmlns:a16="http://schemas.microsoft.com/office/drawing/2014/main" id="{721EF10C-79C9-8404-7166-0C3031F63E4D}"/>
              </a:ext>
            </a:extLst>
          </p:cNvPr>
          <p:cNvSpPr txBox="1"/>
          <p:nvPr/>
        </p:nvSpPr>
        <p:spPr>
          <a:xfrm>
            <a:off x="837018" y="4865126"/>
            <a:ext cx="2026285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spc="70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lang="en-US" sz="2200" spc="-2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2200" spc="80" dirty="0">
                <a:solidFill>
                  <a:srgbClr val="003B68"/>
                </a:solidFill>
                <a:latin typeface="Trebuchet MS"/>
                <a:cs typeface="Trebuchet MS"/>
              </a:rPr>
              <a:t>1:</a:t>
            </a:r>
            <a:endParaRPr lang="en-US" sz="2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lang="en-US" sz="2000" spc="105" dirty="0">
                <a:latin typeface="Trebuchet MS"/>
                <a:cs typeface="Trebuchet MS"/>
              </a:rPr>
              <a:t>Create </a:t>
            </a:r>
            <a:r>
              <a:rPr lang="en-US" sz="2000" spc="165" dirty="0">
                <a:latin typeface="Trebuchet MS"/>
                <a:cs typeface="Trebuchet MS"/>
              </a:rPr>
              <a:t>and </a:t>
            </a:r>
            <a:r>
              <a:rPr lang="en-US" sz="2000" spc="105" dirty="0">
                <a:latin typeface="Trebuchet MS"/>
                <a:cs typeface="Trebuchet MS"/>
              </a:rPr>
              <a:t>configure</a:t>
            </a:r>
            <a:r>
              <a:rPr lang="en-US" sz="2000" spc="-50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 </a:t>
            </a:r>
            <a:r>
              <a:rPr lang="en-US" sz="2000" spc="245" dirty="0">
                <a:latin typeface="Trebuchet MS"/>
                <a:cs typeface="Trebuchet MS"/>
              </a:rPr>
              <a:t>AD</a:t>
            </a:r>
            <a:r>
              <a:rPr lang="en-US" sz="2000" spc="25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19" name="object 8">
            <a:extLst>
              <a:ext uri="{FF2B5EF4-FFF2-40B4-BE49-F238E27FC236}">
                <a16:creationId xmlns:a16="http://schemas.microsoft.com/office/drawing/2014/main" id="{713F5662-6632-E0C0-628A-4D1573111BCA}"/>
              </a:ext>
            </a:extLst>
          </p:cNvPr>
          <p:cNvSpPr txBox="1"/>
          <p:nvPr/>
        </p:nvSpPr>
        <p:spPr>
          <a:xfrm>
            <a:off x="3769447" y="4865126"/>
            <a:ext cx="2127250" cy="188468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spc="70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lang="en-US" sz="2200" spc="-1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2200" spc="80" dirty="0">
                <a:solidFill>
                  <a:srgbClr val="003B68"/>
                </a:solidFill>
                <a:latin typeface="Trebuchet MS"/>
                <a:cs typeface="Trebuchet MS"/>
              </a:rPr>
              <a:t>2:</a:t>
            </a:r>
            <a:endParaRPr lang="en-US" sz="2200">
              <a:latin typeface="Trebuchet MS"/>
              <a:cs typeface="Trebuchet MS"/>
            </a:endParaRPr>
          </a:p>
          <a:p>
            <a:pPr marL="12700" marR="5080"/>
            <a:r>
              <a:rPr lang="en-US" sz="2000" spc="105" dirty="0">
                <a:latin typeface="Trebuchet MS"/>
                <a:cs typeface="Trebuchet MS"/>
              </a:rPr>
              <a:t>Create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 </a:t>
            </a:r>
            <a:r>
              <a:rPr lang="en-US" sz="2000" spc="160" dirty="0">
                <a:latin typeface="Trebuchet MS"/>
                <a:cs typeface="Trebuchet MS"/>
              </a:rPr>
              <a:t>groups </a:t>
            </a:r>
            <a:r>
              <a:rPr lang="en-US" sz="2000" spc="70" dirty="0">
                <a:latin typeface="Trebuchet MS"/>
                <a:cs typeface="Trebuchet MS"/>
              </a:rPr>
              <a:t>with </a:t>
            </a:r>
            <a:r>
              <a:rPr lang="en-US" sz="2000" spc="75" dirty="0">
                <a:latin typeface="Trebuchet MS"/>
                <a:cs typeface="Trebuchet MS"/>
              </a:rPr>
              <a:t>an </a:t>
            </a:r>
            <a:r>
              <a:rPr lang="en-US" sz="2000" spc="165" dirty="0">
                <a:latin typeface="Trebuchet MS"/>
                <a:cs typeface="Trebuchet MS"/>
              </a:rPr>
              <a:t>assigned and </a:t>
            </a:r>
            <a:r>
              <a:rPr lang="en-US" sz="2000" spc="150" dirty="0">
                <a:latin typeface="Trebuchet MS"/>
                <a:cs typeface="Trebuchet MS"/>
              </a:rPr>
              <a:t>dynamic </a:t>
            </a:r>
            <a:r>
              <a:rPr lang="en-US" sz="2000" spc="160" dirty="0">
                <a:latin typeface="Trebuchet MS"/>
                <a:cs typeface="Trebuchet MS"/>
              </a:rPr>
              <a:t>membership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0" name="object 10">
            <a:extLst>
              <a:ext uri="{FF2B5EF4-FFF2-40B4-BE49-F238E27FC236}">
                <a16:creationId xmlns:a16="http://schemas.microsoft.com/office/drawing/2014/main" id="{86E60AD2-235F-3F09-190B-FEE53C310797}"/>
              </a:ext>
            </a:extLst>
          </p:cNvPr>
          <p:cNvSpPr txBox="1"/>
          <p:nvPr/>
        </p:nvSpPr>
        <p:spPr>
          <a:xfrm>
            <a:off x="6701877" y="4865126"/>
            <a:ext cx="2073910" cy="1275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lang="en-US" sz="2200" spc="70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lang="en-US" sz="2200" spc="-1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2200" spc="80" dirty="0">
                <a:solidFill>
                  <a:srgbClr val="003B68"/>
                </a:solidFill>
                <a:latin typeface="Trebuchet MS"/>
                <a:cs typeface="Trebuchet MS"/>
              </a:rPr>
              <a:t>3:</a:t>
            </a:r>
            <a:endParaRPr lang="en-US" sz="2200">
              <a:latin typeface="Trebuchet MS"/>
              <a:cs typeface="Trebuchet MS"/>
            </a:endParaRPr>
          </a:p>
          <a:p>
            <a:pPr marL="12700" marR="5080" algn="just">
              <a:lnSpc>
                <a:spcPct val="100000"/>
              </a:lnSpc>
            </a:pPr>
            <a:r>
              <a:rPr lang="en-US" sz="2000" spc="105" dirty="0">
                <a:latin typeface="Trebuchet MS"/>
                <a:cs typeface="Trebuchet MS"/>
              </a:rPr>
              <a:t>Create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an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120" dirty="0">
                <a:latin typeface="Trebuchet MS"/>
                <a:cs typeface="Trebuchet MS"/>
              </a:rPr>
              <a:t>Azure </a:t>
            </a:r>
            <a:r>
              <a:rPr lang="en-US" sz="2000" spc="90" dirty="0">
                <a:latin typeface="Trebuchet MS"/>
                <a:cs typeface="Trebuchet MS"/>
              </a:rPr>
              <a:t>Active </a:t>
            </a:r>
            <a:r>
              <a:rPr lang="en-US" sz="2000" spc="100" dirty="0">
                <a:latin typeface="Trebuchet MS"/>
                <a:cs typeface="Trebuchet MS"/>
              </a:rPr>
              <a:t>Directory </a:t>
            </a:r>
            <a:r>
              <a:rPr lang="en-US" sz="2000" spc="145" dirty="0">
                <a:latin typeface="Trebuchet MS"/>
                <a:cs typeface="Trebuchet MS"/>
              </a:rPr>
              <a:t>(AD)</a:t>
            </a:r>
            <a:r>
              <a:rPr lang="en-US" sz="2000" spc="15" dirty="0">
                <a:latin typeface="Trebuchet MS"/>
                <a:cs typeface="Trebuchet MS"/>
              </a:rPr>
              <a:t> </a:t>
            </a:r>
            <a:r>
              <a:rPr lang="en-US" sz="2000" spc="105" dirty="0">
                <a:latin typeface="Trebuchet MS"/>
                <a:cs typeface="Trebuchet MS"/>
              </a:rPr>
              <a:t>tenant</a:t>
            </a:r>
            <a:endParaRPr sz="2000">
              <a:latin typeface="Trebuchet MS"/>
              <a:cs typeface="Trebuchet MS"/>
            </a:endParaRPr>
          </a:p>
        </p:txBody>
      </p:sp>
      <p:sp>
        <p:nvSpPr>
          <p:cNvPr id="21" name="object 12">
            <a:extLst>
              <a:ext uri="{FF2B5EF4-FFF2-40B4-BE49-F238E27FC236}">
                <a16:creationId xmlns:a16="http://schemas.microsoft.com/office/drawing/2014/main" id="{4D53F0CD-A252-779C-4CD6-C3D5727FBB89}"/>
              </a:ext>
            </a:extLst>
          </p:cNvPr>
          <p:cNvSpPr txBox="1"/>
          <p:nvPr/>
        </p:nvSpPr>
        <p:spPr>
          <a:xfrm>
            <a:off x="9634308" y="4865126"/>
            <a:ext cx="2290445" cy="970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00" spc="70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lang="en-US" sz="2200" spc="-1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2200" spc="80" dirty="0">
                <a:solidFill>
                  <a:srgbClr val="003B68"/>
                </a:solidFill>
                <a:latin typeface="Trebuchet MS"/>
                <a:cs typeface="Trebuchet MS"/>
              </a:rPr>
              <a:t>4:</a:t>
            </a:r>
            <a:endParaRPr lang="en-US" sz="2200">
              <a:latin typeface="Trebuchet MS"/>
              <a:cs typeface="Trebuchet MS"/>
            </a:endParaRPr>
          </a:p>
          <a:p>
            <a:pPr marL="12700" marR="5080">
              <a:lnSpc>
                <a:spcPct val="100000"/>
              </a:lnSpc>
            </a:pPr>
            <a:r>
              <a:rPr lang="en-US" sz="2000" spc="204" dirty="0">
                <a:latin typeface="Trebuchet MS"/>
                <a:cs typeface="Trebuchet MS"/>
              </a:rPr>
              <a:t>Manage</a:t>
            </a:r>
            <a:r>
              <a:rPr lang="en-US" sz="2000" spc="-10" dirty="0">
                <a:latin typeface="Trebuchet MS"/>
                <a:cs typeface="Trebuchet MS"/>
              </a:rPr>
              <a:t> </a:t>
            </a:r>
            <a:r>
              <a:rPr lang="en-US" sz="2000" spc="114" dirty="0">
                <a:latin typeface="Trebuchet MS"/>
                <a:cs typeface="Trebuchet MS"/>
              </a:rPr>
              <a:t>Azure</a:t>
            </a:r>
            <a:r>
              <a:rPr lang="en-US" sz="2000" dirty="0">
                <a:latin typeface="Trebuchet MS"/>
                <a:cs typeface="Trebuchet MS"/>
              </a:rPr>
              <a:t> </a:t>
            </a:r>
            <a:r>
              <a:rPr lang="en-US" sz="2000" spc="245" dirty="0">
                <a:latin typeface="Trebuchet MS"/>
                <a:cs typeface="Trebuchet MS"/>
              </a:rPr>
              <a:t>AD </a:t>
            </a:r>
            <a:r>
              <a:rPr lang="en-US" sz="2000" spc="160" dirty="0">
                <a:latin typeface="Trebuchet MS"/>
                <a:cs typeface="Trebuchet MS"/>
              </a:rPr>
              <a:t>guest</a:t>
            </a:r>
            <a:r>
              <a:rPr lang="en-US" sz="2000" spc="10" dirty="0">
                <a:latin typeface="Trebuchet MS"/>
                <a:cs typeface="Trebuchet MS"/>
              </a:rPr>
              <a:t> </a:t>
            </a:r>
            <a:r>
              <a:rPr lang="en-US" sz="2000" spc="165" dirty="0">
                <a:latin typeface="Trebuchet MS"/>
                <a:cs typeface="Trebuchet MS"/>
              </a:rPr>
              <a:t>users</a:t>
            </a:r>
            <a:endParaRPr sz="2000">
              <a:latin typeface="Trebuchet MS"/>
              <a:cs typeface="Trebuchet MS"/>
            </a:endParaRPr>
          </a:p>
        </p:txBody>
      </p:sp>
    </p:spTree>
    <p:extLst>
      <p:ext uri="{BB962C8B-B14F-4D97-AF65-F5344CB8AC3E}">
        <p14:creationId xmlns:p14="http://schemas.microsoft.com/office/powerpoint/2010/main" val="1158121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8FFFB5BE-ACD9-E391-2781-C36CC66859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B616FF7-A385-2128-8D4D-03772A173C8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D076DDA-62ED-7ABB-03AA-C85798A131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BD4099-CCB4-2627-F867-29EE7942A7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E8D97E-AD43-90EE-52BC-BA8717F9E3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349FEF-B157-5ABA-A413-7960B2AD6691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B8430D-4F35-7805-4D2E-4D10555D871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0" name="object 2">
            <a:extLst>
              <a:ext uri="{FF2B5EF4-FFF2-40B4-BE49-F238E27FC236}">
                <a16:creationId xmlns:a16="http://schemas.microsoft.com/office/drawing/2014/main" id="{BBE67FC6-D2BA-884A-6918-8A6779E787D8}"/>
              </a:ext>
            </a:extLst>
          </p:cNvPr>
          <p:cNvSpPr txBox="1">
            <a:spLocks noGrp="1"/>
          </p:cNvSpPr>
          <p:nvPr/>
        </p:nvSpPr>
        <p:spPr>
          <a:xfrm>
            <a:off x="2981643" y="457517"/>
            <a:ext cx="5228590" cy="45212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rebuchet MS"/>
                <a:ea typeface="+mj-ea"/>
                <a:cs typeface="Trebuchet M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165" dirty="0"/>
              <a:t>Lab</a:t>
            </a:r>
            <a:r>
              <a:rPr sz="2800" spc="-60" dirty="0"/>
              <a:t> </a:t>
            </a:r>
            <a:r>
              <a:rPr sz="2800" spc="285" dirty="0"/>
              <a:t>01</a:t>
            </a:r>
            <a:r>
              <a:rPr lang="en-US" sz="2800" spc="-55" dirty="0"/>
              <a:t>:</a:t>
            </a:r>
            <a:r>
              <a:rPr sz="2800" spc="-60" dirty="0"/>
              <a:t> </a:t>
            </a:r>
            <a:r>
              <a:rPr sz="2800" spc="65" dirty="0"/>
              <a:t>Architecture</a:t>
            </a:r>
            <a:r>
              <a:rPr sz="2800" spc="-70" dirty="0"/>
              <a:t> </a:t>
            </a:r>
            <a:r>
              <a:rPr lang="en-US" sz="2800" spc="-70" dirty="0"/>
              <a:t>D</a:t>
            </a:r>
            <a:r>
              <a:rPr lang="en-US" sz="2800" spc="170" dirty="0"/>
              <a:t>iagram</a:t>
            </a:r>
            <a:endParaRPr sz="2800" dirty="0"/>
          </a:p>
        </p:txBody>
      </p:sp>
      <p:grpSp>
        <p:nvGrpSpPr>
          <p:cNvPr id="11" name="object 3">
            <a:extLst>
              <a:ext uri="{FF2B5EF4-FFF2-40B4-BE49-F238E27FC236}">
                <a16:creationId xmlns:a16="http://schemas.microsoft.com/office/drawing/2014/main" id="{9C0EAC83-8F24-2794-B439-0C737FC20E05}"/>
              </a:ext>
            </a:extLst>
          </p:cNvPr>
          <p:cNvGrpSpPr/>
          <p:nvPr/>
        </p:nvGrpSpPr>
        <p:grpSpPr>
          <a:xfrm>
            <a:off x="1290003" y="1113472"/>
            <a:ext cx="9290050" cy="5144770"/>
            <a:chOff x="1423670" y="1216659"/>
            <a:chExt cx="9290050" cy="5144770"/>
          </a:xfrm>
        </p:grpSpPr>
        <p:sp>
          <p:nvSpPr>
            <p:cNvPr id="43" name="object 4">
              <a:extLst>
                <a:ext uri="{FF2B5EF4-FFF2-40B4-BE49-F238E27FC236}">
                  <a16:creationId xmlns:a16="http://schemas.microsoft.com/office/drawing/2014/main" id="{7F050E05-FA1A-5583-EB18-DEBC4EDEBBDF}"/>
                </a:ext>
              </a:extLst>
            </p:cNvPr>
            <p:cNvSpPr/>
            <p:nvPr/>
          </p:nvSpPr>
          <p:spPr>
            <a:xfrm>
              <a:off x="1423670" y="1216659"/>
              <a:ext cx="9290050" cy="5144770"/>
            </a:xfrm>
            <a:custGeom>
              <a:avLst/>
              <a:gdLst/>
              <a:ahLst/>
              <a:cxnLst/>
              <a:rect l="l" t="t" r="r" b="b"/>
              <a:pathLst>
                <a:path w="9290050" h="5144770">
                  <a:moveTo>
                    <a:pt x="6231890" y="0"/>
                  </a:moveTo>
                  <a:lnTo>
                    <a:pt x="0" y="0"/>
                  </a:lnTo>
                  <a:lnTo>
                    <a:pt x="0" y="5144770"/>
                  </a:lnTo>
                  <a:lnTo>
                    <a:pt x="3115310" y="5144770"/>
                  </a:lnTo>
                  <a:lnTo>
                    <a:pt x="6231890" y="5144770"/>
                  </a:lnTo>
                  <a:lnTo>
                    <a:pt x="6231890" y="0"/>
                  </a:lnTo>
                  <a:close/>
                </a:path>
                <a:path w="9290050" h="5144770">
                  <a:moveTo>
                    <a:pt x="9290050" y="0"/>
                  </a:moveTo>
                  <a:lnTo>
                    <a:pt x="6649720" y="0"/>
                  </a:lnTo>
                  <a:lnTo>
                    <a:pt x="6649720" y="3698240"/>
                  </a:lnTo>
                  <a:lnTo>
                    <a:pt x="7970520" y="3698240"/>
                  </a:lnTo>
                  <a:lnTo>
                    <a:pt x="9290050" y="3698240"/>
                  </a:lnTo>
                  <a:lnTo>
                    <a:pt x="9290050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44" name="object 5">
              <a:extLst>
                <a:ext uri="{FF2B5EF4-FFF2-40B4-BE49-F238E27FC236}">
                  <a16:creationId xmlns:a16="http://schemas.microsoft.com/office/drawing/2014/main" id="{ADAF74FE-2F30-A606-DDA5-D1520D9E04AE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8899" y="1216660"/>
              <a:ext cx="645160" cy="645160"/>
            </a:xfrm>
            <a:prstGeom prst="rect">
              <a:avLst/>
            </a:prstGeom>
          </p:spPr>
        </p:pic>
        <p:pic>
          <p:nvPicPr>
            <p:cNvPr id="45" name="object 6">
              <a:extLst>
                <a:ext uri="{FF2B5EF4-FFF2-40B4-BE49-F238E27FC236}">
                  <a16:creationId xmlns:a16="http://schemas.microsoft.com/office/drawing/2014/main" id="{95AF3CCB-5F8C-9ED0-0F48-9D7757508361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73300" y="2778760"/>
              <a:ext cx="294639" cy="294639"/>
            </a:xfrm>
            <a:prstGeom prst="rect">
              <a:avLst/>
            </a:prstGeom>
          </p:spPr>
        </p:pic>
        <p:pic>
          <p:nvPicPr>
            <p:cNvPr id="46" name="object 7">
              <a:extLst>
                <a:ext uri="{FF2B5EF4-FFF2-40B4-BE49-F238E27FC236}">
                  <a16:creationId xmlns:a16="http://schemas.microsoft.com/office/drawing/2014/main" id="{5989BEF7-D538-4D8D-8A93-08261F914B4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32609" y="2273300"/>
              <a:ext cx="294639" cy="294639"/>
            </a:xfrm>
            <a:prstGeom prst="rect">
              <a:avLst/>
            </a:prstGeom>
          </p:spPr>
        </p:pic>
      </p:grpSp>
      <p:sp>
        <p:nvSpPr>
          <p:cNvPr id="12" name="object 8">
            <a:extLst>
              <a:ext uri="{FF2B5EF4-FFF2-40B4-BE49-F238E27FC236}">
                <a16:creationId xmlns:a16="http://schemas.microsoft.com/office/drawing/2014/main" id="{181FF84D-7EAD-3460-3873-B7CFA2D8F5C6}"/>
              </a:ext>
            </a:extLst>
          </p:cNvPr>
          <p:cNvSpPr txBox="1"/>
          <p:nvPr/>
        </p:nvSpPr>
        <p:spPr>
          <a:xfrm>
            <a:off x="1626553" y="3013393"/>
            <a:ext cx="173672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35" dirty="0">
                <a:latin typeface="Trebuchet MS"/>
                <a:cs typeface="Trebuchet MS"/>
              </a:rPr>
              <a:t>az104-01a-aaduser1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CF85CD41-BD6B-4760-B55D-01EB641D491E}"/>
              </a:ext>
            </a:extLst>
          </p:cNvPr>
          <p:cNvSpPr txBox="1"/>
          <p:nvPr/>
        </p:nvSpPr>
        <p:spPr>
          <a:xfrm>
            <a:off x="1626553" y="3371533"/>
            <a:ext cx="1899285" cy="744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2400"/>
              </a:lnSpc>
              <a:spcBef>
                <a:spcPts val="95"/>
              </a:spcBef>
            </a:pPr>
            <a:r>
              <a:rPr lang="en-US" sz="1150" b="1" spc="114" dirty="0">
                <a:latin typeface="Trebuchet MS"/>
                <a:cs typeface="Trebuchet MS"/>
              </a:rPr>
              <a:t>Role:</a:t>
            </a:r>
            <a:r>
              <a:rPr lang="en-US" sz="1150" b="1" spc="20" dirty="0">
                <a:latin typeface="Trebuchet MS"/>
                <a:cs typeface="Trebuchet MS"/>
              </a:rPr>
              <a:t>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r>
              <a:rPr lang="en-US" sz="1150" spc="-10" dirty="0">
                <a:latin typeface="Trebuchet MS"/>
                <a:cs typeface="Trebuchet MS"/>
              </a:rPr>
              <a:t> </a:t>
            </a:r>
            <a:r>
              <a:rPr lang="en-US" sz="1150" spc="70" dirty="0">
                <a:latin typeface="Trebuchet MS"/>
                <a:cs typeface="Trebuchet MS"/>
              </a:rPr>
              <a:t>administrator </a:t>
            </a:r>
            <a:r>
              <a:rPr lang="en-US" sz="1150" b="1" spc="45" dirty="0">
                <a:latin typeface="Trebuchet MS"/>
                <a:cs typeface="Trebuchet MS"/>
              </a:rPr>
              <a:t>Job </a:t>
            </a:r>
            <a:r>
              <a:rPr lang="en-US" sz="1150" b="1" spc="80" dirty="0">
                <a:latin typeface="Trebuchet MS"/>
                <a:cs typeface="Trebuchet MS"/>
              </a:rPr>
              <a:t>title: </a:t>
            </a:r>
            <a:r>
              <a:rPr lang="en-US" sz="1150" spc="85" dirty="0">
                <a:latin typeface="Trebuchet MS"/>
                <a:cs typeface="Trebuchet MS"/>
              </a:rPr>
              <a:t>Cloud </a:t>
            </a:r>
            <a:r>
              <a:rPr lang="en-US" sz="1150" spc="70" dirty="0">
                <a:latin typeface="Trebuchet MS"/>
                <a:cs typeface="Trebuchet MS"/>
              </a:rPr>
              <a:t>Administrator </a:t>
            </a:r>
            <a:r>
              <a:rPr lang="en-US" sz="1150" b="1" spc="140" dirty="0">
                <a:latin typeface="Trebuchet MS"/>
                <a:cs typeface="Trebuchet MS"/>
              </a:rPr>
              <a:t>Department:</a:t>
            </a:r>
            <a:r>
              <a:rPr lang="en-US" sz="1150" b="1" spc="55" dirty="0">
                <a:latin typeface="Trebuchet MS"/>
                <a:cs typeface="Trebuchet MS"/>
              </a:rPr>
              <a:t> </a:t>
            </a:r>
            <a:r>
              <a:rPr lang="en-US" sz="1150" spc="35" dirty="0">
                <a:latin typeface="Trebuchet MS"/>
                <a:cs typeface="Trebuchet MS"/>
              </a:rPr>
              <a:t>IT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4" name="object 10">
            <a:extLst>
              <a:ext uri="{FF2B5EF4-FFF2-40B4-BE49-F238E27FC236}">
                <a16:creationId xmlns:a16="http://schemas.microsoft.com/office/drawing/2014/main" id="{26F58811-2B98-77D8-1262-0F3839A3B788}"/>
              </a:ext>
            </a:extLst>
          </p:cNvPr>
          <p:cNvGrpSpPr/>
          <p:nvPr/>
        </p:nvGrpSpPr>
        <p:grpSpPr>
          <a:xfrm>
            <a:off x="1500822" y="2624773"/>
            <a:ext cx="4011930" cy="1412240"/>
            <a:chOff x="1634489" y="2727960"/>
            <a:chExt cx="4011930" cy="1412240"/>
          </a:xfrm>
        </p:grpSpPr>
        <p:sp>
          <p:nvSpPr>
            <p:cNvPr id="41" name="object 11">
              <a:extLst>
                <a:ext uri="{FF2B5EF4-FFF2-40B4-BE49-F238E27FC236}">
                  <a16:creationId xmlns:a16="http://schemas.microsoft.com/office/drawing/2014/main" id="{7552778A-D39E-B614-49E1-A1DE51150878}"/>
                </a:ext>
              </a:extLst>
            </p:cNvPr>
            <p:cNvSpPr/>
            <p:nvPr/>
          </p:nvSpPr>
          <p:spPr>
            <a:xfrm>
              <a:off x="1634489" y="2727960"/>
              <a:ext cx="2378710" cy="1412240"/>
            </a:xfrm>
            <a:custGeom>
              <a:avLst/>
              <a:gdLst/>
              <a:ahLst/>
              <a:cxnLst/>
              <a:rect l="l" t="t" r="r" b="b"/>
              <a:pathLst>
                <a:path w="2378710" h="1412239">
                  <a:moveTo>
                    <a:pt x="0" y="234950"/>
                  </a:moveTo>
                  <a:lnTo>
                    <a:pt x="0" y="223519"/>
                  </a:lnTo>
                  <a:lnTo>
                    <a:pt x="1270" y="210819"/>
                  </a:lnTo>
                  <a:lnTo>
                    <a:pt x="11430" y="162560"/>
                  </a:lnTo>
                  <a:lnTo>
                    <a:pt x="31750" y="118110"/>
                  </a:lnTo>
                  <a:lnTo>
                    <a:pt x="45720" y="97789"/>
                  </a:lnTo>
                  <a:lnTo>
                    <a:pt x="53340" y="87629"/>
                  </a:lnTo>
                  <a:lnTo>
                    <a:pt x="60960" y="78739"/>
                  </a:lnTo>
                  <a:lnTo>
                    <a:pt x="68580" y="69850"/>
                  </a:lnTo>
                  <a:lnTo>
                    <a:pt x="77470" y="60960"/>
                  </a:lnTo>
                  <a:lnTo>
                    <a:pt x="87630" y="53339"/>
                  </a:lnTo>
                  <a:lnTo>
                    <a:pt x="96520" y="45719"/>
                  </a:lnTo>
                  <a:lnTo>
                    <a:pt x="106680" y="38100"/>
                  </a:lnTo>
                  <a:lnTo>
                    <a:pt x="118110" y="31750"/>
                  </a:lnTo>
                  <a:lnTo>
                    <a:pt x="128270" y="26669"/>
                  </a:lnTo>
                  <a:lnTo>
                    <a:pt x="139700" y="20319"/>
                  </a:lnTo>
                  <a:lnTo>
                    <a:pt x="151130" y="16510"/>
                  </a:lnTo>
                  <a:lnTo>
                    <a:pt x="162560" y="11429"/>
                  </a:lnTo>
                  <a:lnTo>
                    <a:pt x="173990" y="8889"/>
                  </a:lnTo>
                  <a:lnTo>
                    <a:pt x="186690" y="5079"/>
                  </a:lnTo>
                  <a:lnTo>
                    <a:pt x="198120" y="3810"/>
                  </a:lnTo>
                  <a:lnTo>
                    <a:pt x="210820" y="2539"/>
                  </a:lnTo>
                  <a:lnTo>
                    <a:pt x="223520" y="1269"/>
                  </a:lnTo>
                  <a:lnTo>
                    <a:pt x="234950" y="0"/>
                  </a:lnTo>
                  <a:lnTo>
                    <a:pt x="2143760" y="0"/>
                  </a:lnTo>
                  <a:lnTo>
                    <a:pt x="2156460" y="1269"/>
                  </a:lnTo>
                  <a:lnTo>
                    <a:pt x="2167890" y="2539"/>
                  </a:lnTo>
                  <a:lnTo>
                    <a:pt x="2180590" y="3810"/>
                  </a:lnTo>
                  <a:lnTo>
                    <a:pt x="2193290" y="5079"/>
                  </a:lnTo>
                  <a:lnTo>
                    <a:pt x="2204720" y="8889"/>
                  </a:lnTo>
                  <a:lnTo>
                    <a:pt x="2216150" y="11429"/>
                  </a:lnTo>
                  <a:lnTo>
                    <a:pt x="2227580" y="16510"/>
                  </a:lnTo>
                  <a:lnTo>
                    <a:pt x="2239010" y="20319"/>
                  </a:lnTo>
                  <a:lnTo>
                    <a:pt x="2250440" y="26669"/>
                  </a:lnTo>
                  <a:lnTo>
                    <a:pt x="2261870" y="31750"/>
                  </a:lnTo>
                  <a:lnTo>
                    <a:pt x="2272030" y="38100"/>
                  </a:lnTo>
                  <a:lnTo>
                    <a:pt x="2282190" y="45719"/>
                  </a:lnTo>
                  <a:lnTo>
                    <a:pt x="2291080" y="53339"/>
                  </a:lnTo>
                  <a:lnTo>
                    <a:pt x="2301240" y="60960"/>
                  </a:lnTo>
                  <a:lnTo>
                    <a:pt x="2310130" y="69850"/>
                  </a:lnTo>
                  <a:lnTo>
                    <a:pt x="2317750" y="78739"/>
                  </a:lnTo>
                  <a:lnTo>
                    <a:pt x="2326640" y="87629"/>
                  </a:lnTo>
                  <a:lnTo>
                    <a:pt x="2334260" y="97789"/>
                  </a:lnTo>
                  <a:lnTo>
                    <a:pt x="2340610" y="107950"/>
                  </a:lnTo>
                  <a:lnTo>
                    <a:pt x="2346960" y="118110"/>
                  </a:lnTo>
                  <a:lnTo>
                    <a:pt x="2367280" y="162560"/>
                  </a:lnTo>
                  <a:lnTo>
                    <a:pt x="2377440" y="210819"/>
                  </a:lnTo>
                  <a:lnTo>
                    <a:pt x="2378710" y="223519"/>
                  </a:lnTo>
                  <a:lnTo>
                    <a:pt x="2378710" y="234950"/>
                  </a:lnTo>
                  <a:lnTo>
                    <a:pt x="2378710" y="1177289"/>
                  </a:lnTo>
                  <a:lnTo>
                    <a:pt x="2378710" y="1188720"/>
                  </a:lnTo>
                  <a:lnTo>
                    <a:pt x="2377440" y="1201420"/>
                  </a:lnTo>
                  <a:lnTo>
                    <a:pt x="2376170" y="1214120"/>
                  </a:lnTo>
                  <a:lnTo>
                    <a:pt x="2373630" y="1225550"/>
                  </a:lnTo>
                  <a:lnTo>
                    <a:pt x="2371090" y="1238250"/>
                  </a:lnTo>
                  <a:lnTo>
                    <a:pt x="2367280" y="1249679"/>
                  </a:lnTo>
                  <a:lnTo>
                    <a:pt x="2363470" y="1261109"/>
                  </a:lnTo>
                  <a:lnTo>
                    <a:pt x="2358390" y="1272539"/>
                  </a:lnTo>
                  <a:lnTo>
                    <a:pt x="2353310" y="1283970"/>
                  </a:lnTo>
                  <a:lnTo>
                    <a:pt x="2346960" y="1294129"/>
                  </a:lnTo>
                  <a:lnTo>
                    <a:pt x="2340610" y="1304289"/>
                  </a:lnTo>
                  <a:lnTo>
                    <a:pt x="2334260" y="1315720"/>
                  </a:lnTo>
                  <a:lnTo>
                    <a:pt x="2326640" y="1324609"/>
                  </a:lnTo>
                  <a:lnTo>
                    <a:pt x="2319020" y="1334770"/>
                  </a:lnTo>
                  <a:lnTo>
                    <a:pt x="2310130" y="1342389"/>
                  </a:lnTo>
                  <a:lnTo>
                    <a:pt x="2301240" y="1351279"/>
                  </a:lnTo>
                  <a:lnTo>
                    <a:pt x="2291080" y="1358900"/>
                  </a:lnTo>
                  <a:lnTo>
                    <a:pt x="2282190" y="1366520"/>
                  </a:lnTo>
                  <a:lnTo>
                    <a:pt x="2272030" y="1374139"/>
                  </a:lnTo>
                  <a:lnTo>
                    <a:pt x="2261870" y="1380489"/>
                  </a:lnTo>
                  <a:lnTo>
                    <a:pt x="2250440" y="1386839"/>
                  </a:lnTo>
                  <a:lnTo>
                    <a:pt x="2239010" y="1391920"/>
                  </a:lnTo>
                  <a:lnTo>
                    <a:pt x="2228850" y="1395729"/>
                  </a:lnTo>
                  <a:lnTo>
                    <a:pt x="2217420" y="1400809"/>
                  </a:lnTo>
                  <a:lnTo>
                    <a:pt x="2169160" y="1410970"/>
                  </a:lnTo>
                  <a:lnTo>
                    <a:pt x="2156460" y="1412239"/>
                  </a:lnTo>
                  <a:lnTo>
                    <a:pt x="2143760" y="1412239"/>
                  </a:lnTo>
                  <a:lnTo>
                    <a:pt x="234950" y="1412239"/>
                  </a:lnTo>
                  <a:lnTo>
                    <a:pt x="223520" y="1412239"/>
                  </a:lnTo>
                  <a:lnTo>
                    <a:pt x="210820" y="1410970"/>
                  </a:lnTo>
                  <a:lnTo>
                    <a:pt x="198120" y="1409700"/>
                  </a:lnTo>
                  <a:lnTo>
                    <a:pt x="186690" y="1407159"/>
                  </a:lnTo>
                  <a:lnTo>
                    <a:pt x="173990" y="1404620"/>
                  </a:lnTo>
                  <a:lnTo>
                    <a:pt x="162560" y="1400809"/>
                  </a:lnTo>
                  <a:lnTo>
                    <a:pt x="151130" y="1397000"/>
                  </a:lnTo>
                  <a:lnTo>
                    <a:pt x="139700" y="1391920"/>
                  </a:lnTo>
                  <a:lnTo>
                    <a:pt x="128270" y="1386839"/>
                  </a:lnTo>
                  <a:lnTo>
                    <a:pt x="118110" y="1380489"/>
                  </a:lnTo>
                  <a:lnTo>
                    <a:pt x="107950" y="1374139"/>
                  </a:lnTo>
                  <a:lnTo>
                    <a:pt x="96520" y="1367789"/>
                  </a:lnTo>
                  <a:lnTo>
                    <a:pt x="87630" y="1360170"/>
                  </a:lnTo>
                  <a:lnTo>
                    <a:pt x="77470" y="1352550"/>
                  </a:lnTo>
                  <a:lnTo>
                    <a:pt x="69850" y="1343659"/>
                  </a:lnTo>
                  <a:lnTo>
                    <a:pt x="60960" y="1334770"/>
                  </a:lnTo>
                  <a:lnTo>
                    <a:pt x="53340" y="1324609"/>
                  </a:lnTo>
                  <a:lnTo>
                    <a:pt x="45720" y="1315720"/>
                  </a:lnTo>
                  <a:lnTo>
                    <a:pt x="38100" y="1305559"/>
                  </a:lnTo>
                  <a:lnTo>
                    <a:pt x="31750" y="1294129"/>
                  </a:lnTo>
                  <a:lnTo>
                    <a:pt x="25400" y="1283970"/>
                  </a:lnTo>
                  <a:lnTo>
                    <a:pt x="20320" y="1272539"/>
                  </a:lnTo>
                  <a:lnTo>
                    <a:pt x="16510" y="1261109"/>
                  </a:lnTo>
                  <a:lnTo>
                    <a:pt x="11430" y="1249679"/>
                  </a:lnTo>
                  <a:lnTo>
                    <a:pt x="7620" y="1238250"/>
                  </a:lnTo>
                  <a:lnTo>
                    <a:pt x="5080" y="1226820"/>
                  </a:lnTo>
                  <a:lnTo>
                    <a:pt x="2540" y="1214120"/>
                  </a:lnTo>
                  <a:lnTo>
                    <a:pt x="1270" y="1201420"/>
                  </a:lnTo>
                  <a:lnTo>
                    <a:pt x="0" y="1189989"/>
                  </a:lnTo>
                  <a:lnTo>
                    <a:pt x="0" y="1177289"/>
                  </a:lnTo>
                  <a:lnTo>
                    <a:pt x="0" y="234950"/>
                  </a:lnTo>
                  <a:close/>
                </a:path>
                <a:path w="2378710" h="1412239">
                  <a:moveTo>
                    <a:pt x="0" y="0"/>
                  </a:moveTo>
                  <a:lnTo>
                    <a:pt x="0" y="0"/>
                  </a:lnTo>
                </a:path>
                <a:path w="2378710" h="1412239">
                  <a:moveTo>
                    <a:pt x="2378710" y="1412239"/>
                  </a:moveTo>
                  <a:lnTo>
                    <a:pt x="2378710" y="1412239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42" name="object 12">
              <a:extLst>
                <a:ext uri="{FF2B5EF4-FFF2-40B4-BE49-F238E27FC236}">
                  <a16:creationId xmlns:a16="http://schemas.microsoft.com/office/drawing/2014/main" id="{51B09958-D9A4-AB4F-5F81-519C1FA9A291}"/>
                </a:ext>
              </a:extLst>
            </p:cNvPr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51780" y="2791460"/>
              <a:ext cx="294639" cy="294639"/>
            </a:xfrm>
            <a:prstGeom prst="rect">
              <a:avLst/>
            </a:prstGeom>
          </p:spPr>
        </p:pic>
      </p:grpSp>
      <p:sp>
        <p:nvSpPr>
          <p:cNvPr id="15" name="object 13">
            <a:extLst>
              <a:ext uri="{FF2B5EF4-FFF2-40B4-BE49-F238E27FC236}">
                <a16:creationId xmlns:a16="http://schemas.microsoft.com/office/drawing/2014/main" id="{D594F175-13E3-2D91-6B97-1B9CD324FFA8}"/>
              </a:ext>
            </a:extLst>
          </p:cNvPr>
          <p:cNvSpPr txBox="1"/>
          <p:nvPr/>
        </p:nvSpPr>
        <p:spPr>
          <a:xfrm>
            <a:off x="4706303" y="3027362"/>
            <a:ext cx="173545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35" dirty="0">
                <a:latin typeface="Trebuchet MS"/>
                <a:cs typeface="Trebuchet MS"/>
              </a:rPr>
              <a:t>az104-01a-aaduser2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16" name="object 14">
            <a:extLst>
              <a:ext uri="{FF2B5EF4-FFF2-40B4-BE49-F238E27FC236}">
                <a16:creationId xmlns:a16="http://schemas.microsoft.com/office/drawing/2014/main" id="{2C3E9E73-F4F9-DE45-FD30-969EF16FF830}"/>
              </a:ext>
            </a:extLst>
          </p:cNvPr>
          <p:cNvSpPr txBox="1"/>
          <p:nvPr/>
        </p:nvSpPr>
        <p:spPr>
          <a:xfrm>
            <a:off x="4706303" y="3385503"/>
            <a:ext cx="1355090" cy="565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2499"/>
              </a:lnSpc>
              <a:spcBef>
                <a:spcPts val="95"/>
              </a:spcBef>
            </a:pPr>
            <a:r>
              <a:rPr lang="en-US" sz="1150" b="1" spc="45" dirty="0">
                <a:latin typeface="Trebuchet MS"/>
                <a:cs typeface="Trebuchet MS"/>
              </a:rPr>
              <a:t>Job</a:t>
            </a:r>
            <a:r>
              <a:rPr lang="en-US" sz="1150" b="1" spc="20" dirty="0">
                <a:latin typeface="Trebuchet MS"/>
                <a:cs typeface="Trebuchet MS"/>
              </a:rPr>
              <a:t> </a:t>
            </a:r>
            <a:r>
              <a:rPr lang="en-US" sz="1150" b="1" spc="85" dirty="0">
                <a:latin typeface="Trebuchet MS"/>
                <a:cs typeface="Trebuchet MS"/>
              </a:rPr>
              <a:t>title:</a:t>
            </a:r>
            <a:r>
              <a:rPr lang="en-US" sz="1150" b="1" spc="20" dirty="0">
                <a:latin typeface="Trebuchet MS"/>
                <a:cs typeface="Trebuchet MS"/>
              </a:rPr>
              <a:t> </a:t>
            </a:r>
            <a:r>
              <a:rPr lang="en-US" sz="1150" spc="120" dirty="0">
                <a:latin typeface="Trebuchet MS"/>
                <a:cs typeface="Trebuchet MS"/>
              </a:rPr>
              <a:t>System </a:t>
            </a:r>
            <a:r>
              <a:rPr lang="en-US" sz="1150" spc="70" dirty="0">
                <a:latin typeface="Trebuchet MS"/>
                <a:cs typeface="Trebuchet MS"/>
              </a:rPr>
              <a:t>Administrator </a:t>
            </a:r>
            <a:r>
              <a:rPr lang="en-US" sz="1150" b="1" spc="140" dirty="0">
                <a:latin typeface="Trebuchet MS"/>
                <a:cs typeface="Trebuchet MS"/>
              </a:rPr>
              <a:t>Department:</a:t>
            </a:r>
            <a:r>
              <a:rPr lang="en-US" sz="1150" b="1" spc="30" dirty="0">
                <a:latin typeface="Trebuchet MS"/>
                <a:cs typeface="Trebuchet MS"/>
              </a:rPr>
              <a:t> </a:t>
            </a:r>
            <a:r>
              <a:rPr lang="en-US" sz="1150" spc="40" dirty="0">
                <a:latin typeface="Trebuchet MS"/>
                <a:cs typeface="Trebuchet MS"/>
              </a:rPr>
              <a:t>IT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17" name="object 15">
            <a:extLst>
              <a:ext uri="{FF2B5EF4-FFF2-40B4-BE49-F238E27FC236}">
                <a16:creationId xmlns:a16="http://schemas.microsoft.com/office/drawing/2014/main" id="{47F25E17-E74D-AD5C-AB0F-78B6464F7000}"/>
              </a:ext>
            </a:extLst>
          </p:cNvPr>
          <p:cNvGrpSpPr/>
          <p:nvPr/>
        </p:nvGrpSpPr>
        <p:grpSpPr>
          <a:xfrm>
            <a:off x="4579303" y="1490663"/>
            <a:ext cx="4898389" cy="2560320"/>
            <a:chOff x="4712970" y="1593850"/>
            <a:chExt cx="4898389" cy="2560320"/>
          </a:xfrm>
        </p:grpSpPr>
        <p:pic>
          <p:nvPicPr>
            <p:cNvPr id="38" name="object 16">
              <a:extLst>
                <a:ext uri="{FF2B5EF4-FFF2-40B4-BE49-F238E27FC236}">
                  <a16:creationId xmlns:a16="http://schemas.microsoft.com/office/drawing/2014/main" id="{0BD10570-D64B-3259-2A13-0281B78ABF85}"/>
                </a:ext>
              </a:extLst>
            </p:cNvPr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966200" y="1593850"/>
              <a:ext cx="645159" cy="645160"/>
            </a:xfrm>
            <a:prstGeom prst="rect">
              <a:avLst/>
            </a:prstGeom>
          </p:spPr>
        </p:pic>
        <p:sp>
          <p:nvSpPr>
            <p:cNvPr id="39" name="object 17">
              <a:extLst>
                <a:ext uri="{FF2B5EF4-FFF2-40B4-BE49-F238E27FC236}">
                  <a16:creationId xmlns:a16="http://schemas.microsoft.com/office/drawing/2014/main" id="{AA5FFD3F-E4B5-3FEB-65C2-A88208626B7C}"/>
                </a:ext>
              </a:extLst>
            </p:cNvPr>
            <p:cNvSpPr/>
            <p:nvPr/>
          </p:nvSpPr>
          <p:spPr>
            <a:xfrm>
              <a:off x="4712970" y="2749550"/>
              <a:ext cx="2379980" cy="1404620"/>
            </a:xfrm>
            <a:custGeom>
              <a:avLst/>
              <a:gdLst/>
              <a:ahLst/>
              <a:cxnLst/>
              <a:rect l="l" t="t" r="r" b="b"/>
              <a:pathLst>
                <a:path w="2379979" h="1404620">
                  <a:moveTo>
                    <a:pt x="0" y="233679"/>
                  </a:moveTo>
                  <a:lnTo>
                    <a:pt x="1269" y="220979"/>
                  </a:lnTo>
                  <a:lnTo>
                    <a:pt x="2539" y="209550"/>
                  </a:lnTo>
                  <a:lnTo>
                    <a:pt x="3809" y="196850"/>
                  </a:lnTo>
                  <a:lnTo>
                    <a:pt x="5079" y="185420"/>
                  </a:lnTo>
                  <a:lnTo>
                    <a:pt x="8889" y="172720"/>
                  </a:lnTo>
                  <a:lnTo>
                    <a:pt x="11429" y="161289"/>
                  </a:lnTo>
                  <a:lnTo>
                    <a:pt x="16509" y="149860"/>
                  </a:lnTo>
                  <a:lnTo>
                    <a:pt x="20319" y="138429"/>
                  </a:lnTo>
                  <a:lnTo>
                    <a:pt x="26669" y="127000"/>
                  </a:lnTo>
                  <a:lnTo>
                    <a:pt x="53339" y="86360"/>
                  </a:lnTo>
                  <a:lnTo>
                    <a:pt x="87629" y="52070"/>
                  </a:lnTo>
                  <a:lnTo>
                    <a:pt x="96519" y="44450"/>
                  </a:lnTo>
                  <a:lnTo>
                    <a:pt x="106679" y="38100"/>
                  </a:lnTo>
                  <a:lnTo>
                    <a:pt x="118109" y="30479"/>
                  </a:lnTo>
                  <a:lnTo>
                    <a:pt x="128269" y="25400"/>
                  </a:lnTo>
                  <a:lnTo>
                    <a:pt x="139700" y="20320"/>
                  </a:lnTo>
                  <a:lnTo>
                    <a:pt x="151129" y="15239"/>
                  </a:lnTo>
                  <a:lnTo>
                    <a:pt x="162559" y="11429"/>
                  </a:lnTo>
                  <a:lnTo>
                    <a:pt x="209550" y="1270"/>
                  </a:lnTo>
                  <a:lnTo>
                    <a:pt x="222250" y="0"/>
                  </a:lnTo>
                  <a:lnTo>
                    <a:pt x="234950" y="0"/>
                  </a:lnTo>
                  <a:lnTo>
                    <a:pt x="2145029" y="0"/>
                  </a:lnTo>
                  <a:lnTo>
                    <a:pt x="2157729" y="0"/>
                  </a:lnTo>
                  <a:lnTo>
                    <a:pt x="2169159" y="1270"/>
                  </a:lnTo>
                  <a:lnTo>
                    <a:pt x="2181859" y="2539"/>
                  </a:lnTo>
                  <a:lnTo>
                    <a:pt x="2193289" y="5079"/>
                  </a:lnTo>
                  <a:lnTo>
                    <a:pt x="2205989" y="7620"/>
                  </a:lnTo>
                  <a:lnTo>
                    <a:pt x="2217420" y="11429"/>
                  </a:lnTo>
                  <a:lnTo>
                    <a:pt x="2228850" y="15239"/>
                  </a:lnTo>
                  <a:lnTo>
                    <a:pt x="2240279" y="20320"/>
                  </a:lnTo>
                  <a:lnTo>
                    <a:pt x="2251709" y="25400"/>
                  </a:lnTo>
                  <a:lnTo>
                    <a:pt x="2261870" y="30479"/>
                  </a:lnTo>
                  <a:lnTo>
                    <a:pt x="2272029" y="38100"/>
                  </a:lnTo>
                  <a:lnTo>
                    <a:pt x="2282189" y="44450"/>
                  </a:lnTo>
                  <a:lnTo>
                    <a:pt x="2319020" y="77470"/>
                  </a:lnTo>
                  <a:lnTo>
                    <a:pt x="2340609" y="106679"/>
                  </a:lnTo>
                  <a:lnTo>
                    <a:pt x="2348229" y="116839"/>
                  </a:lnTo>
                  <a:lnTo>
                    <a:pt x="2353309" y="127000"/>
                  </a:lnTo>
                  <a:lnTo>
                    <a:pt x="2358389" y="138429"/>
                  </a:lnTo>
                  <a:lnTo>
                    <a:pt x="2363470" y="149860"/>
                  </a:lnTo>
                  <a:lnTo>
                    <a:pt x="2367279" y="161289"/>
                  </a:lnTo>
                  <a:lnTo>
                    <a:pt x="2371089" y="172720"/>
                  </a:lnTo>
                  <a:lnTo>
                    <a:pt x="2373629" y="185420"/>
                  </a:lnTo>
                  <a:lnTo>
                    <a:pt x="2376170" y="196850"/>
                  </a:lnTo>
                  <a:lnTo>
                    <a:pt x="2377439" y="209550"/>
                  </a:lnTo>
                  <a:lnTo>
                    <a:pt x="2378709" y="220979"/>
                  </a:lnTo>
                  <a:lnTo>
                    <a:pt x="2378709" y="233679"/>
                  </a:lnTo>
                  <a:lnTo>
                    <a:pt x="2379979" y="1169670"/>
                  </a:lnTo>
                  <a:lnTo>
                    <a:pt x="2378709" y="1182370"/>
                  </a:lnTo>
                  <a:lnTo>
                    <a:pt x="2377439" y="1195070"/>
                  </a:lnTo>
                  <a:lnTo>
                    <a:pt x="2376170" y="1206500"/>
                  </a:lnTo>
                  <a:lnTo>
                    <a:pt x="2374900" y="1219200"/>
                  </a:lnTo>
                  <a:lnTo>
                    <a:pt x="2371089" y="1230630"/>
                  </a:lnTo>
                  <a:lnTo>
                    <a:pt x="2367279" y="1242060"/>
                  </a:lnTo>
                  <a:lnTo>
                    <a:pt x="2363470" y="1253489"/>
                  </a:lnTo>
                  <a:lnTo>
                    <a:pt x="2359659" y="1264920"/>
                  </a:lnTo>
                  <a:lnTo>
                    <a:pt x="2353309" y="1276350"/>
                  </a:lnTo>
                  <a:lnTo>
                    <a:pt x="2348229" y="1286510"/>
                  </a:lnTo>
                  <a:lnTo>
                    <a:pt x="2341879" y="1297939"/>
                  </a:lnTo>
                  <a:lnTo>
                    <a:pt x="2334259" y="1308100"/>
                  </a:lnTo>
                  <a:lnTo>
                    <a:pt x="2326639" y="1316989"/>
                  </a:lnTo>
                  <a:lnTo>
                    <a:pt x="2319020" y="1327150"/>
                  </a:lnTo>
                  <a:lnTo>
                    <a:pt x="2311400" y="1336039"/>
                  </a:lnTo>
                  <a:lnTo>
                    <a:pt x="2302509" y="1343660"/>
                  </a:lnTo>
                  <a:lnTo>
                    <a:pt x="2292350" y="1352550"/>
                  </a:lnTo>
                  <a:lnTo>
                    <a:pt x="2283459" y="1358900"/>
                  </a:lnTo>
                  <a:lnTo>
                    <a:pt x="2273300" y="1366520"/>
                  </a:lnTo>
                  <a:lnTo>
                    <a:pt x="2261870" y="1372870"/>
                  </a:lnTo>
                  <a:lnTo>
                    <a:pt x="2251709" y="1377950"/>
                  </a:lnTo>
                  <a:lnTo>
                    <a:pt x="2240279" y="1384300"/>
                  </a:lnTo>
                  <a:lnTo>
                    <a:pt x="2228850" y="1388110"/>
                  </a:lnTo>
                  <a:lnTo>
                    <a:pt x="2217420" y="1393189"/>
                  </a:lnTo>
                  <a:lnTo>
                    <a:pt x="2205989" y="1395730"/>
                  </a:lnTo>
                  <a:lnTo>
                    <a:pt x="2194559" y="1399539"/>
                  </a:lnTo>
                  <a:lnTo>
                    <a:pt x="2181859" y="1400810"/>
                  </a:lnTo>
                  <a:lnTo>
                    <a:pt x="2170429" y="1402080"/>
                  </a:lnTo>
                  <a:lnTo>
                    <a:pt x="2157729" y="1403350"/>
                  </a:lnTo>
                  <a:lnTo>
                    <a:pt x="2145029" y="1404620"/>
                  </a:lnTo>
                  <a:lnTo>
                    <a:pt x="234950" y="1404620"/>
                  </a:lnTo>
                  <a:lnTo>
                    <a:pt x="222250" y="1404620"/>
                  </a:lnTo>
                  <a:lnTo>
                    <a:pt x="209550" y="1403350"/>
                  </a:lnTo>
                  <a:lnTo>
                    <a:pt x="198119" y="1402080"/>
                  </a:lnTo>
                  <a:lnTo>
                    <a:pt x="185419" y="1399539"/>
                  </a:lnTo>
                  <a:lnTo>
                    <a:pt x="173989" y="1397000"/>
                  </a:lnTo>
                  <a:lnTo>
                    <a:pt x="162559" y="1393189"/>
                  </a:lnTo>
                  <a:lnTo>
                    <a:pt x="151129" y="1389380"/>
                  </a:lnTo>
                  <a:lnTo>
                    <a:pt x="139700" y="1384300"/>
                  </a:lnTo>
                  <a:lnTo>
                    <a:pt x="128269" y="1379220"/>
                  </a:lnTo>
                  <a:lnTo>
                    <a:pt x="118109" y="1372870"/>
                  </a:lnTo>
                  <a:lnTo>
                    <a:pt x="106679" y="1366520"/>
                  </a:lnTo>
                  <a:lnTo>
                    <a:pt x="96519" y="1360170"/>
                  </a:lnTo>
                  <a:lnTo>
                    <a:pt x="87629" y="1352550"/>
                  </a:lnTo>
                  <a:lnTo>
                    <a:pt x="77469" y="1344930"/>
                  </a:lnTo>
                  <a:lnTo>
                    <a:pt x="45719" y="1308100"/>
                  </a:lnTo>
                  <a:lnTo>
                    <a:pt x="26669" y="1276350"/>
                  </a:lnTo>
                  <a:lnTo>
                    <a:pt x="20319" y="1264920"/>
                  </a:lnTo>
                  <a:lnTo>
                    <a:pt x="16509" y="1254760"/>
                  </a:lnTo>
                  <a:lnTo>
                    <a:pt x="11429" y="1243330"/>
                  </a:lnTo>
                  <a:lnTo>
                    <a:pt x="8889" y="1230630"/>
                  </a:lnTo>
                  <a:lnTo>
                    <a:pt x="5079" y="1219200"/>
                  </a:lnTo>
                  <a:lnTo>
                    <a:pt x="3809" y="1207770"/>
                  </a:lnTo>
                  <a:lnTo>
                    <a:pt x="2539" y="1195070"/>
                  </a:lnTo>
                  <a:lnTo>
                    <a:pt x="1269" y="1182370"/>
                  </a:lnTo>
                  <a:lnTo>
                    <a:pt x="0" y="1170939"/>
                  </a:lnTo>
                  <a:lnTo>
                    <a:pt x="0" y="233679"/>
                  </a:lnTo>
                  <a:close/>
                </a:path>
                <a:path w="2379979" h="1404620">
                  <a:moveTo>
                    <a:pt x="0" y="0"/>
                  </a:moveTo>
                  <a:lnTo>
                    <a:pt x="0" y="0"/>
                  </a:lnTo>
                </a:path>
                <a:path w="2379979" h="1404620">
                  <a:moveTo>
                    <a:pt x="2379979" y="1404620"/>
                  </a:moveTo>
                  <a:lnTo>
                    <a:pt x="2379979" y="140462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pic>
          <p:nvPicPr>
            <p:cNvPr id="40" name="object 18">
              <a:extLst>
                <a:ext uri="{FF2B5EF4-FFF2-40B4-BE49-F238E27FC236}">
                  <a16:creationId xmlns:a16="http://schemas.microsoft.com/office/drawing/2014/main" id="{02F147E0-389C-75C1-EE0B-0542AC9D0AE2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865370" y="2291080"/>
              <a:ext cx="294639" cy="294639"/>
            </a:xfrm>
            <a:prstGeom prst="rect">
              <a:avLst/>
            </a:prstGeom>
          </p:spPr>
        </p:pic>
      </p:grpSp>
      <p:sp>
        <p:nvSpPr>
          <p:cNvPr id="18" name="object 19">
            <a:extLst>
              <a:ext uri="{FF2B5EF4-FFF2-40B4-BE49-F238E27FC236}">
                <a16:creationId xmlns:a16="http://schemas.microsoft.com/office/drawing/2014/main" id="{E3E9D07A-6A2D-AC9E-99E8-7D2450D08846}"/>
              </a:ext>
            </a:extLst>
          </p:cNvPr>
          <p:cNvSpPr txBox="1"/>
          <p:nvPr/>
        </p:nvSpPr>
        <p:spPr>
          <a:xfrm>
            <a:off x="8097202" y="2248090"/>
            <a:ext cx="2116455" cy="51373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2755" marR="5080" indent="-440690">
              <a:lnSpc>
                <a:spcPct val="127200"/>
              </a:lnSpc>
              <a:spcBef>
                <a:spcPts val="95"/>
              </a:spcBef>
            </a:pPr>
            <a:r>
              <a:rPr lang="en-US" sz="1350" b="1" spc="195" dirty="0">
                <a:latin typeface="Trebuchet MS"/>
                <a:cs typeface="Trebuchet MS"/>
              </a:rPr>
              <a:t>New</a:t>
            </a:r>
            <a:r>
              <a:rPr lang="en-US" sz="1350" b="1" spc="40" dirty="0">
                <a:latin typeface="Trebuchet MS"/>
                <a:cs typeface="Trebuchet MS"/>
              </a:rPr>
              <a:t> </a:t>
            </a:r>
            <a:r>
              <a:rPr lang="en-US" sz="1350" b="1" spc="135" dirty="0">
                <a:latin typeface="Trebuchet MS"/>
                <a:cs typeface="Trebuchet MS"/>
              </a:rPr>
              <a:t>Azure</a:t>
            </a:r>
            <a:r>
              <a:rPr lang="en-US" sz="1350" b="1" spc="40" dirty="0">
                <a:latin typeface="Trebuchet MS"/>
                <a:cs typeface="Trebuchet MS"/>
              </a:rPr>
              <a:t> </a:t>
            </a:r>
            <a:r>
              <a:rPr lang="en-US" sz="1350" b="1" spc="235" dirty="0">
                <a:latin typeface="Trebuchet MS"/>
                <a:cs typeface="Trebuchet MS"/>
              </a:rPr>
              <a:t>AD</a:t>
            </a:r>
            <a:r>
              <a:rPr lang="en-US" sz="1350" b="1" spc="50" dirty="0">
                <a:latin typeface="Trebuchet MS"/>
                <a:cs typeface="Trebuchet MS"/>
              </a:rPr>
              <a:t> </a:t>
            </a:r>
            <a:r>
              <a:rPr lang="en-US" sz="1350" b="1" spc="150" dirty="0">
                <a:latin typeface="Trebuchet MS"/>
                <a:cs typeface="Trebuchet MS"/>
              </a:rPr>
              <a:t>Tenant </a:t>
            </a:r>
            <a:r>
              <a:rPr lang="en-US" sz="1350" b="1" spc="170" dirty="0">
                <a:latin typeface="Trebuchet MS"/>
                <a:cs typeface="Trebuchet MS"/>
              </a:rPr>
              <a:t>Contoso</a:t>
            </a:r>
            <a:r>
              <a:rPr lang="en-US" sz="1350" b="1" spc="60" dirty="0">
                <a:latin typeface="Trebuchet MS"/>
                <a:cs typeface="Trebuchet MS"/>
              </a:rPr>
              <a:t> </a:t>
            </a:r>
            <a:r>
              <a:rPr lang="en-US" sz="1350" b="1" spc="170" dirty="0">
                <a:latin typeface="Trebuchet MS"/>
                <a:cs typeface="Trebuchet MS"/>
              </a:rPr>
              <a:t>Lab</a:t>
            </a:r>
            <a:endParaRPr sz="1350">
              <a:latin typeface="Trebuchet MS"/>
              <a:cs typeface="Trebuchet MS"/>
            </a:endParaRPr>
          </a:p>
        </p:txBody>
      </p:sp>
      <p:pic>
        <p:nvPicPr>
          <p:cNvPr id="19" name="object 20">
            <a:extLst>
              <a:ext uri="{FF2B5EF4-FFF2-40B4-BE49-F238E27FC236}">
                <a16:creationId xmlns:a16="http://schemas.microsoft.com/office/drawing/2014/main" id="{DD3C6AD5-706B-165E-9322-ECA31A9A51A3}"/>
              </a:ext>
            </a:extLst>
          </p:cNvPr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814752" y="3073083"/>
            <a:ext cx="294640" cy="294639"/>
          </a:xfrm>
          <a:prstGeom prst="rect">
            <a:avLst/>
          </a:prstGeom>
        </p:spPr>
      </p:pic>
      <p:sp>
        <p:nvSpPr>
          <p:cNvPr id="20" name="object 21">
            <a:extLst>
              <a:ext uri="{FF2B5EF4-FFF2-40B4-BE49-F238E27FC236}">
                <a16:creationId xmlns:a16="http://schemas.microsoft.com/office/drawing/2014/main" id="{61C96B8E-6E4D-3FFB-75EA-707A26C3F50E}"/>
              </a:ext>
            </a:extLst>
          </p:cNvPr>
          <p:cNvSpPr txBox="1"/>
          <p:nvPr/>
        </p:nvSpPr>
        <p:spPr>
          <a:xfrm>
            <a:off x="8302942" y="3949383"/>
            <a:ext cx="1356360" cy="563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 marR="5080">
              <a:lnSpc>
                <a:spcPct val="102200"/>
              </a:lnSpc>
              <a:spcBef>
                <a:spcPts val="100"/>
              </a:spcBef>
            </a:pPr>
            <a:r>
              <a:rPr lang="en-US" sz="1150" b="1" spc="45" dirty="0">
                <a:latin typeface="Trebuchet MS"/>
                <a:cs typeface="Trebuchet MS"/>
              </a:rPr>
              <a:t>Job</a:t>
            </a:r>
            <a:r>
              <a:rPr lang="en-US" sz="1150" b="1" spc="35" dirty="0">
                <a:latin typeface="Trebuchet MS"/>
                <a:cs typeface="Trebuchet MS"/>
              </a:rPr>
              <a:t> </a:t>
            </a:r>
            <a:r>
              <a:rPr lang="en-US" sz="1150" b="1" spc="80" dirty="0">
                <a:latin typeface="Trebuchet MS"/>
                <a:cs typeface="Trebuchet MS"/>
              </a:rPr>
              <a:t>title:</a:t>
            </a:r>
            <a:r>
              <a:rPr lang="en-US" sz="1150" b="1" spc="50" dirty="0">
                <a:latin typeface="Trebuchet MS"/>
                <a:cs typeface="Trebuchet MS"/>
              </a:rPr>
              <a:t> </a:t>
            </a:r>
            <a:r>
              <a:rPr lang="en-US" sz="1150" spc="120" dirty="0">
                <a:latin typeface="Trebuchet MS"/>
                <a:cs typeface="Trebuchet MS"/>
              </a:rPr>
              <a:t>System </a:t>
            </a:r>
            <a:r>
              <a:rPr lang="en-US" sz="1150" spc="70" dirty="0">
                <a:latin typeface="Trebuchet MS"/>
                <a:cs typeface="Trebuchet MS"/>
              </a:rPr>
              <a:t>Administrator </a:t>
            </a:r>
            <a:r>
              <a:rPr lang="en-US" sz="1150" b="1" spc="140" dirty="0">
                <a:latin typeface="Trebuchet MS"/>
                <a:cs typeface="Trebuchet MS"/>
              </a:rPr>
              <a:t>Department:</a:t>
            </a:r>
            <a:r>
              <a:rPr lang="en-US" sz="1150" b="1" spc="20" dirty="0">
                <a:latin typeface="Trebuchet MS"/>
                <a:cs typeface="Trebuchet MS"/>
              </a:rPr>
              <a:t> </a:t>
            </a:r>
            <a:r>
              <a:rPr lang="en-US" sz="1150" spc="40" dirty="0">
                <a:latin typeface="Trebuchet MS"/>
                <a:cs typeface="Trebuchet MS"/>
              </a:rPr>
              <a:t>IT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1" name="object 22">
            <a:extLst>
              <a:ext uri="{FF2B5EF4-FFF2-40B4-BE49-F238E27FC236}">
                <a16:creationId xmlns:a16="http://schemas.microsoft.com/office/drawing/2014/main" id="{7D686E42-9432-4A2E-4D3E-1F0F94985FC9}"/>
              </a:ext>
            </a:extLst>
          </p:cNvPr>
          <p:cNvSpPr txBox="1"/>
          <p:nvPr/>
        </p:nvSpPr>
        <p:spPr>
          <a:xfrm>
            <a:off x="2062162" y="1784032"/>
            <a:ext cx="2841625" cy="1149674"/>
          </a:xfrm>
          <a:prstGeom prst="rect">
            <a:avLst/>
          </a:prstGeom>
        </p:spPr>
        <p:txBody>
          <a:bodyPr vert="horz" wrap="square" lIns="0" tIns="36195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8715" marR="5080">
              <a:lnSpc>
                <a:spcPts val="1480"/>
              </a:lnSpc>
              <a:spcBef>
                <a:spcPts val="285"/>
              </a:spcBef>
            </a:pPr>
            <a:r>
              <a:rPr lang="en-US" sz="1350" b="1" spc="150" dirty="0">
                <a:latin typeface="Trebuchet MS"/>
                <a:cs typeface="Trebuchet MS"/>
              </a:rPr>
              <a:t>Default</a:t>
            </a:r>
            <a:r>
              <a:rPr lang="en-US" sz="1350" b="1" spc="25" dirty="0">
                <a:latin typeface="Trebuchet MS"/>
                <a:cs typeface="Trebuchet MS"/>
              </a:rPr>
              <a:t> </a:t>
            </a:r>
            <a:r>
              <a:rPr lang="en-US" sz="1350" b="1" spc="135" dirty="0">
                <a:latin typeface="Trebuchet MS"/>
                <a:cs typeface="Trebuchet MS"/>
              </a:rPr>
              <a:t>Azure</a:t>
            </a:r>
            <a:r>
              <a:rPr lang="en-US" sz="1350" b="1" spc="30" dirty="0">
                <a:latin typeface="Trebuchet MS"/>
                <a:cs typeface="Trebuchet MS"/>
              </a:rPr>
              <a:t> </a:t>
            </a:r>
            <a:r>
              <a:rPr lang="en-US" sz="1350" b="1" spc="229" dirty="0">
                <a:latin typeface="Trebuchet MS"/>
                <a:cs typeface="Trebuchet MS"/>
              </a:rPr>
              <a:t>AD </a:t>
            </a:r>
            <a:r>
              <a:rPr lang="en-US" sz="1350" b="1" spc="150" dirty="0">
                <a:latin typeface="Trebuchet MS"/>
                <a:cs typeface="Trebuchet MS"/>
              </a:rPr>
              <a:t>Tenant</a:t>
            </a:r>
            <a:endParaRPr lang="en-US" sz="1350" dirty="0">
              <a:latin typeface="Trebuchet MS"/>
              <a:cs typeface="Trebuchet MS"/>
            </a:endParaRPr>
          </a:p>
          <a:p>
            <a:pPr marL="12700">
              <a:lnSpc>
                <a:spcPts val="1015"/>
              </a:lnSpc>
            </a:pPr>
            <a:r>
              <a:rPr lang="en-US" sz="1150" b="1" spc="105" dirty="0">
                <a:latin typeface="Trebuchet MS"/>
                <a:cs typeface="Trebuchet MS"/>
              </a:rPr>
              <a:t>IT</a:t>
            </a:r>
            <a:r>
              <a:rPr lang="en-US" sz="1150" b="1" spc="25" dirty="0">
                <a:latin typeface="Trebuchet MS"/>
                <a:cs typeface="Trebuchet MS"/>
              </a:rPr>
              <a:t> </a:t>
            </a:r>
            <a:r>
              <a:rPr lang="en-US" sz="1150" b="1" spc="140" dirty="0">
                <a:latin typeface="Trebuchet MS"/>
                <a:cs typeface="Trebuchet MS"/>
              </a:rPr>
              <a:t>Cloud</a:t>
            </a:r>
            <a:r>
              <a:rPr lang="en-US" sz="1150" b="1" spc="25" dirty="0">
                <a:latin typeface="Trebuchet MS"/>
                <a:cs typeface="Trebuchet MS"/>
              </a:rPr>
              <a:t> </a:t>
            </a:r>
            <a:r>
              <a:rPr lang="en-US" sz="1150" b="1" spc="140" dirty="0">
                <a:latin typeface="Trebuchet MS"/>
                <a:cs typeface="Trebuchet MS"/>
              </a:rPr>
              <a:t>Administrators</a:t>
            </a:r>
            <a:endParaRPr lang="en-US" sz="1150">
              <a:latin typeface="Trebuchet MS"/>
              <a:cs typeface="Trebuchet MS"/>
            </a:endParaRPr>
          </a:p>
          <a:p>
            <a:pPr marL="12700" marR="589915">
              <a:lnSpc>
                <a:spcPts val="1270"/>
              </a:lnSpc>
              <a:spcBef>
                <a:spcPts val="615"/>
              </a:spcBef>
            </a:pPr>
            <a:r>
              <a:rPr lang="en-US" sz="1150" b="1" spc="160" dirty="0">
                <a:latin typeface="Trebuchet MS"/>
                <a:cs typeface="Trebuchet MS"/>
              </a:rPr>
              <a:t>Membership</a:t>
            </a:r>
            <a:r>
              <a:rPr lang="en-US" sz="1150" b="1" spc="25" dirty="0">
                <a:latin typeface="Trebuchet MS"/>
                <a:cs typeface="Trebuchet MS"/>
              </a:rPr>
              <a:t> </a:t>
            </a:r>
            <a:r>
              <a:rPr lang="en-US" sz="1150" b="1" spc="120" dirty="0">
                <a:latin typeface="Trebuchet MS"/>
                <a:cs typeface="Trebuchet MS"/>
              </a:rPr>
              <a:t>type:</a:t>
            </a:r>
            <a:r>
              <a:rPr lang="en-US" sz="1150" b="1" dirty="0">
                <a:latin typeface="Trebuchet MS"/>
                <a:cs typeface="Trebuchet MS"/>
              </a:rPr>
              <a:t> </a:t>
            </a:r>
            <a:r>
              <a:rPr lang="en-US" sz="1150" spc="114" dirty="0">
                <a:latin typeface="Trebuchet MS"/>
                <a:cs typeface="Trebuchet MS"/>
              </a:rPr>
              <a:t>Dynamic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endParaRPr lang="en-US" sz="1150">
              <a:latin typeface="Trebuchet MS"/>
              <a:cs typeface="Trebuchet MS"/>
            </a:endParaRPr>
          </a:p>
          <a:p>
            <a:pPr marL="362585">
              <a:lnSpc>
                <a:spcPct val="100000"/>
              </a:lnSpc>
              <a:spcBef>
                <a:spcPts val="55"/>
              </a:spcBef>
            </a:pPr>
            <a:r>
              <a:rPr lang="en-US" sz="1150" spc="85" dirty="0">
                <a:latin typeface="Trebuchet MS"/>
                <a:cs typeface="Trebuchet MS"/>
              </a:rPr>
              <a:t>Cloud</a:t>
            </a:r>
            <a:r>
              <a:rPr lang="en-US" sz="1150" spc="-30" dirty="0">
                <a:latin typeface="Trebuchet MS"/>
                <a:cs typeface="Trebuchet MS"/>
              </a:rPr>
              <a:t>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2" name="object 23">
            <a:extLst>
              <a:ext uri="{FF2B5EF4-FFF2-40B4-BE49-F238E27FC236}">
                <a16:creationId xmlns:a16="http://schemas.microsoft.com/office/drawing/2014/main" id="{5C6CAFB0-312F-1D60-74F2-8FD596202E10}"/>
              </a:ext>
            </a:extLst>
          </p:cNvPr>
          <p:cNvSpPr txBox="1"/>
          <p:nvPr/>
        </p:nvSpPr>
        <p:spPr>
          <a:xfrm>
            <a:off x="5092383" y="2095944"/>
            <a:ext cx="2261870" cy="816610"/>
          </a:xfrm>
          <a:prstGeom prst="rect">
            <a:avLst/>
          </a:prstGeom>
        </p:spPr>
        <p:txBody>
          <a:bodyPr vert="horz" wrap="square" lIns="0" tIns="7112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560"/>
              </a:spcBef>
            </a:pPr>
            <a:r>
              <a:rPr lang="en-US" sz="1150" b="1" spc="105" dirty="0">
                <a:latin typeface="Trebuchet MS"/>
                <a:cs typeface="Trebuchet MS"/>
              </a:rPr>
              <a:t>IT</a:t>
            </a:r>
            <a:r>
              <a:rPr lang="en-US" sz="1150" b="1" spc="40" dirty="0">
                <a:latin typeface="Trebuchet MS"/>
                <a:cs typeface="Trebuchet MS"/>
              </a:rPr>
              <a:t> </a:t>
            </a:r>
            <a:r>
              <a:rPr lang="en-US" sz="1150" b="1" spc="175" dirty="0">
                <a:latin typeface="Trebuchet MS"/>
                <a:cs typeface="Trebuchet MS"/>
              </a:rPr>
              <a:t>System</a:t>
            </a:r>
            <a:r>
              <a:rPr lang="en-US" sz="1150" b="1" spc="30" dirty="0">
                <a:latin typeface="Trebuchet MS"/>
                <a:cs typeface="Trebuchet MS"/>
              </a:rPr>
              <a:t> </a:t>
            </a:r>
            <a:r>
              <a:rPr lang="en-US" sz="1150" b="1" spc="140" dirty="0">
                <a:latin typeface="Trebuchet MS"/>
                <a:cs typeface="Trebuchet MS"/>
              </a:rPr>
              <a:t>Administrators</a:t>
            </a:r>
            <a:endParaRPr lang="en-US" sz="1150">
              <a:latin typeface="Trebuchet MS"/>
              <a:cs typeface="Trebuchet MS"/>
            </a:endParaRPr>
          </a:p>
          <a:p>
            <a:pPr marL="12700" marR="5080">
              <a:lnSpc>
                <a:spcPts val="1270"/>
              </a:lnSpc>
              <a:spcBef>
                <a:spcPts val="605"/>
              </a:spcBef>
            </a:pPr>
            <a:r>
              <a:rPr lang="en-US" sz="1150" b="1" spc="160" dirty="0">
                <a:latin typeface="Trebuchet MS"/>
                <a:cs typeface="Trebuchet MS"/>
              </a:rPr>
              <a:t>Membership</a:t>
            </a:r>
            <a:r>
              <a:rPr lang="en-US" sz="1150" b="1" spc="35" dirty="0">
                <a:latin typeface="Trebuchet MS"/>
                <a:cs typeface="Trebuchet MS"/>
              </a:rPr>
              <a:t> </a:t>
            </a:r>
            <a:r>
              <a:rPr lang="en-US" sz="1150" b="1" spc="120" dirty="0">
                <a:latin typeface="Trebuchet MS"/>
                <a:cs typeface="Trebuchet MS"/>
              </a:rPr>
              <a:t>Type:</a:t>
            </a:r>
            <a:r>
              <a:rPr lang="en-US" sz="1150" b="1" spc="60" dirty="0">
                <a:latin typeface="Trebuchet MS"/>
                <a:cs typeface="Trebuchet MS"/>
              </a:rPr>
              <a:t> </a:t>
            </a:r>
            <a:r>
              <a:rPr lang="en-US" sz="1150" spc="110" dirty="0">
                <a:latin typeface="Trebuchet MS"/>
                <a:cs typeface="Trebuchet MS"/>
              </a:rPr>
              <a:t>Dynamic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endParaRPr lang="en-US" sz="1150">
              <a:latin typeface="Trebuchet MS"/>
              <a:cs typeface="Trebuchet MS"/>
            </a:endParaRPr>
          </a:p>
          <a:p>
            <a:pPr marL="417195">
              <a:lnSpc>
                <a:spcPts val="1235"/>
              </a:lnSpc>
            </a:pPr>
            <a:r>
              <a:rPr lang="en-US" sz="1150" spc="85" dirty="0">
                <a:latin typeface="Trebuchet MS"/>
                <a:cs typeface="Trebuchet MS"/>
              </a:rPr>
              <a:t>Cloud</a:t>
            </a:r>
            <a:r>
              <a:rPr lang="en-US" sz="1150" spc="-35" dirty="0">
                <a:latin typeface="Trebuchet MS"/>
                <a:cs typeface="Trebuchet MS"/>
              </a:rPr>
              <a:t>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3" name="object 24">
            <a:extLst>
              <a:ext uri="{FF2B5EF4-FFF2-40B4-BE49-F238E27FC236}">
                <a16:creationId xmlns:a16="http://schemas.microsoft.com/office/drawing/2014/main" id="{BDB4725B-3E2C-6EE5-01AC-C87D7E3B54B5}"/>
              </a:ext>
            </a:extLst>
          </p:cNvPr>
          <p:cNvSpPr txBox="1"/>
          <p:nvPr/>
        </p:nvSpPr>
        <p:spPr>
          <a:xfrm>
            <a:off x="8302942" y="3114993"/>
            <a:ext cx="1743710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39469">
              <a:lnSpc>
                <a:spcPct val="100000"/>
              </a:lnSpc>
              <a:spcBef>
                <a:spcPts val="130"/>
              </a:spcBef>
            </a:pPr>
            <a:r>
              <a:rPr sz="1150" spc="85" dirty="0">
                <a:latin typeface="Trebuchet MS"/>
                <a:cs typeface="Trebuchet MS"/>
              </a:rPr>
              <a:t>Cloud</a:t>
            </a:r>
            <a:r>
              <a:rPr sz="1150" spc="-30" dirty="0">
                <a:latin typeface="Trebuchet MS"/>
                <a:cs typeface="Trebuchet MS"/>
              </a:rPr>
              <a:t> </a:t>
            </a:r>
            <a:r>
              <a:rPr sz="1150" spc="95" dirty="0">
                <a:latin typeface="Trebuchet MS"/>
                <a:cs typeface="Trebuchet MS"/>
              </a:rPr>
              <a:t>user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50" b="1" spc="135" dirty="0">
                <a:latin typeface="Trebuchet MS"/>
                <a:cs typeface="Trebuchet MS"/>
              </a:rPr>
              <a:t>az104-01b-aaduser1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4" name="object 25">
            <a:extLst>
              <a:ext uri="{FF2B5EF4-FFF2-40B4-BE49-F238E27FC236}">
                <a16:creationId xmlns:a16="http://schemas.microsoft.com/office/drawing/2014/main" id="{4834A67E-F42B-59A4-A10C-DF8C10929554}"/>
              </a:ext>
            </a:extLst>
          </p:cNvPr>
          <p:cNvGrpSpPr/>
          <p:nvPr/>
        </p:nvGrpSpPr>
        <p:grpSpPr>
          <a:xfrm>
            <a:off x="5145723" y="3704272"/>
            <a:ext cx="3064510" cy="1308100"/>
            <a:chOff x="5279390" y="3807459"/>
            <a:chExt cx="3064510" cy="1308100"/>
          </a:xfrm>
        </p:grpSpPr>
        <p:sp>
          <p:nvSpPr>
            <p:cNvPr id="36" name="object 26">
              <a:extLst>
                <a:ext uri="{FF2B5EF4-FFF2-40B4-BE49-F238E27FC236}">
                  <a16:creationId xmlns:a16="http://schemas.microsoft.com/office/drawing/2014/main" id="{E3057D34-038E-1860-0D69-BCFCF9D071E1}"/>
                </a:ext>
              </a:extLst>
            </p:cNvPr>
            <p:cNvSpPr/>
            <p:nvPr/>
          </p:nvSpPr>
          <p:spPr>
            <a:xfrm>
              <a:off x="5279390" y="3853179"/>
              <a:ext cx="2967990" cy="1262380"/>
            </a:xfrm>
            <a:custGeom>
              <a:avLst/>
              <a:gdLst/>
              <a:ahLst/>
              <a:cxnLst/>
              <a:rect l="l" t="t" r="r" b="b"/>
              <a:pathLst>
                <a:path w="2967990" h="1262379">
                  <a:moveTo>
                    <a:pt x="0" y="1262380"/>
                  </a:moveTo>
                  <a:lnTo>
                    <a:pt x="45720" y="1242060"/>
                  </a:lnTo>
                </a:path>
                <a:path w="2967990" h="1262379">
                  <a:moveTo>
                    <a:pt x="81280" y="1228090"/>
                  </a:moveTo>
                  <a:lnTo>
                    <a:pt x="127000" y="1207770"/>
                  </a:lnTo>
                </a:path>
                <a:path w="2967990" h="1262379">
                  <a:moveTo>
                    <a:pt x="162560" y="1192530"/>
                  </a:moveTo>
                  <a:lnTo>
                    <a:pt x="208280" y="1173480"/>
                  </a:lnTo>
                </a:path>
                <a:path w="2967990" h="1262379">
                  <a:moveTo>
                    <a:pt x="242570" y="1158240"/>
                  </a:moveTo>
                  <a:lnTo>
                    <a:pt x="289560" y="1139190"/>
                  </a:lnTo>
                </a:path>
                <a:path w="2967990" h="1262379">
                  <a:moveTo>
                    <a:pt x="323850" y="1123950"/>
                  </a:moveTo>
                  <a:lnTo>
                    <a:pt x="370839" y="1104900"/>
                  </a:lnTo>
                </a:path>
                <a:path w="2967990" h="1262379">
                  <a:moveTo>
                    <a:pt x="405130" y="1089660"/>
                  </a:moveTo>
                  <a:lnTo>
                    <a:pt x="452120" y="1069340"/>
                  </a:lnTo>
                </a:path>
                <a:path w="2967990" h="1262379">
                  <a:moveTo>
                    <a:pt x="486410" y="1055370"/>
                  </a:moveTo>
                  <a:lnTo>
                    <a:pt x="533400" y="1035050"/>
                  </a:lnTo>
                </a:path>
                <a:path w="2967990" h="1262379">
                  <a:moveTo>
                    <a:pt x="567689" y="1021080"/>
                  </a:moveTo>
                  <a:lnTo>
                    <a:pt x="614680" y="1000760"/>
                  </a:lnTo>
                </a:path>
                <a:path w="2967990" h="1262379">
                  <a:moveTo>
                    <a:pt x="648970" y="985520"/>
                  </a:moveTo>
                  <a:lnTo>
                    <a:pt x="695960" y="966470"/>
                  </a:lnTo>
                </a:path>
                <a:path w="2967990" h="1262379">
                  <a:moveTo>
                    <a:pt x="730250" y="951230"/>
                  </a:moveTo>
                  <a:lnTo>
                    <a:pt x="775970" y="932180"/>
                  </a:lnTo>
                </a:path>
                <a:path w="2967990" h="1262379">
                  <a:moveTo>
                    <a:pt x="811530" y="916940"/>
                  </a:moveTo>
                  <a:lnTo>
                    <a:pt x="858520" y="897890"/>
                  </a:lnTo>
                </a:path>
                <a:path w="2967990" h="1262379">
                  <a:moveTo>
                    <a:pt x="892810" y="882650"/>
                  </a:moveTo>
                  <a:lnTo>
                    <a:pt x="938530" y="862330"/>
                  </a:lnTo>
                </a:path>
                <a:path w="2967990" h="1262379">
                  <a:moveTo>
                    <a:pt x="974089" y="848360"/>
                  </a:moveTo>
                  <a:lnTo>
                    <a:pt x="1019810" y="828040"/>
                  </a:lnTo>
                </a:path>
                <a:path w="2967990" h="1262379">
                  <a:moveTo>
                    <a:pt x="1055370" y="814070"/>
                  </a:moveTo>
                  <a:lnTo>
                    <a:pt x="1101089" y="793750"/>
                  </a:lnTo>
                </a:path>
                <a:path w="2967990" h="1262379">
                  <a:moveTo>
                    <a:pt x="1136650" y="778510"/>
                  </a:moveTo>
                  <a:lnTo>
                    <a:pt x="1182370" y="759460"/>
                  </a:lnTo>
                </a:path>
                <a:path w="2967990" h="1262379">
                  <a:moveTo>
                    <a:pt x="1216660" y="744220"/>
                  </a:moveTo>
                  <a:lnTo>
                    <a:pt x="1263650" y="725170"/>
                  </a:lnTo>
                </a:path>
                <a:path w="2967990" h="1262379">
                  <a:moveTo>
                    <a:pt x="1297939" y="709930"/>
                  </a:moveTo>
                  <a:lnTo>
                    <a:pt x="1344930" y="690880"/>
                  </a:lnTo>
                </a:path>
                <a:path w="2967990" h="1262379">
                  <a:moveTo>
                    <a:pt x="1379219" y="675640"/>
                  </a:moveTo>
                  <a:lnTo>
                    <a:pt x="1426210" y="655320"/>
                  </a:lnTo>
                </a:path>
                <a:path w="2967990" h="1262379">
                  <a:moveTo>
                    <a:pt x="1460500" y="641350"/>
                  </a:moveTo>
                  <a:lnTo>
                    <a:pt x="1507489" y="621030"/>
                  </a:lnTo>
                </a:path>
                <a:path w="2967990" h="1262379">
                  <a:moveTo>
                    <a:pt x="1541780" y="607060"/>
                  </a:moveTo>
                  <a:lnTo>
                    <a:pt x="1588769" y="586740"/>
                  </a:lnTo>
                </a:path>
                <a:path w="2967990" h="1262379">
                  <a:moveTo>
                    <a:pt x="1623060" y="571500"/>
                  </a:moveTo>
                  <a:lnTo>
                    <a:pt x="1668780" y="552450"/>
                  </a:lnTo>
                </a:path>
                <a:path w="2967990" h="1262379">
                  <a:moveTo>
                    <a:pt x="1704339" y="537210"/>
                  </a:moveTo>
                  <a:lnTo>
                    <a:pt x="1750060" y="518160"/>
                  </a:lnTo>
                </a:path>
                <a:path w="2967990" h="1262379">
                  <a:moveTo>
                    <a:pt x="1785619" y="502920"/>
                  </a:moveTo>
                  <a:lnTo>
                    <a:pt x="1831339" y="483870"/>
                  </a:lnTo>
                </a:path>
                <a:path w="2967990" h="1262379">
                  <a:moveTo>
                    <a:pt x="1866900" y="468630"/>
                  </a:moveTo>
                  <a:lnTo>
                    <a:pt x="1912619" y="448310"/>
                  </a:lnTo>
                </a:path>
                <a:path w="2967990" h="1262379">
                  <a:moveTo>
                    <a:pt x="1948180" y="434340"/>
                  </a:moveTo>
                  <a:lnTo>
                    <a:pt x="1993900" y="414020"/>
                  </a:lnTo>
                </a:path>
                <a:path w="2967990" h="1262379">
                  <a:moveTo>
                    <a:pt x="2029460" y="400050"/>
                  </a:moveTo>
                  <a:lnTo>
                    <a:pt x="2075180" y="379730"/>
                  </a:lnTo>
                </a:path>
                <a:path w="2967990" h="1262379">
                  <a:moveTo>
                    <a:pt x="2109469" y="364490"/>
                  </a:moveTo>
                  <a:lnTo>
                    <a:pt x="2156460" y="345440"/>
                  </a:lnTo>
                </a:path>
                <a:path w="2967990" h="1262379">
                  <a:moveTo>
                    <a:pt x="2190750" y="330200"/>
                  </a:moveTo>
                  <a:lnTo>
                    <a:pt x="2237740" y="311150"/>
                  </a:lnTo>
                </a:path>
                <a:path w="2967990" h="1262379">
                  <a:moveTo>
                    <a:pt x="2272030" y="295910"/>
                  </a:moveTo>
                  <a:lnTo>
                    <a:pt x="2319019" y="276860"/>
                  </a:lnTo>
                </a:path>
                <a:path w="2967990" h="1262379">
                  <a:moveTo>
                    <a:pt x="2353310" y="261620"/>
                  </a:moveTo>
                  <a:lnTo>
                    <a:pt x="2400300" y="241300"/>
                  </a:lnTo>
                </a:path>
                <a:path w="2967990" h="1262379">
                  <a:moveTo>
                    <a:pt x="2434590" y="227330"/>
                  </a:moveTo>
                  <a:lnTo>
                    <a:pt x="2481580" y="207010"/>
                  </a:lnTo>
                </a:path>
                <a:path w="2967990" h="1262379">
                  <a:moveTo>
                    <a:pt x="2515869" y="193040"/>
                  </a:moveTo>
                  <a:lnTo>
                    <a:pt x="2562860" y="172720"/>
                  </a:lnTo>
                </a:path>
                <a:path w="2967990" h="1262379">
                  <a:moveTo>
                    <a:pt x="2597150" y="157480"/>
                  </a:moveTo>
                  <a:lnTo>
                    <a:pt x="2642869" y="138430"/>
                  </a:lnTo>
                </a:path>
                <a:path w="2967990" h="1262379">
                  <a:moveTo>
                    <a:pt x="2678430" y="123190"/>
                  </a:moveTo>
                  <a:lnTo>
                    <a:pt x="2725419" y="104140"/>
                  </a:lnTo>
                </a:path>
                <a:path w="2967990" h="1262379">
                  <a:moveTo>
                    <a:pt x="2759710" y="88900"/>
                  </a:moveTo>
                  <a:lnTo>
                    <a:pt x="2805430" y="69850"/>
                  </a:lnTo>
                </a:path>
                <a:path w="2967990" h="1262379">
                  <a:moveTo>
                    <a:pt x="2840990" y="54610"/>
                  </a:moveTo>
                  <a:lnTo>
                    <a:pt x="2886710" y="34290"/>
                  </a:lnTo>
                </a:path>
                <a:path w="2967990" h="1262379">
                  <a:moveTo>
                    <a:pt x="2922269" y="20320"/>
                  </a:moveTo>
                  <a:lnTo>
                    <a:pt x="2967990" y="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7" name="object 27">
              <a:extLst>
                <a:ext uri="{FF2B5EF4-FFF2-40B4-BE49-F238E27FC236}">
                  <a16:creationId xmlns:a16="http://schemas.microsoft.com/office/drawing/2014/main" id="{7F51BB3B-EB2D-91F3-BB89-097EC3D877C9}"/>
                </a:ext>
              </a:extLst>
            </p:cNvPr>
            <p:cNvSpPr/>
            <p:nvPr/>
          </p:nvSpPr>
          <p:spPr>
            <a:xfrm>
              <a:off x="8260080" y="3807459"/>
              <a:ext cx="83820" cy="69850"/>
            </a:xfrm>
            <a:custGeom>
              <a:avLst/>
              <a:gdLst/>
              <a:ahLst/>
              <a:cxnLst/>
              <a:rect l="l" t="t" r="r" b="b"/>
              <a:pathLst>
                <a:path w="83820" h="69850">
                  <a:moveTo>
                    <a:pt x="0" y="0"/>
                  </a:moveTo>
                  <a:lnTo>
                    <a:pt x="29210" y="69850"/>
                  </a:lnTo>
                  <a:lnTo>
                    <a:pt x="83820" y="5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sp>
        <p:nvSpPr>
          <p:cNvPr id="25" name="object 28">
            <a:extLst>
              <a:ext uri="{FF2B5EF4-FFF2-40B4-BE49-F238E27FC236}">
                <a16:creationId xmlns:a16="http://schemas.microsoft.com/office/drawing/2014/main" id="{AB16FAE0-6BD2-A2A7-B7C0-A4C95DD7A35E}"/>
              </a:ext>
            </a:extLst>
          </p:cNvPr>
          <p:cNvSpPr txBox="1"/>
          <p:nvPr/>
        </p:nvSpPr>
        <p:spPr>
          <a:xfrm>
            <a:off x="1382713" y="1152843"/>
            <a:ext cx="1030605" cy="3860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14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sz="1150" b="1" spc="25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sz="1150" b="1" spc="75" dirty="0">
                <a:solidFill>
                  <a:srgbClr val="003B68"/>
                </a:solidFill>
                <a:latin typeface="Trebuchet MS"/>
                <a:cs typeface="Trebuchet MS"/>
              </a:rPr>
              <a:t>1,</a:t>
            </a:r>
            <a:r>
              <a:rPr sz="1150" b="1" spc="25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sz="1150" b="1" spc="114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40"/>
              </a:spcBef>
            </a:pPr>
            <a:r>
              <a:rPr sz="1150" b="1" spc="145" dirty="0">
                <a:solidFill>
                  <a:srgbClr val="003B68"/>
                </a:solidFill>
                <a:latin typeface="Trebuchet MS"/>
                <a:cs typeface="Trebuchet MS"/>
              </a:rPr>
              <a:t>2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6" name="object 29">
            <a:extLst>
              <a:ext uri="{FF2B5EF4-FFF2-40B4-BE49-F238E27FC236}">
                <a16:creationId xmlns:a16="http://schemas.microsoft.com/office/drawing/2014/main" id="{A23E2563-33C5-EAF5-51B6-931CFAE5E6A3}"/>
              </a:ext>
            </a:extLst>
          </p:cNvPr>
          <p:cNvSpPr txBox="1"/>
          <p:nvPr/>
        </p:nvSpPr>
        <p:spPr>
          <a:xfrm>
            <a:off x="8040052" y="1217612"/>
            <a:ext cx="551815" cy="205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114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sz="1150" b="1" spc="-2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sz="1150" b="1" spc="145" dirty="0">
                <a:solidFill>
                  <a:srgbClr val="003B68"/>
                </a:solidFill>
                <a:latin typeface="Trebuchet MS"/>
                <a:cs typeface="Trebuchet MS"/>
              </a:rPr>
              <a:t>3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27" name="object 30">
            <a:extLst>
              <a:ext uri="{FF2B5EF4-FFF2-40B4-BE49-F238E27FC236}">
                <a16:creationId xmlns:a16="http://schemas.microsoft.com/office/drawing/2014/main" id="{FF82A0AE-3360-692B-1B04-209736CCCE44}"/>
              </a:ext>
            </a:extLst>
          </p:cNvPr>
          <p:cNvGrpSpPr/>
          <p:nvPr/>
        </p:nvGrpSpPr>
        <p:grpSpPr>
          <a:xfrm>
            <a:off x="3081972" y="4343083"/>
            <a:ext cx="791209" cy="795019"/>
            <a:chOff x="3215639" y="4446270"/>
            <a:chExt cx="791209" cy="795019"/>
          </a:xfrm>
        </p:grpSpPr>
        <p:pic>
          <p:nvPicPr>
            <p:cNvPr id="34" name="object 31">
              <a:extLst>
                <a:ext uri="{FF2B5EF4-FFF2-40B4-BE49-F238E27FC236}">
                  <a16:creationId xmlns:a16="http://schemas.microsoft.com/office/drawing/2014/main" id="{E0447201-201D-E4C8-8627-E9CE2F09BFCD}"/>
                </a:ext>
              </a:extLst>
            </p:cNvPr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12209" y="4946650"/>
              <a:ext cx="294639" cy="294639"/>
            </a:xfrm>
            <a:prstGeom prst="rect">
              <a:avLst/>
            </a:prstGeom>
          </p:spPr>
        </p:pic>
        <p:pic>
          <p:nvPicPr>
            <p:cNvPr id="35" name="object 32">
              <a:extLst>
                <a:ext uri="{FF2B5EF4-FFF2-40B4-BE49-F238E27FC236}">
                  <a16:creationId xmlns:a16="http://schemas.microsoft.com/office/drawing/2014/main" id="{15F4A798-9EB5-60A7-9292-94CD456B150D}"/>
                </a:ext>
              </a:extLst>
            </p:cNvPr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15639" y="4446270"/>
              <a:ext cx="294639" cy="294639"/>
            </a:xfrm>
            <a:prstGeom prst="rect">
              <a:avLst/>
            </a:prstGeom>
          </p:spPr>
        </p:pic>
      </p:grpSp>
      <p:sp>
        <p:nvSpPr>
          <p:cNvPr id="28" name="object 33">
            <a:extLst>
              <a:ext uri="{FF2B5EF4-FFF2-40B4-BE49-F238E27FC236}">
                <a16:creationId xmlns:a16="http://schemas.microsoft.com/office/drawing/2014/main" id="{D9D391FD-2B8D-8A52-2303-B06A94366FF9}"/>
              </a:ext>
            </a:extLst>
          </p:cNvPr>
          <p:cNvSpPr txBox="1"/>
          <p:nvPr/>
        </p:nvSpPr>
        <p:spPr>
          <a:xfrm>
            <a:off x="3084512" y="5614353"/>
            <a:ext cx="2129790" cy="38481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150" b="1" spc="45" dirty="0">
                <a:latin typeface="Trebuchet MS"/>
                <a:cs typeface="Trebuchet MS"/>
              </a:rPr>
              <a:t>Job </a:t>
            </a:r>
            <a:r>
              <a:rPr sz="1150" b="1" spc="85" dirty="0">
                <a:latin typeface="Trebuchet MS"/>
                <a:cs typeface="Trebuchet MS"/>
              </a:rPr>
              <a:t>title:</a:t>
            </a:r>
            <a:r>
              <a:rPr sz="1150" b="1" spc="60" dirty="0">
                <a:latin typeface="Trebuchet MS"/>
                <a:cs typeface="Trebuchet MS"/>
              </a:rPr>
              <a:t> </a:t>
            </a:r>
            <a:r>
              <a:rPr sz="1150" spc="95" dirty="0">
                <a:latin typeface="Trebuchet MS"/>
                <a:cs typeface="Trebuchet MS"/>
              </a:rPr>
              <a:t>Lab</a:t>
            </a:r>
            <a:r>
              <a:rPr sz="1150" spc="5" dirty="0">
                <a:latin typeface="Trebuchet MS"/>
                <a:cs typeface="Trebuchet MS"/>
              </a:rPr>
              <a:t> </a:t>
            </a:r>
            <a:r>
              <a:rPr sz="1150" spc="65" dirty="0">
                <a:latin typeface="Trebuchet MS"/>
                <a:cs typeface="Trebuchet MS"/>
              </a:rPr>
              <a:t>Administrator</a:t>
            </a:r>
            <a:endParaRPr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0"/>
              </a:spcBef>
            </a:pPr>
            <a:r>
              <a:rPr sz="1150" b="1" spc="140" dirty="0">
                <a:latin typeface="Trebuchet MS"/>
                <a:cs typeface="Trebuchet MS"/>
              </a:rPr>
              <a:t>Department:</a:t>
            </a:r>
            <a:r>
              <a:rPr sz="1150" b="1" spc="20" dirty="0">
                <a:latin typeface="Trebuchet MS"/>
                <a:cs typeface="Trebuchet MS"/>
              </a:rPr>
              <a:t> </a:t>
            </a:r>
            <a:r>
              <a:rPr sz="1150" spc="40" dirty="0">
                <a:latin typeface="Trebuchet MS"/>
                <a:cs typeface="Trebuchet MS"/>
              </a:rPr>
              <a:t>IT</a:t>
            </a:r>
            <a:endParaRPr sz="1150">
              <a:latin typeface="Trebuchet MS"/>
              <a:cs typeface="Trebuchet MS"/>
            </a:endParaRPr>
          </a:p>
        </p:txBody>
      </p:sp>
      <p:sp>
        <p:nvSpPr>
          <p:cNvPr id="29" name="object 34">
            <a:extLst>
              <a:ext uri="{FF2B5EF4-FFF2-40B4-BE49-F238E27FC236}">
                <a16:creationId xmlns:a16="http://schemas.microsoft.com/office/drawing/2014/main" id="{5FCF03E9-06AD-AD47-A773-6DD1680BF354}"/>
              </a:ext>
            </a:extLst>
          </p:cNvPr>
          <p:cNvSpPr/>
          <p:nvPr/>
        </p:nvSpPr>
        <p:spPr>
          <a:xfrm>
            <a:off x="2939733" y="4731703"/>
            <a:ext cx="2378710" cy="1363980"/>
          </a:xfrm>
          <a:custGeom>
            <a:avLst/>
            <a:gdLst/>
            <a:ahLst/>
            <a:cxnLst/>
            <a:rect l="l" t="t" r="r" b="b"/>
            <a:pathLst>
              <a:path w="2378710" h="1363979">
                <a:moveTo>
                  <a:pt x="0" y="227330"/>
                </a:moveTo>
                <a:lnTo>
                  <a:pt x="1269" y="214630"/>
                </a:lnTo>
                <a:lnTo>
                  <a:pt x="1269" y="203200"/>
                </a:lnTo>
                <a:lnTo>
                  <a:pt x="2539" y="191770"/>
                </a:lnTo>
                <a:lnTo>
                  <a:pt x="5080" y="180340"/>
                </a:lnTo>
                <a:lnTo>
                  <a:pt x="7619" y="168910"/>
                </a:lnTo>
                <a:lnTo>
                  <a:pt x="11430" y="157480"/>
                </a:lnTo>
                <a:lnTo>
                  <a:pt x="15239" y="146050"/>
                </a:lnTo>
                <a:lnTo>
                  <a:pt x="20319" y="134620"/>
                </a:lnTo>
                <a:lnTo>
                  <a:pt x="25400" y="124460"/>
                </a:lnTo>
                <a:lnTo>
                  <a:pt x="30480" y="113030"/>
                </a:lnTo>
                <a:lnTo>
                  <a:pt x="36830" y="102870"/>
                </a:lnTo>
                <a:lnTo>
                  <a:pt x="44450" y="93980"/>
                </a:lnTo>
                <a:lnTo>
                  <a:pt x="50800" y="83820"/>
                </a:lnTo>
                <a:lnTo>
                  <a:pt x="58419" y="74930"/>
                </a:lnTo>
                <a:lnTo>
                  <a:pt x="67310" y="66040"/>
                </a:lnTo>
                <a:lnTo>
                  <a:pt x="74930" y="58420"/>
                </a:lnTo>
                <a:lnTo>
                  <a:pt x="85089" y="50800"/>
                </a:lnTo>
                <a:lnTo>
                  <a:pt x="93980" y="43180"/>
                </a:lnTo>
                <a:lnTo>
                  <a:pt x="104139" y="36830"/>
                </a:lnTo>
                <a:lnTo>
                  <a:pt x="114300" y="30480"/>
                </a:lnTo>
                <a:lnTo>
                  <a:pt x="124460" y="24130"/>
                </a:lnTo>
                <a:lnTo>
                  <a:pt x="134619" y="20320"/>
                </a:lnTo>
                <a:lnTo>
                  <a:pt x="146050" y="15240"/>
                </a:lnTo>
                <a:lnTo>
                  <a:pt x="157480" y="11430"/>
                </a:lnTo>
                <a:lnTo>
                  <a:pt x="203200" y="1270"/>
                </a:lnTo>
                <a:lnTo>
                  <a:pt x="215900" y="0"/>
                </a:lnTo>
                <a:lnTo>
                  <a:pt x="227329" y="0"/>
                </a:lnTo>
                <a:lnTo>
                  <a:pt x="2151379" y="0"/>
                </a:lnTo>
                <a:lnTo>
                  <a:pt x="2164079" y="0"/>
                </a:lnTo>
                <a:lnTo>
                  <a:pt x="2175510" y="1270"/>
                </a:lnTo>
                <a:lnTo>
                  <a:pt x="2221229" y="11430"/>
                </a:lnTo>
                <a:lnTo>
                  <a:pt x="2244090" y="20320"/>
                </a:lnTo>
                <a:lnTo>
                  <a:pt x="2254250" y="24130"/>
                </a:lnTo>
                <a:lnTo>
                  <a:pt x="2294890" y="50800"/>
                </a:lnTo>
                <a:lnTo>
                  <a:pt x="2303779" y="58420"/>
                </a:lnTo>
                <a:lnTo>
                  <a:pt x="2312670" y="66040"/>
                </a:lnTo>
                <a:lnTo>
                  <a:pt x="2320290" y="74930"/>
                </a:lnTo>
                <a:lnTo>
                  <a:pt x="2327910" y="83820"/>
                </a:lnTo>
                <a:lnTo>
                  <a:pt x="2335529" y="93980"/>
                </a:lnTo>
                <a:lnTo>
                  <a:pt x="2341879" y="102870"/>
                </a:lnTo>
                <a:lnTo>
                  <a:pt x="2348229" y="114300"/>
                </a:lnTo>
                <a:lnTo>
                  <a:pt x="2354579" y="124460"/>
                </a:lnTo>
                <a:lnTo>
                  <a:pt x="2358390" y="134620"/>
                </a:lnTo>
                <a:lnTo>
                  <a:pt x="2363470" y="146050"/>
                </a:lnTo>
                <a:lnTo>
                  <a:pt x="2367279" y="157480"/>
                </a:lnTo>
                <a:lnTo>
                  <a:pt x="2371090" y="168910"/>
                </a:lnTo>
                <a:lnTo>
                  <a:pt x="2373629" y="180340"/>
                </a:lnTo>
                <a:lnTo>
                  <a:pt x="2376170" y="191770"/>
                </a:lnTo>
                <a:lnTo>
                  <a:pt x="2377440" y="203200"/>
                </a:lnTo>
                <a:lnTo>
                  <a:pt x="2378710" y="214630"/>
                </a:lnTo>
                <a:lnTo>
                  <a:pt x="2378710" y="227330"/>
                </a:lnTo>
                <a:lnTo>
                  <a:pt x="2378710" y="1136650"/>
                </a:lnTo>
                <a:lnTo>
                  <a:pt x="2378710" y="1148080"/>
                </a:lnTo>
                <a:lnTo>
                  <a:pt x="2377440" y="1160780"/>
                </a:lnTo>
                <a:lnTo>
                  <a:pt x="2376170" y="1172210"/>
                </a:lnTo>
                <a:lnTo>
                  <a:pt x="2373629" y="1183640"/>
                </a:lnTo>
                <a:lnTo>
                  <a:pt x="2371090" y="1195070"/>
                </a:lnTo>
                <a:lnTo>
                  <a:pt x="2367279" y="1206500"/>
                </a:lnTo>
                <a:lnTo>
                  <a:pt x="2363470" y="1217930"/>
                </a:lnTo>
                <a:lnTo>
                  <a:pt x="2359660" y="1229360"/>
                </a:lnTo>
                <a:lnTo>
                  <a:pt x="2354579" y="1239520"/>
                </a:lnTo>
                <a:lnTo>
                  <a:pt x="2348229" y="1249680"/>
                </a:lnTo>
                <a:lnTo>
                  <a:pt x="2341879" y="1259840"/>
                </a:lnTo>
                <a:lnTo>
                  <a:pt x="2335529" y="1270000"/>
                </a:lnTo>
                <a:lnTo>
                  <a:pt x="2327910" y="1280160"/>
                </a:lnTo>
                <a:lnTo>
                  <a:pt x="2320290" y="1289050"/>
                </a:lnTo>
                <a:lnTo>
                  <a:pt x="2312670" y="1297940"/>
                </a:lnTo>
                <a:lnTo>
                  <a:pt x="2303779" y="1305560"/>
                </a:lnTo>
                <a:lnTo>
                  <a:pt x="2294890" y="1313180"/>
                </a:lnTo>
                <a:lnTo>
                  <a:pt x="2284729" y="1320800"/>
                </a:lnTo>
                <a:lnTo>
                  <a:pt x="2275840" y="1327150"/>
                </a:lnTo>
                <a:lnTo>
                  <a:pt x="2265679" y="1333500"/>
                </a:lnTo>
                <a:lnTo>
                  <a:pt x="2255520" y="1338580"/>
                </a:lnTo>
                <a:lnTo>
                  <a:pt x="2244090" y="1343660"/>
                </a:lnTo>
                <a:lnTo>
                  <a:pt x="2233929" y="1348740"/>
                </a:lnTo>
                <a:lnTo>
                  <a:pt x="2222500" y="1352550"/>
                </a:lnTo>
                <a:lnTo>
                  <a:pt x="2211070" y="1356360"/>
                </a:lnTo>
                <a:lnTo>
                  <a:pt x="2199640" y="1358900"/>
                </a:lnTo>
                <a:lnTo>
                  <a:pt x="2188210" y="1361440"/>
                </a:lnTo>
                <a:lnTo>
                  <a:pt x="2175510" y="1362710"/>
                </a:lnTo>
                <a:lnTo>
                  <a:pt x="2164079" y="1363980"/>
                </a:lnTo>
                <a:lnTo>
                  <a:pt x="2151379" y="1363980"/>
                </a:lnTo>
                <a:lnTo>
                  <a:pt x="227329" y="1363980"/>
                </a:lnTo>
                <a:lnTo>
                  <a:pt x="215900" y="1363980"/>
                </a:lnTo>
                <a:lnTo>
                  <a:pt x="203200" y="1362710"/>
                </a:lnTo>
                <a:lnTo>
                  <a:pt x="191770" y="1361440"/>
                </a:lnTo>
                <a:lnTo>
                  <a:pt x="180339" y="1358900"/>
                </a:lnTo>
                <a:lnTo>
                  <a:pt x="168910" y="1356360"/>
                </a:lnTo>
                <a:lnTo>
                  <a:pt x="157480" y="1352550"/>
                </a:lnTo>
                <a:lnTo>
                  <a:pt x="146050" y="1348740"/>
                </a:lnTo>
                <a:lnTo>
                  <a:pt x="135889" y="1344930"/>
                </a:lnTo>
                <a:lnTo>
                  <a:pt x="124460" y="1338580"/>
                </a:lnTo>
                <a:lnTo>
                  <a:pt x="114300" y="1333500"/>
                </a:lnTo>
                <a:lnTo>
                  <a:pt x="104139" y="1327150"/>
                </a:lnTo>
                <a:lnTo>
                  <a:pt x="93980" y="1320800"/>
                </a:lnTo>
                <a:lnTo>
                  <a:pt x="85089" y="1313180"/>
                </a:lnTo>
                <a:lnTo>
                  <a:pt x="74930" y="1305560"/>
                </a:lnTo>
                <a:lnTo>
                  <a:pt x="67310" y="1297940"/>
                </a:lnTo>
                <a:lnTo>
                  <a:pt x="58419" y="1289050"/>
                </a:lnTo>
                <a:lnTo>
                  <a:pt x="50800" y="1280160"/>
                </a:lnTo>
                <a:lnTo>
                  <a:pt x="44450" y="1270000"/>
                </a:lnTo>
                <a:lnTo>
                  <a:pt x="36830" y="1261110"/>
                </a:lnTo>
                <a:lnTo>
                  <a:pt x="30480" y="1250950"/>
                </a:lnTo>
                <a:lnTo>
                  <a:pt x="25400" y="1239520"/>
                </a:lnTo>
                <a:lnTo>
                  <a:pt x="20319" y="1229360"/>
                </a:lnTo>
                <a:lnTo>
                  <a:pt x="15239" y="1217930"/>
                </a:lnTo>
                <a:lnTo>
                  <a:pt x="2539" y="1172210"/>
                </a:lnTo>
                <a:lnTo>
                  <a:pt x="1269" y="1160780"/>
                </a:lnTo>
                <a:lnTo>
                  <a:pt x="1269" y="1149350"/>
                </a:lnTo>
                <a:lnTo>
                  <a:pt x="0" y="1136650"/>
                </a:lnTo>
                <a:lnTo>
                  <a:pt x="0" y="227330"/>
                </a:lnTo>
                <a:close/>
              </a:path>
              <a:path w="2378710" h="1363979">
                <a:moveTo>
                  <a:pt x="0" y="0"/>
                </a:moveTo>
                <a:lnTo>
                  <a:pt x="0" y="0"/>
                </a:lnTo>
              </a:path>
              <a:path w="2378710" h="1363979">
                <a:moveTo>
                  <a:pt x="2378710" y="1363980"/>
                </a:moveTo>
                <a:lnTo>
                  <a:pt x="2378710" y="1363980"/>
                </a:lnTo>
              </a:path>
            </a:pathLst>
          </a:custGeom>
          <a:ln w="9344">
            <a:solidFill>
              <a:srgbClr val="000000"/>
            </a:solidFill>
          </a:ln>
        </p:spPr>
        <p:txBody>
          <a:bodyPr wrap="square" lIns="0" tIns="0" rIns="0" bIns="0" rtlCol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/>
          </a:p>
        </p:txBody>
      </p:sp>
      <p:sp>
        <p:nvSpPr>
          <p:cNvPr id="30" name="object 35">
            <a:extLst>
              <a:ext uri="{FF2B5EF4-FFF2-40B4-BE49-F238E27FC236}">
                <a16:creationId xmlns:a16="http://schemas.microsoft.com/office/drawing/2014/main" id="{153D6571-D796-B6C1-CB0A-CB258C2C5AC8}"/>
              </a:ext>
            </a:extLst>
          </p:cNvPr>
          <p:cNvSpPr txBox="1"/>
          <p:nvPr/>
        </p:nvSpPr>
        <p:spPr>
          <a:xfrm>
            <a:off x="3048953" y="4196524"/>
            <a:ext cx="2226310" cy="1263650"/>
          </a:xfrm>
          <a:prstGeom prst="rect">
            <a:avLst/>
          </a:prstGeom>
        </p:spPr>
        <p:txBody>
          <a:bodyPr vert="horz" wrap="square" lIns="0" tIns="1143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93700" marR="5080">
              <a:lnSpc>
                <a:spcPct val="134100"/>
              </a:lnSpc>
              <a:spcBef>
                <a:spcPts val="90"/>
              </a:spcBef>
            </a:pPr>
            <a:r>
              <a:rPr lang="en-US" sz="1150" b="1" spc="105" dirty="0">
                <a:latin typeface="Trebuchet MS"/>
                <a:cs typeface="Trebuchet MS"/>
              </a:rPr>
              <a:t>IT</a:t>
            </a:r>
            <a:r>
              <a:rPr lang="en-US" sz="1150" b="1" spc="15" dirty="0">
                <a:latin typeface="Trebuchet MS"/>
                <a:cs typeface="Trebuchet MS"/>
              </a:rPr>
              <a:t> </a:t>
            </a:r>
            <a:r>
              <a:rPr lang="en-US" sz="1150" b="1" spc="150" dirty="0">
                <a:latin typeface="Trebuchet MS"/>
                <a:cs typeface="Trebuchet MS"/>
              </a:rPr>
              <a:t>Lab</a:t>
            </a:r>
            <a:r>
              <a:rPr lang="en-US" sz="1150" b="1" spc="15" dirty="0">
                <a:latin typeface="Trebuchet MS"/>
                <a:cs typeface="Trebuchet MS"/>
              </a:rPr>
              <a:t> </a:t>
            </a:r>
            <a:r>
              <a:rPr lang="en-US" sz="1150" b="1" spc="140" dirty="0">
                <a:latin typeface="Trebuchet MS"/>
                <a:cs typeface="Trebuchet MS"/>
              </a:rPr>
              <a:t>Administrators </a:t>
            </a:r>
            <a:r>
              <a:rPr lang="en-US" sz="1150" b="1" spc="160" dirty="0">
                <a:latin typeface="Trebuchet MS"/>
                <a:cs typeface="Trebuchet MS"/>
              </a:rPr>
              <a:t>Membership</a:t>
            </a:r>
            <a:r>
              <a:rPr lang="en-US" sz="1150" b="1" spc="45" dirty="0">
                <a:latin typeface="Trebuchet MS"/>
                <a:cs typeface="Trebuchet MS"/>
              </a:rPr>
              <a:t> </a:t>
            </a:r>
            <a:r>
              <a:rPr lang="en-US" sz="1150" b="1" spc="120" dirty="0">
                <a:latin typeface="Trebuchet MS"/>
                <a:cs typeface="Trebuchet MS"/>
              </a:rPr>
              <a:t>Type:</a:t>
            </a:r>
            <a:endParaRPr lang="en-US" sz="1150" dirty="0">
              <a:latin typeface="Trebuchet MS"/>
              <a:cs typeface="Trebuchet MS"/>
            </a:endParaRPr>
          </a:p>
          <a:p>
            <a:pPr marL="393700">
              <a:lnSpc>
                <a:spcPts val="1270"/>
              </a:lnSpc>
            </a:pPr>
            <a:r>
              <a:rPr lang="en-US" sz="1150" spc="110" dirty="0">
                <a:latin typeface="Trebuchet MS"/>
                <a:cs typeface="Trebuchet MS"/>
              </a:rPr>
              <a:t>Assigned</a:t>
            </a:r>
            <a:endParaRPr lang="en-US" sz="1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  <a:tabLst>
                <a:tab pos="894715" algn="l"/>
              </a:tabLst>
            </a:pPr>
            <a:r>
              <a:rPr lang="en-US" sz="1725" b="1" spc="172" baseline="4830" dirty="0">
                <a:solidFill>
                  <a:srgbClr val="003B68"/>
                </a:solidFill>
                <a:latin typeface="Trebuchet MS"/>
                <a:cs typeface="Trebuchet MS"/>
              </a:rPr>
              <a:t>Task</a:t>
            </a:r>
            <a:r>
              <a:rPr lang="en-US" sz="1725" b="1" spc="89" baseline="4830" dirty="0">
                <a:solidFill>
                  <a:srgbClr val="003B68"/>
                </a:solidFill>
                <a:latin typeface="Trebuchet MS"/>
                <a:cs typeface="Trebuchet MS"/>
              </a:rPr>
              <a:t> </a:t>
            </a:r>
            <a:r>
              <a:rPr lang="en-US" sz="1725" b="1" spc="217" baseline="4830" dirty="0">
                <a:solidFill>
                  <a:srgbClr val="003B68"/>
                </a:solidFill>
                <a:latin typeface="Trebuchet MS"/>
                <a:cs typeface="Trebuchet MS"/>
              </a:rPr>
              <a:t>4	</a:t>
            </a:r>
            <a:r>
              <a:rPr lang="en-US" sz="1150" spc="95" dirty="0">
                <a:latin typeface="Trebuchet MS"/>
                <a:cs typeface="Trebuchet MS"/>
              </a:rPr>
              <a:t>Guest</a:t>
            </a:r>
            <a:r>
              <a:rPr lang="en-US" sz="1150" spc="-20" dirty="0">
                <a:latin typeface="Trebuchet MS"/>
                <a:cs typeface="Trebuchet MS"/>
              </a:rPr>
              <a:t> </a:t>
            </a:r>
            <a:r>
              <a:rPr lang="en-US" sz="1150" spc="95" dirty="0">
                <a:latin typeface="Trebuchet MS"/>
                <a:cs typeface="Trebuchet MS"/>
              </a:rPr>
              <a:t>user</a:t>
            </a:r>
            <a:endParaRPr lang="en-US" sz="11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1100">
              <a:latin typeface="Trebuchet MS"/>
              <a:cs typeface="Trebuchet MS"/>
            </a:endParaRPr>
          </a:p>
          <a:p>
            <a:pPr marL="48260">
              <a:lnSpc>
                <a:spcPct val="100000"/>
              </a:lnSpc>
            </a:pPr>
            <a:r>
              <a:rPr lang="en-US" sz="1150" b="1" spc="135" dirty="0">
                <a:latin typeface="Trebuchet MS"/>
                <a:cs typeface="Trebuchet MS"/>
              </a:rPr>
              <a:t>az104-01b-aaduser1</a:t>
            </a:r>
            <a:endParaRPr sz="1150">
              <a:latin typeface="Trebuchet MS"/>
              <a:cs typeface="Trebuchet MS"/>
            </a:endParaRPr>
          </a:p>
        </p:txBody>
      </p:sp>
      <p:grpSp>
        <p:nvGrpSpPr>
          <p:cNvPr id="31" name="object 36">
            <a:extLst>
              <a:ext uri="{FF2B5EF4-FFF2-40B4-BE49-F238E27FC236}">
                <a16:creationId xmlns:a16="http://schemas.microsoft.com/office/drawing/2014/main" id="{7B8A86EE-5163-CEA1-59E3-66F5C7AD8B2B}"/>
              </a:ext>
            </a:extLst>
          </p:cNvPr>
          <p:cNvGrpSpPr/>
          <p:nvPr/>
        </p:nvGrpSpPr>
        <p:grpSpPr>
          <a:xfrm>
            <a:off x="342582" y="1010603"/>
            <a:ext cx="11521440" cy="5321300"/>
            <a:chOff x="476249" y="1113790"/>
            <a:chExt cx="11521440" cy="5321300"/>
          </a:xfrm>
        </p:grpSpPr>
        <p:sp>
          <p:nvSpPr>
            <p:cNvPr id="32" name="object 37">
              <a:extLst>
                <a:ext uri="{FF2B5EF4-FFF2-40B4-BE49-F238E27FC236}">
                  <a16:creationId xmlns:a16="http://schemas.microsoft.com/office/drawing/2014/main" id="{A840E94F-3BE8-B936-BA77-4C72849A39A2}"/>
                </a:ext>
              </a:extLst>
            </p:cNvPr>
            <p:cNvSpPr/>
            <p:nvPr/>
          </p:nvSpPr>
          <p:spPr>
            <a:xfrm>
              <a:off x="8185149" y="3115309"/>
              <a:ext cx="2378710" cy="1404620"/>
            </a:xfrm>
            <a:custGeom>
              <a:avLst/>
              <a:gdLst/>
              <a:ahLst/>
              <a:cxnLst/>
              <a:rect l="l" t="t" r="r" b="b"/>
              <a:pathLst>
                <a:path w="2378709" h="1404620">
                  <a:moveTo>
                    <a:pt x="0" y="233679"/>
                  </a:moveTo>
                  <a:lnTo>
                    <a:pt x="0" y="220979"/>
                  </a:lnTo>
                  <a:lnTo>
                    <a:pt x="1270" y="209550"/>
                  </a:lnTo>
                  <a:lnTo>
                    <a:pt x="2540" y="196850"/>
                  </a:lnTo>
                  <a:lnTo>
                    <a:pt x="5079" y="185419"/>
                  </a:lnTo>
                  <a:lnTo>
                    <a:pt x="7620" y="172719"/>
                  </a:lnTo>
                  <a:lnTo>
                    <a:pt x="11429" y="161289"/>
                  </a:lnTo>
                  <a:lnTo>
                    <a:pt x="15240" y="149860"/>
                  </a:lnTo>
                  <a:lnTo>
                    <a:pt x="19050" y="138429"/>
                  </a:lnTo>
                  <a:lnTo>
                    <a:pt x="25400" y="127000"/>
                  </a:lnTo>
                  <a:lnTo>
                    <a:pt x="30479" y="116839"/>
                  </a:lnTo>
                  <a:lnTo>
                    <a:pt x="36829" y="106679"/>
                  </a:lnTo>
                  <a:lnTo>
                    <a:pt x="44450" y="96519"/>
                  </a:lnTo>
                  <a:lnTo>
                    <a:pt x="52070" y="86360"/>
                  </a:lnTo>
                  <a:lnTo>
                    <a:pt x="59690" y="77469"/>
                  </a:lnTo>
                  <a:lnTo>
                    <a:pt x="67309" y="68579"/>
                  </a:lnTo>
                  <a:lnTo>
                    <a:pt x="105409" y="38100"/>
                  </a:lnTo>
                  <a:lnTo>
                    <a:pt x="149859" y="15239"/>
                  </a:lnTo>
                  <a:lnTo>
                    <a:pt x="161290" y="11429"/>
                  </a:lnTo>
                  <a:lnTo>
                    <a:pt x="172720" y="7619"/>
                  </a:lnTo>
                  <a:lnTo>
                    <a:pt x="185420" y="5079"/>
                  </a:lnTo>
                  <a:lnTo>
                    <a:pt x="196850" y="2539"/>
                  </a:lnTo>
                  <a:lnTo>
                    <a:pt x="209550" y="1269"/>
                  </a:lnTo>
                  <a:lnTo>
                    <a:pt x="220979" y="0"/>
                  </a:lnTo>
                  <a:lnTo>
                    <a:pt x="233679" y="0"/>
                  </a:lnTo>
                  <a:lnTo>
                    <a:pt x="2143759" y="0"/>
                  </a:lnTo>
                  <a:lnTo>
                    <a:pt x="2156459" y="0"/>
                  </a:lnTo>
                  <a:lnTo>
                    <a:pt x="2167890" y="1269"/>
                  </a:lnTo>
                  <a:lnTo>
                    <a:pt x="2180590" y="2539"/>
                  </a:lnTo>
                  <a:lnTo>
                    <a:pt x="2192020" y="5079"/>
                  </a:lnTo>
                  <a:lnTo>
                    <a:pt x="2204720" y="7619"/>
                  </a:lnTo>
                  <a:lnTo>
                    <a:pt x="2216150" y="11429"/>
                  </a:lnTo>
                  <a:lnTo>
                    <a:pt x="2227579" y="15239"/>
                  </a:lnTo>
                  <a:lnTo>
                    <a:pt x="2239009" y="20319"/>
                  </a:lnTo>
                  <a:lnTo>
                    <a:pt x="2280920" y="44450"/>
                  </a:lnTo>
                  <a:lnTo>
                    <a:pt x="2317750" y="77469"/>
                  </a:lnTo>
                  <a:lnTo>
                    <a:pt x="2346959" y="116839"/>
                  </a:lnTo>
                  <a:lnTo>
                    <a:pt x="2352040" y="127000"/>
                  </a:lnTo>
                  <a:lnTo>
                    <a:pt x="2358390" y="138429"/>
                  </a:lnTo>
                  <a:lnTo>
                    <a:pt x="2362200" y="149860"/>
                  </a:lnTo>
                  <a:lnTo>
                    <a:pt x="2366009" y="161289"/>
                  </a:lnTo>
                  <a:lnTo>
                    <a:pt x="2369820" y="172719"/>
                  </a:lnTo>
                  <a:lnTo>
                    <a:pt x="2372359" y="185419"/>
                  </a:lnTo>
                  <a:lnTo>
                    <a:pt x="2374900" y="196850"/>
                  </a:lnTo>
                  <a:lnTo>
                    <a:pt x="2376170" y="209550"/>
                  </a:lnTo>
                  <a:lnTo>
                    <a:pt x="2377440" y="220979"/>
                  </a:lnTo>
                  <a:lnTo>
                    <a:pt x="2377440" y="233679"/>
                  </a:lnTo>
                  <a:lnTo>
                    <a:pt x="2378709" y="1169670"/>
                  </a:lnTo>
                  <a:lnTo>
                    <a:pt x="2377440" y="1182370"/>
                  </a:lnTo>
                  <a:lnTo>
                    <a:pt x="2377440" y="1195070"/>
                  </a:lnTo>
                  <a:lnTo>
                    <a:pt x="2374900" y="1206500"/>
                  </a:lnTo>
                  <a:lnTo>
                    <a:pt x="2373629" y="1219200"/>
                  </a:lnTo>
                  <a:lnTo>
                    <a:pt x="2369820" y="1230629"/>
                  </a:lnTo>
                  <a:lnTo>
                    <a:pt x="2367279" y="1242059"/>
                  </a:lnTo>
                  <a:lnTo>
                    <a:pt x="2363470" y="1253489"/>
                  </a:lnTo>
                  <a:lnTo>
                    <a:pt x="2358390" y="1264920"/>
                  </a:lnTo>
                  <a:lnTo>
                    <a:pt x="2353309" y="1276350"/>
                  </a:lnTo>
                  <a:lnTo>
                    <a:pt x="2346959" y="1286509"/>
                  </a:lnTo>
                  <a:lnTo>
                    <a:pt x="2340609" y="1297939"/>
                  </a:lnTo>
                  <a:lnTo>
                    <a:pt x="2334259" y="1308100"/>
                  </a:lnTo>
                  <a:lnTo>
                    <a:pt x="2326640" y="1316989"/>
                  </a:lnTo>
                  <a:lnTo>
                    <a:pt x="2317750" y="1327150"/>
                  </a:lnTo>
                  <a:lnTo>
                    <a:pt x="2310129" y="1336039"/>
                  </a:lnTo>
                  <a:lnTo>
                    <a:pt x="2301240" y="1343659"/>
                  </a:lnTo>
                  <a:lnTo>
                    <a:pt x="2291079" y="1352550"/>
                  </a:lnTo>
                  <a:lnTo>
                    <a:pt x="2282190" y="1358900"/>
                  </a:lnTo>
                  <a:lnTo>
                    <a:pt x="2272029" y="1366520"/>
                  </a:lnTo>
                  <a:lnTo>
                    <a:pt x="2261870" y="1372870"/>
                  </a:lnTo>
                  <a:lnTo>
                    <a:pt x="2250440" y="1377950"/>
                  </a:lnTo>
                  <a:lnTo>
                    <a:pt x="2239009" y="1384300"/>
                  </a:lnTo>
                  <a:lnTo>
                    <a:pt x="2227579" y="1388109"/>
                  </a:lnTo>
                  <a:lnTo>
                    <a:pt x="2216150" y="1393189"/>
                  </a:lnTo>
                  <a:lnTo>
                    <a:pt x="2204720" y="1395729"/>
                  </a:lnTo>
                  <a:lnTo>
                    <a:pt x="2193290" y="1399539"/>
                  </a:lnTo>
                  <a:lnTo>
                    <a:pt x="2180590" y="1400809"/>
                  </a:lnTo>
                  <a:lnTo>
                    <a:pt x="2169159" y="1402079"/>
                  </a:lnTo>
                  <a:lnTo>
                    <a:pt x="2156459" y="1403350"/>
                  </a:lnTo>
                  <a:lnTo>
                    <a:pt x="2143759" y="1404620"/>
                  </a:lnTo>
                  <a:lnTo>
                    <a:pt x="233679" y="1404620"/>
                  </a:lnTo>
                  <a:lnTo>
                    <a:pt x="220979" y="1404620"/>
                  </a:lnTo>
                  <a:lnTo>
                    <a:pt x="209550" y="1403350"/>
                  </a:lnTo>
                  <a:lnTo>
                    <a:pt x="196850" y="1402079"/>
                  </a:lnTo>
                  <a:lnTo>
                    <a:pt x="185420" y="1399539"/>
                  </a:lnTo>
                  <a:lnTo>
                    <a:pt x="172720" y="1397000"/>
                  </a:lnTo>
                  <a:lnTo>
                    <a:pt x="161290" y="1393189"/>
                  </a:lnTo>
                  <a:lnTo>
                    <a:pt x="149859" y="1389379"/>
                  </a:lnTo>
                  <a:lnTo>
                    <a:pt x="138429" y="1384300"/>
                  </a:lnTo>
                  <a:lnTo>
                    <a:pt x="127000" y="1379220"/>
                  </a:lnTo>
                  <a:lnTo>
                    <a:pt x="116840" y="1372870"/>
                  </a:lnTo>
                  <a:lnTo>
                    <a:pt x="105409" y="1366520"/>
                  </a:lnTo>
                  <a:lnTo>
                    <a:pt x="67309" y="1336039"/>
                  </a:lnTo>
                  <a:lnTo>
                    <a:pt x="59690" y="1327150"/>
                  </a:lnTo>
                  <a:lnTo>
                    <a:pt x="52070" y="1318259"/>
                  </a:lnTo>
                  <a:lnTo>
                    <a:pt x="44450" y="1308100"/>
                  </a:lnTo>
                  <a:lnTo>
                    <a:pt x="36829" y="1297939"/>
                  </a:lnTo>
                  <a:lnTo>
                    <a:pt x="30479" y="1287779"/>
                  </a:lnTo>
                  <a:lnTo>
                    <a:pt x="25400" y="1276350"/>
                  </a:lnTo>
                  <a:lnTo>
                    <a:pt x="19050" y="1264920"/>
                  </a:lnTo>
                  <a:lnTo>
                    <a:pt x="5079" y="1219200"/>
                  </a:lnTo>
                  <a:lnTo>
                    <a:pt x="1270" y="1195070"/>
                  </a:lnTo>
                  <a:lnTo>
                    <a:pt x="0" y="1182370"/>
                  </a:lnTo>
                  <a:lnTo>
                    <a:pt x="0" y="1170939"/>
                  </a:lnTo>
                  <a:lnTo>
                    <a:pt x="0" y="233679"/>
                  </a:lnTo>
                  <a:close/>
                </a:path>
                <a:path w="2378709" h="1404620">
                  <a:moveTo>
                    <a:pt x="0" y="0"/>
                  </a:moveTo>
                  <a:lnTo>
                    <a:pt x="0" y="0"/>
                  </a:lnTo>
                </a:path>
                <a:path w="2378709" h="1404620">
                  <a:moveTo>
                    <a:pt x="2378709" y="1404620"/>
                  </a:moveTo>
                  <a:lnTo>
                    <a:pt x="2378709" y="1404620"/>
                  </a:lnTo>
                </a:path>
              </a:pathLst>
            </a:custGeom>
            <a:ln w="9344">
              <a:solidFill>
                <a:srgbClr val="000000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  <p:sp>
          <p:nvSpPr>
            <p:cNvPr id="33" name="object 38">
              <a:extLst>
                <a:ext uri="{FF2B5EF4-FFF2-40B4-BE49-F238E27FC236}">
                  <a16:creationId xmlns:a16="http://schemas.microsoft.com/office/drawing/2014/main" id="{277CAF46-9DD8-0DDD-5CAE-9F57DF3C4B5D}"/>
                </a:ext>
              </a:extLst>
            </p:cNvPr>
            <p:cNvSpPr/>
            <p:nvPr/>
          </p:nvSpPr>
          <p:spPr>
            <a:xfrm>
              <a:off x="476249" y="1113790"/>
              <a:ext cx="11521440" cy="5321300"/>
            </a:xfrm>
            <a:custGeom>
              <a:avLst/>
              <a:gdLst/>
              <a:ahLst/>
              <a:cxnLst/>
              <a:rect l="l" t="t" r="r" b="b"/>
              <a:pathLst>
                <a:path w="11521440" h="5321300">
                  <a:moveTo>
                    <a:pt x="5760720" y="5321300"/>
                  </a:moveTo>
                  <a:lnTo>
                    <a:pt x="0" y="5321300"/>
                  </a:lnTo>
                  <a:lnTo>
                    <a:pt x="0" y="0"/>
                  </a:lnTo>
                  <a:lnTo>
                    <a:pt x="11521440" y="0"/>
                  </a:lnTo>
                  <a:lnTo>
                    <a:pt x="11521440" y="5321300"/>
                  </a:lnTo>
                  <a:lnTo>
                    <a:pt x="5760720" y="5321300"/>
                  </a:lnTo>
                  <a:close/>
                </a:path>
              </a:pathLst>
            </a:custGeom>
            <a:ln w="19048">
              <a:solidFill>
                <a:srgbClr val="EAEAEA"/>
              </a:solidFill>
            </a:ln>
          </p:spPr>
          <p:txBody>
            <a:bodyPr wrap="square" lIns="0" tIns="0" rIns="0" bIns="0" rtlCol="0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21885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:lc="http://schemas.openxmlformats.org/drawingml/2006/lockedCanvas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18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DBB2C3AE99211458A6038FEB8B5631F" ma:contentTypeVersion="9" ma:contentTypeDescription="Create a new document." ma:contentTypeScope="" ma:versionID="b9ebc68e19a7842fec8395a5ea20220a">
  <xsd:schema xmlns:xsd="http://www.w3.org/2001/XMLSchema" xmlns:xs="http://www.w3.org/2001/XMLSchema" xmlns:p="http://schemas.microsoft.com/office/2006/metadata/properties" xmlns:ns3="4d3db44d-964f-4211-a895-8f1a5478322d" xmlns:ns4="db905294-2bcd-4ec7-b9aa-c6a9cccb6e8a" targetNamespace="http://schemas.microsoft.com/office/2006/metadata/properties" ma:root="true" ma:fieldsID="f6e5aaea53872bc1f0440c8404292b81" ns3:_="" ns4:_="">
    <xsd:import namespace="4d3db44d-964f-4211-a895-8f1a5478322d"/>
    <xsd:import namespace="db905294-2bcd-4ec7-b9aa-c6a9cccb6e8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3db44d-964f-4211-a895-8f1a5478322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905294-2bcd-4ec7-b9aa-c6a9cccb6e8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d3db44d-964f-4211-a895-8f1a5478322d" xsi:nil="true"/>
  </documentManagement>
</p:properties>
</file>

<file path=customXml/itemProps1.xml><?xml version="1.0" encoding="utf-8"?>
<ds:datastoreItem xmlns:ds="http://schemas.openxmlformats.org/officeDocument/2006/customXml" ds:itemID="{73CB33E6-64A6-4647-B44F-122F5884E1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0B824E-D472-4BE0-8EA1-3077C0E4F88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d3db44d-964f-4211-a895-8f1a5478322d"/>
    <ds:schemaRef ds:uri="db905294-2bcd-4ec7-b9aa-c6a9cccb6e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1F456A6-F102-41F9-832E-F3ACC67F5526}">
  <ds:schemaRefs>
    <ds:schemaRef ds:uri="http://schemas.openxmlformats.org/package/2006/metadata/core-properties"/>
    <ds:schemaRef ds:uri="http://schemas.microsoft.com/office/2006/documentManagement/types"/>
    <ds:schemaRef ds:uri="db905294-2bcd-4ec7-b9aa-c6a9cccb6e8a"/>
    <ds:schemaRef ds:uri="http://purl.org/dc/terms/"/>
    <ds:schemaRef ds:uri="http://purl.org/dc/dcmitype/"/>
    <ds:schemaRef ds:uri="4d3db44d-964f-4211-a895-8f1a5478322d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580</TotalTime>
  <Words>690</Words>
  <Application>Microsoft Office PowerPoint</Application>
  <PresentationFormat>Widescreen</PresentationFormat>
  <Paragraphs>142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Arial MT</vt:lpstr>
      <vt:lpstr>Calibri</vt:lpstr>
      <vt:lpstr>Calibri Light</vt:lpstr>
      <vt:lpstr>Lato</vt:lpstr>
      <vt:lpstr>Proxima Nova</vt:lpstr>
      <vt:lpstr>Times New Roman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Nikunj Singhal</cp:lastModifiedBy>
  <cp:revision>136</cp:revision>
  <dcterms:created xsi:type="dcterms:W3CDTF">2024-07-23T11:56:01Z</dcterms:created>
  <dcterms:modified xsi:type="dcterms:W3CDTF">2024-10-22T15:43:11Z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0x0101009DBB2C3AE99211458A6038FEB8B5631F</vt:lpwstr>
  </property>
</Properties>
</file>