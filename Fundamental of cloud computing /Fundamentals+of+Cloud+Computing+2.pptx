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embeddedFontLst>
    <p:embeddedFont>
      <p:font typeface="Proxima Nova"/>
      <p:regular r:id="rId51"/>
      <p:bold r:id="rId52"/>
      <p:italic r:id="rId53"/>
      <p:boldItalic r:id="rId54"/>
    </p:embeddedFont>
    <p:embeddedFont>
      <p:font typeface="Roboto"/>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roximaNova-regular.fntdata"/><Relationship Id="rId50" Type="http://schemas.openxmlformats.org/officeDocument/2006/relationships/slide" Target="slides/slide45.xml"/><Relationship Id="rId53" Type="http://schemas.openxmlformats.org/officeDocument/2006/relationships/font" Target="fonts/ProximaNova-italic.fntdata"/><Relationship Id="rId52" Type="http://schemas.openxmlformats.org/officeDocument/2006/relationships/font" Target="fonts/ProximaNova-bold.fntdata"/><Relationship Id="rId11" Type="http://schemas.openxmlformats.org/officeDocument/2006/relationships/slide" Target="slides/slide6.xml"/><Relationship Id="rId55" Type="http://schemas.openxmlformats.org/officeDocument/2006/relationships/font" Target="fonts/Roboto-regular.fntdata"/><Relationship Id="rId10" Type="http://schemas.openxmlformats.org/officeDocument/2006/relationships/slide" Target="slides/slide5.xml"/><Relationship Id="rId54" Type="http://schemas.openxmlformats.org/officeDocument/2006/relationships/font" Target="fonts/ProximaNova-boldItalic.fntdata"/><Relationship Id="rId13" Type="http://schemas.openxmlformats.org/officeDocument/2006/relationships/slide" Target="slides/slide8.xml"/><Relationship Id="rId57" Type="http://schemas.openxmlformats.org/officeDocument/2006/relationships/font" Target="fonts/Roboto-italic.fntdata"/><Relationship Id="rId12" Type="http://schemas.openxmlformats.org/officeDocument/2006/relationships/slide" Target="slides/slide7.xml"/><Relationship Id="rId56" Type="http://schemas.openxmlformats.org/officeDocument/2006/relationships/font" Target="fonts/Roboto-bold.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Robo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2e8dac45835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620" name="Google Shape;620;g2e8dac45835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our previous session, we covered an overview of cloud computing concepts, types of cloud services, and the advantages and disadvantages of cloud computing.</a:t>
            </a:r>
            <a:endParaRPr/>
          </a:p>
          <a:p>
            <a:pPr indent="0" lvl="0" marL="0" rtl="0" algn="l">
              <a:spcBef>
                <a:spcPts val="0"/>
              </a:spcBef>
              <a:spcAft>
                <a:spcPts val="0"/>
              </a:spcAft>
              <a:buNone/>
            </a:pPr>
            <a:r>
              <a:rPr lang="en-IN"/>
              <a:t>We used Google Cloud Platform (GCP) to illustrate these concepts and provide practical examples.</a:t>
            </a:r>
            <a:endParaRPr/>
          </a:p>
        </p:txBody>
      </p:sp>
      <p:sp>
        <p:nvSpPr>
          <p:cNvPr id="629" name="Google Shape;62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2e8dac45835_0_12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In today's session, we will take a closer look at Microsoft and use it as a case study to delve deeper into these cloud computing topics.</a:t>
            </a:r>
            <a:endParaRPr/>
          </a:p>
          <a:p>
            <a:pPr indent="0" lvl="0" marL="0" rtl="0" algn="l">
              <a:spcBef>
                <a:spcPts val="0"/>
              </a:spcBef>
              <a:spcAft>
                <a:spcPts val="0"/>
              </a:spcAft>
              <a:buNone/>
            </a:pPr>
            <a:r>
              <a:rPr lang="en-IN"/>
              <a:t>By examining Microsoft Azure, we will explore how another leading cloud provider approaches cloud deployment models, security and compliance, and the future of cloud computing.</a:t>
            </a:r>
            <a:endParaRPr/>
          </a:p>
        </p:txBody>
      </p:sp>
      <p:sp>
        <p:nvSpPr>
          <p:cNvPr id="641" name="Google Shape;641;g2e8dac45835_0_12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2e8dac45835_0_18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3" name="Google Shape;653;g2e8dac45835_0_18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2e8dac45835_0_25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5" name="Google Shape;675;g2e8dac45835_0_25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2e8dac45835_0_31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5" name="Google Shape;685;g2e8dac45835_0_3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2e8ddebcf7c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4" name="Google Shape;694;g2e8ddebcf7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2e8ddebcf7c_0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4" name="Google Shape;704;g2e8ddebcf7c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2e8ddebcf7c_0_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3" name="Google Shape;713;g2e8ddebcf7c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2e8ddebcf7c_0_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 name="Google Shape;722;g2e8ddebcf7c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2e8ddebcf7c_0_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g2e8ddebcf7c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2e8ddebcf7c_0_6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g2e8ddebcf7c_0_6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e8ddebcf7c_0_6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8" name="Google Shape;748;g2e8ddebcf7c_0_6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2e8ddebcf7c_0_6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g2e8ddebcf7c_0_6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e8ddebcf7c_0_7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g2e8ddebcf7c_0_7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e8ddebcf7c_0_7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 name="Google Shape;774;g2e8ddebcf7c_0_7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2e8ddebcf7c_0_7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3" name="Google Shape;783;g2e8ddebcf7c_0_7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2e8ddebcf7c_0_7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3" name="Google Shape;793;g2e8ddebcf7c_0_7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2e8ddebcf7c_0_7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2" name="Google Shape;802;g2e8ddebcf7c_0_7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2e8ddebcf7c_0_7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1" name="Google Shape;811;g2e8ddebcf7c_0_7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e8ddebcf7c_0_7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9" name="Google Shape;819;g2e8ddebcf7c_0_7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2e8ddebcf7c_0_8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1" name="Google Shape;831;g2e8ddebcf7c_0_8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2e8ddebcf7c_0_14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2" name="Google Shape;842;g2e8ddebcf7c_0_14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2e8ddebcf7c_0_14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2" name="Google Shape;852;g2e8ddebcf7c_0_14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2e8ddebcf7c_0_14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0" name="Google Shape;860;g2e8ddebcf7c_0_14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2e8ddebcf7c_0_14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0" name="Google Shape;870;g2e8ddebcf7c_0_14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2e8ddebcf7c_0_14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9" name="Google Shape;879;g2e8ddebcf7c_0_14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2e8ddebcf7c_0_14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0" name="Google Shape;890;g2e8ddebcf7c_0_14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e8ddebcf7c_0_15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8" name="Google Shape;898;g2e8ddebcf7c_0_15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2e8ddebcf7c_0_15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6" name="Google Shape;906;g2e8ddebcf7c_0_15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2e8ddebcf7c_0_15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6" name="Google Shape;916;g2e8ddebcf7c_0_15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2e8ddebcf7c_0_15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5" name="Google Shape;925;g2e8ddebcf7c_0_15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2e8ddebcf7c_0_15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7" name="Google Shape;937;g2e8ddebcf7c_0_15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2e93ad0a75b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8" name="Google Shape;948;g2e93ad0a75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2e93ad0a75b_0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7" name="Google Shape;957;g2e93ad0a75b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2e93ad0a75b_0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7" name="Google Shape;967;g2e93ad0a75b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2e93ad0a75b_0_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5" name="Google Shape;975;g2e93ad0a75b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2e93ad0a75b_0_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4" name="Google Shape;984;g2e93ad0a75b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2e93ad0a75b_0_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2" name="Google Shape;992;g2e93ad0a75b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2e93ad0a75b_0_6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1" name="Google Shape;1001;g2e93ad0a75b_0_6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2e93ad0a75b_0_6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0" name="Google Shape;1010;g2e93ad0a75b_0_6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2e93ad0a75b_0_6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9" name="Google Shape;1019;g2e93ad0a75b_0_6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2e93ad0a75b_0_7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8" name="Google Shape;1028;g2e93ad0a75b_0_7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2e93ad0a75b_0_7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4" name="Google Shape;1034;g2e93ad0a75b_0_7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4.pn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3.png"/><Relationship Id="rId4" Type="http://schemas.openxmlformats.org/officeDocument/2006/relationships/image" Target="../media/image11.png"/><Relationship Id="rId5"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6.png"/><Relationship Id="rId4" Type="http://schemas.openxmlformats.org/officeDocument/2006/relationships/image" Target="../media/image33.png"/><Relationship Id="rId10" Type="http://schemas.openxmlformats.org/officeDocument/2006/relationships/image" Target="../media/image4.png"/><Relationship Id="rId9" Type="http://schemas.openxmlformats.org/officeDocument/2006/relationships/image" Target="../media/image30.png"/><Relationship Id="rId5" Type="http://schemas.openxmlformats.org/officeDocument/2006/relationships/image" Target="../media/image22.png"/><Relationship Id="rId6" Type="http://schemas.openxmlformats.org/officeDocument/2006/relationships/image" Target="../media/image15.png"/><Relationship Id="rId7" Type="http://schemas.openxmlformats.org/officeDocument/2006/relationships/image" Target="../media/image32.png"/><Relationship Id="rId8" Type="http://schemas.openxmlformats.org/officeDocument/2006/relationships/image" Target="../media/image2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24.png"/><Relationship Id="rId4" Type="http://schemas.openxmlformats.org/officeDocument/2006/relationships/image" Target="../media/image20.png"/><Relationship Id="rId11" Type="http://schemas.openxmlformats.org/officeDocument/2006/relationships/image" Target="../media/image25.png"/><Relationship Id="rId10" Type="http://schemas.openxmlformats.org/officeDocument/2006/relationships/image" Target="../media/image28.png"/><Relationship Id="rId12" Type="http://schemas.openxmlformats.org/officeDocument/2006/relationships/image" Target="../media/image4.png"/><Relationship Id="rId9" Type="http://schemas.openxmlformats.org/officeDocument/2006/relationships/image" Target="../media/image27.png"/><Relationship Id="rId5" Type="http://schemas.openxmlformats.org/officeDocument/2006/relationships/image" Target="../media/image34.png"/><Relationship Id="rId6" Type="http://schemas.openxmlformats.org/officeDocument/2006/relationships/image" Target="../media/image31.png"/><Relationship Id="rId7" Type="http://schemas.openxmlformats.org/officeDocument/2006/relationships/image" Target="../media/image26.png"/><Relationship Id="rId8" Type="http://schemas.openxmlformats.org/officeDocument/2006/relationships/image" Target="../media/image3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3.png"/><Relationship Id="rId4" Type="http://schemas.openxmlformats.org/officeDocument/2006/relationships/image" Target="../media/image11.png"/><Relationship Id="rId5"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6.png"/><Relationship Id="rId4" Type="http://schemas.openxmlformats.org/officeDocument/2006/relationships/image" Target="../media/image33.png"/><Relationship Id="rId10" Type="http://schemas.openxmlformats.org/officeDocument/2006/relationships/image" Target="../media/image4.png"/><Relationship Id="rId9" Type="http://schemas.openxmlformats.org/officeDocument/2006/relationships/image" Target="../media/image30.png"/><Relationship Id="rId5" Type="http://schemas.openxmlformats.org/officeDocument/2006/relationships/image" Target="../media/image22.png"/><Relationship Id="rId6" Type="http://schemas.openxmlformats.org/officeDocument/2006/relationships/image" Target="../media/image15.png"/><Relationship Id="rId7" Type="http://schemas.openxmlformats.org/officeDocument/2006/relationships/image" Target="../media/image32.png"/><Relationship Id="rId8" Type="http://schemas.openxmlformats.org/officeDocument/2006/relationships/image" Target="../media/image2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4" name="Shape 14"/>
        <p:cNvGrpSpPr/>
        <p:nvPr/>
      </p:nvGrpSpPr>
      <p:grpSpPr>
        <a:xfrm>
          <a:off x="0" y="0"/>
          <a:ext cx="0" cy="0"/>
          <a:chOff x="0" y="0"/>
          <a:chExt cx="0" cy="0"/>
        </a:xfrm>
      </p:grpSpPr>
      <p:sp>
        <p:nvSpPr>
          <p:cNvPr id="15" name="Google Shape;15;p2"/>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1pPr>
            <a:lvl2pPr lvl="1" marR="0" rtl="0" algn="ctr">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375"/>
              </a:spcBef>
              <a:spcAft>
                <a:spcPts val="0"/>
              </a:spcAft>
              <a:buClr>
                <a:schemeClr val="dk1"/>
              </a:buClr>
              <a:buSzPts val="1350"/>
              <a:buFont typeface="Arial"/>
              <a:buNone/>
              <a:defRPr b="0" i="0" sz="1350" u="none" cap="none" strike="noStrike">
                <a:solidFill>
                  <a:schemeClr val="dk1"/>
                </a:solidFill>
                <a:latin typeface="Calibri"/>
                <a:ea typeface="Calibri"/>
                <a:cs typeface="Calibri"/>
                <a:sym typeface="Calibri"/>
              </a:defRPr>
            </a:lvl3pPr>
            <a:lvl4pPr lvl="3"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17" name="Google Shape;17;p2"/>
          <p:cNvSpPr txBox="1"/>
          <p:nvPr>
            <p:ph idx="10" type="dt"/>
          </p:nvPr>
        </p:nvSpPr>
        <p:spPr>
          <a:xfrm>
            <a:off x="663921" y="4653887"/>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E72D4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616976" y="4012406"/>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rgbClr val="E72D40"/>
                </a:solidFill>
                <a:latin typeface="Proxima Nova"/>
                <a:ea typeface="Proxima Nova"/>
                <a:cs typeface="Proxima Nova"/>
                <a:sym typeface="Proxima Nova"/>
              </a:defRPr>
            </a:lvl1pPr>
            <a:lvl2pPr indent="0" lvl="1" marL="0" algn="r">
              <a:spcBef>
                <a:spcPts val="0"/>
              </a:spcBef>
              <a:buNone/>
              <a:defRPr b="0" i="0" sz="900" u="none" cap="none" strike="noStrike">
                <a:solidFill>
                  <a:srgbClr val="E72D40"/>
                </a:solidFill>
                <a:latin typeface="Proxima Nova"/>
                <a:ea typeface="Proxima Nova"/>
                <a:cs typeface="Proxima Nova"/>
                <a:sym typeface="Proxima Nova"/>
              </a:defRPr>
            </a:lvl2pPr>
            <a:lvl3pPr indent="0" lvl="2" marL="0" algn="r">
              <a:spcBef>
                <a:spcPts val="0"/>
              </a:spcBef>
              <a:buNone/>
              <a:defRPr b="0" i="0" sz="900" u="none" cap="none" strike="noStrike">
                <a:solidFill>
                  <a:srgbClr val="E72D40"/>
                </a:solidFill>
                <a:latin typeface="Proxima Nova"/>
                <a:ea typeface="Proxima Nova"/>
                <a:cs typeface="Proxima Nova"/>
                <a:sym typeface="Proxima Nova"/>
              </a:defRPr>
            </a:lvl3pPr>
            <a:lvl4pPr indent="0" lvl="3" marL="0" algn="r">
              <a:spcBef>
                <a:spcPts val="0"/>
              </a:spcBef>
              <a:buNone/>
              <a:defRPr b="0" i="0" sz="900" u="none" cap="none" strike="noStrike">
                <a:solidFill>
                  <a:srgbClr val="E72D40"/>
                </a:solidFill>
                <a:latin typeface="Proxima Nova"/>
                <a:ea typeface="Proxima Nova"/>
                <a:cs typeface="Proxima Nova"/>
                <a:sym typeface="Proxima Nova"/>
              </a:defRPr>
            </a:lvl4pPr>
            <a:lvl5pPr indent="0" lvl="4" marL="0" algn="r">
              <a:spcBef>
                <a:spcPts val="0"/>
              </a:spcBef>
              <a:buNone/>
              <a:defRPr b="0" i="0" sz="900" u="none" cap="none" strike="noStrike">
                <a:solidFill>
                  <a:srgbClr val="E72D40"/>
                </a:solidFill>
                <a:latin typeface="Proxima Nova"/>
                <a:ea typeface="Proxima Nova"/>
                <a:cs typeface="Proxima Nova"/>
                <a:sym typeface="Proxima Nova"/>
              </a:defRPr>
            </a:lvl5pPr>
            <a:lvl6pPr indent="0" lvl="5" marL="0" algn="r">
              <a:spcBef>
                <a:spcPts val="0"/>
              </a:spcBef>
              <a:buNone/>
              <a:defRPr b="0" i="0" sz="900" u="none" cap="none" strike="noStrike">
                <a:solidFill>
                  <a:srgbClr val="E72D40"/>
                </a:solidFill>
                <a:latin typeface="Proxima Nova"/>
                <a:ea typeface="Proxima Nova"/>
                <a:cs typeface="Proxima Nova"/>
                <a:sym typeface="Proxima Nova"/>
              </a:defRPr>
            </a:lvl6pPr>
            <a:lvl7pPr indent="0" lvl="6" marL="0" algn="r">
              <a:spcBef>
                <a:spcPts val="0"/>
              </a:spcBef>
              <a:buNone/>
              <a:defRPr b="0" i="0" sz="900" u="none" cap="none" strike="noStrike">
                <a:solidFill>
                  <a:srgbClr val="E72D40"/>
                </a:solidFill>
                <a:latin typeface="Proxima Nova"/>
                <a:ea typeface="Proxima Nova"/>
                <a:cs typeface="Proxima Nova"/>
                <a:sym typeface="Proxima Nova"/>
              </a:defRPr>
            </a:lvl7pPr>
            <a:lvl8pPr indent="0" lvl="7" marL="0" algn="r">
              <a:spcBef>
                <a:spcPts val="0"/>
              </a:spcBef>
              <a:buNone/>
              <a:defRPr b="0" i="0" sz="900" u="none" cap="none" strike="noStrike">
                <a:solidFill>
                  <a:srgbClr val="E72D40"/>
                </a:solidFill>
                <a:latin typeface="Proxima Nova"/>
                <a:ea typeface="Proxima Nova"/>
                <a:cs typeface="Proxima Nova"/>
                <a:sym typeface="Proxima Nova"/>
              </a:defRPr>
            </a:lvl8pPr>
            <a:lvl9pPr indent="0" lvl="8" marL="0" algn="r">
              <a:spcBef>
                <a:spcPts val="0"/>
              </a:spcBef>
              <a:buNone/>
              <a:defRPr b="0" i="0" sz="900" u="none" cap="none" strike="noStrike">
                <a:solidFill>
                  <a:srgbClr val="E72D40"/>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9" name="Google Shape;19;p2"/>
          <p:cNvSpPr/>
          <p:nvPr/>
        </p:nvSpPr>
        <p:spPr>
          <a:xfrm>
            <a:off x="0" y="0"/>
            <a:ext cx="9144000" cy="465388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013" u="none" cap="none" strike="noStrike">
              <a:solidFill>
                <a:schemeClr val="lt1"/>
              </a:solidFill>
              <a:latin typeface="Calibri"/>
              <a:ea typeface="Calibri"/>
              <a:cs typeface="Calibri"/>
              <a:sym typeface="Calibri"/>
            </a:endParaRPr>
          </a:p>
        </p:txBody>
      </p:sp>
      <p:pic>
        <p:nvPicPr>
          <p:cNvPr id="20" name="Google Shape;20;p2"/>
          <p:cNvPicPr preferRelativeResize="0"/>
          <p:nvPr/>
        </p:nvPicPr>
        <p:blipFill rotWithShape="1">
          <a:blip r:embed="rId2">
            <a:alphaModFix/>
          </a:blip>
          <a:srcRect b="0" l="0" r="0" t="0"/>
          <a:stretch/>
        </p:blipFill>
        <p:spPr>
          <a:xfrm>
            <a:off x="663922" y="571887"/>
            <a:ext cx="2057400" cy="548993"/>
          </a:xfrm>
          <a:prstGeom prst="rect">
            <a:avLst/>
          </a:prstGeom>
          <a:noFill/>
          <a:ln>
            <a:noFill/>
          </a:ln>
        </p:spPr>
      </p:pic>
    </p:spTree>
  </p:cSld>
  <p:clrMapOvr>
    <a:masterClrMapping/>
  </p:clrMapOvr>
  <p:extLst>
    <p:ext uri="{DCECCB84-F9BA-43D5-87BE-67443E8EF086}">
      <p15:sldGuideLst>
        <p15:guide id="1" pos="397">
          <p15:clr>
            <a:srgbClr val="FBAE40"/>
          </p15:clr>
        </p15:guide>
        <p15:guide id="2" orient="horz" pos="378">
          <p15:clr>
            <a:srgbClr val="FBAE40"/>
          </p15:clr>
        </p15:guide>
        <p15:guide id="3" orient="horz" pos="923">
          <p15:clr>
            <a:srgbClr val="FBAE40"/>
          </p15:clr>
        </p15:guide>
        <p15:guide id="4" orient="horz" pos="1756">
          <p15:clr>
            <a:srgbClr val="FBAE40"/>
          </p15:clr>
        </p15:guide>
        <p15:guide id="5" pos="33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p:cSld name="2_Divider">
    <p:spTree>
      <p:nvGrpSpPr>
        <p:cNvPr id="21" name="Shape 21"/>
        <p:cNvGrpSpPr/>
        <p:nvPr/>
      </p:nvGrpSpPr>
      <p:grpSpPr>
        <a:xfrm>
          <a:off x="0" y="0"/>
          <a:ext cx="0" cy="0"/>
          <a:chOff x="0" y="0"/>
          <a:chExt cx="0" cy="0"/>
        </a:xfrm>
      </p:grpSpPr>
      <p:sp>
        <p:nvSpPr>
          <p:cNvPr id="22" name="Google Shape;22;p3"/>
          <p:cNvSpPr/>
          <p:nvPr>
            <p:ph idx="2" type="pic"/>
          </p:nvPr>
        </p:nvSpPr>
        <p:spPr>
          <a:xfrm>
            <a:off x="0" y="0"/>
            <a:ext cx="9144000" cy="51435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 name="Google Shape;23;p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4" name="Google Shape;24;p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25" name="Google Shape;25;p3"/>
          <p:cNvPicPr preferRelativeResize="0"/>
          <p:nvPr/>
        </p:nvPicPr>
        <p:blipFill rotWithShape="1">
          <a:blip r:embed="rId2">
            <a:alphaModFix/>
          </a:blip>
          <a:srcRect b="0" l="0" r="0" t="0"/>
          <a:stretch/>
        </p:blipFill>
        <p:spPr>
          <a:xfrm>
            <a:off x="628650" y="546100"/>
            <a:ext cx="3259769" cy="4033989"/>
          </a:xfrm>
          <a:prstGeom prst="rect">
            <a:avLst/>
          </a:prstGeom>
          <a:noFill/>
          <a:ln>
            <a:noFill/>
          </a:ln>
        </p:spPr>
      </p:pic>
      <p:sp>
        <p:nvSpPr>
          <p:cNvPr id="26" name="Google Shape;26;p3"/>
          <p:cNvSpPr txBox="1"/>
          <p:nvPr/>
        </p:nvSpPr>
        <p:spPr>
          <a:xfrm>
            <a:off x="971550" y="1260629"/>
            <a:ext cx="2552886" cy="15802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1400"/>
              <a:buFont typeface="Arial"/>
              <a:buNone/>
            </a:pPr>
            <a:r>
              <a:rPr b="0" i="0" lang="en-IN" sz="1400" u="none" cap="none" strike="noStrike">
                <a:solidFill>
                  <a:schemeClr val="lt1"/>
                </a:solidFill>
                <a:latin typeface="Proxima Nova"/>
                <a:ea typeface="Proxima Nova"/>
                <a:cs typeface="Proxima Nova"/>
                <a:sym typeface="Proxima Nova"/>
              </a:rPr>
              <a:t>Edit Master text styles</a:t>
            </a:r>
            <a:endParaRPr b="0" i="0" sz="1800" u="none" cap="none" strike="noStrike">
              <a:solidFill>
                <a:schemeClr val="dk1"/>
              </a:solidFill>
              <a:latin typeface="Calibri"/>
              <a:ea typeface="Calibri"/>
              <a:cs typeface="Calibri"/>
              <a:sym typeface="Calibri"/>
            </a:endParaRPr>
          </a:p>
        </p:txBody>
      </p:sp>
      <p:pic>
        <p:nvPicPr>
          <p:cNvPr id="27" name="Google Shape;27;p3"/>
          <p:cNvPicPr preferRelativeResize="0"/>
          <p:nvPr/>
        </p:nvPicPr>
        <p:blipFill rotWithShape="1">
          <a:blip r:embed="rId2">
            <a:alphaModFix/>
          </a:blip>
          <a:srcRect b="0" l="0" r="0" t="0"/>
          <a:stretch/>
        </p:blipFill>
        <p:spPr>
          <a:xfrm>
            <a:off x="628650" y="546100"/>
            <a:ext cx="3259769" cy="4033989"/>
          </a:xfrm>
          <a:prstGeom prst="rect">
            <a:avLst/>
          </a:prstGeom>
          <a:noFill/>
          <a:ln>
            <a:noFill/>
          </a:ln>
        </p:spPr>
      </p:pic>
      <p:sp>
        <p:nvSpPr>
          <p:cNvPr id="28" name="Google Shape;28;p3"/>
          <p:cNvSpPr txBox="1"/>
          <p:nvPr/>
        </p:nvSpPr>
        <p:spPr>
          <a:xfrm>
            <a:off x="971550" y="1260629"/>
            <a:ext cx="2552886" cy="15802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1400"/>
              <a:buFont typeface="Arial"/>
              <a:buNone/>
            </a:pPr>
            <a:r>
              <a:rPr b="0" i="0" lang="en-IN" sz="1400" u="none" cap="none" strike="noStrike">
                <a:solidFill>
                  <a:schemeClr val="lt1"/>
                </a:solidFill>
                <a:latin typeface="Proxima Nova"/>
                <a:ea typeface="Proxima Nova"/>
                <a:cs typeface="Proxima Nova"/>
                <a:sym typeface="Proxima Nova"/>
              </a:rPr>
              <a:t>Edit Master text styles</a:t>
            </a:r>
            <a:endParaRPr b="0" i="0" sz="1800" u="none" cap="none" strike="noStrike">
              <a:solidFill>
                <a:schemeClr val="dk1"/>
              </a:solidFill>
              <a:latin typeface="Calibri"/>
              <a:ea typeface="Calibri"/>
              <a:cs typeface="Calibri"/>
              <a:sym typeface="Calibri"/>
            </a:endParaRPr>
          </a:p>
        </p:txBody>
      </p:sp>
    </p:spTree>
  </p:cSld>
  <p:clrMapOvr>
    <a:masterClrMapping/>
  </p:clrMapOvr>
  <p:extLst>
    <p:ext uri="{DCECCB84-F9BA-43D5-87BE-67443E8EF086}">
      <p15:sldGuideLst>
        <p15:guide id="1" orient="horz" pos="2890">
          <p15:clr>
            <a:srgbClr val="FBAE40"/>
          </p15:clr>
        </p15:guide>
        <p15:guide id="2" pos="612">
          <p15:clr>
            <a:srgbClr val="FBAE40"/>
          </p15:clr>
        </p15:guide>
        <p15:guide id="3" pos="2222">
          <p15:clr>
            <a:srgbClr val="FBAE40"/>
          </p15:clr>
        </p15:guide>
        <p15:guide id="4" orient="horz" pos="16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Divider">
    <p:spTree>
      <p:nvGrpSpPr>
        <p:cNvPr id="29" name="Shape 29"/>
        <p:cNvGrpSpPr/>
        <p:nvPr/>
      </p:nvGrpSpPr>
      <p:grpSpPr>
        <a:xfrm>
          <a:off x="0" y="0"/>
          <a:ext cx="0" cy="0"/>
          <a:chOff x="0" y="0"/>
          <a:chExt cx="0" cy="0"/>
        </a:xfrm>
      </p:grpSpPr>
      <p:sp>
        <p:nvSpPr>
          <p:cNvPr id="30" name="Google Shape;30;p4"/>
          <p:cNvSpPr/>
          <p:nvPr/>
        </p:nvSpPr>
        <p:spPr>
          <a:xfrm>
            <a:off x="-431" y="0"/>
            <a:ext cx="9144000" cy="5143500"/>
          </a:xfrm>
          <a:prstGeom prst="rect">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 name="Google Shape;31;p4"/>
          <p:cNvSpPr txBox="1"/>
          <p:nvPr>
            <p:ph type="title"/>
          </p:nvPr>
        </p:nvSpPr>
        <p:spPr>
          <a:xfrm>
            <a:off x="630238" y="544498"/>
            <a:ext cx="5990568" cy="56240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3028950" y="4767263"/>
            <a:ext cx="30861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chemeClr val="lt1"/>
                </a:solidFill>
                <a:latin typeface="Proxima Nova"/>
                <a:ea typeface="Proxima Nova"/>
                <a:cs typeface="Proxima Nova"/>
                <a:sym typeface="Proxima Nova"/>
              </a:defRPr>
            </a:lvl1pPr>
            <a:lvl2pPr indent="0" lvl="1" marL="0" algn="r">
              <a:spcBef>
                <a:spcPts val="0"/>
              </a:spcBef>
              <a:buNone/>
              <a:defRPr b="0" i="0" sz="900" u="none" cap="none" strike="noStrike">
                <a:solidFill>
                  <a:schemeClr val="lt1"/>
                </a:solidFill>
                <a:latin typeface="Proxima Nova"/>
                <a:ea typeface="Proxima Nova"/>
                <a:cs typeface="Proxima Nova"/>
                <a:sym typeface="Proxima Nova"/>
              </a:defRPr>
            </a:lvl2pPr>
            <a:lvl3pPr indent="0" lvl="2" marL="0" algn="r">
              <a:spcBef>
                <a:spcPts val="0"/>
              </a:spcBef>
              <a:buNone/>
              <a:defRPr b="0" i="0" sz="900" u="none" cap="none" strike="noStrike">
                <a:solidFill>
                  <a:schemeClr val="lt1"/>
                </a:solidFill>
                <a:latin typeface="Proxima Nova"/>
                <a:ea typeface="Proxima Nova"/>
                <a:cs typeface="Proxima Nova"/>
                <a:sym typeface="Proxima Nova"/>
              </a:defRPr>
            </a:lvl3pPr>
            <a:lvl4pPr indent="0" lvl="3" marL="0" algn="r">
              <a:spcBef>
                <a:spcPts val="0"/>
              </a:spcBef>
              <a:buNone/>
              <a:defRPr b="0" i="0" sz="900" u="none" cap="none" strike="noStrike">
                <a:solidFill>
                  <a:schemeClr val="lt1"/>
                </a:solidFill>
                <a:latin typeface="Proxima Nova"/>
                <a:ea typeface="Proxima Nova"/>
                <a:cs typeface="Proxima Nova"/>
                <a:sym typeface="Proxima Nova"/>
              </a:defRPr>
            </a:lvl4pPr>
            <a:lvl5pPr indent="0" lvl="4" marL="0" algn="r">
              <a:spcBef>
                <a:spcPts val="0"/>
              </a:spcBef>
              <a:buNone/>
              <a:defRPr b="0" i="0" sz="900" u="none" cap="none" strike="noStrike">
                <a:solidFill>
                  <a:schemeClr val="lt1"/>
                </a:solidFill>
                <a:latin typeface="Proxima Nova"/>
                <a:ea typeface="Proxima Nova"/>
                <a:cs typeface="Proxima Nova"/>
                <a:sym typeface="Proxima Nova"/>
              </a:defRPr>
            </a:lvl5pPr>
            <a:lvl6pPr indent="0" lvl="5" marL="0" algn="r">
              <a:spcBef>
                <a:spcPts val="0"/>
              </a:spcBef>
              <a:buNone/>
              <a:defRPr b="0" i="0" sz="900" u="none" cap="none" strike="noStrike">
                <a:solidFill>
                  <a:schemeClr val="lt1"/>
                </a:solidFill>
                <a:latin typeface="Proxima Nova"/>
                <a:ea typeface="Proxima Nova"/>
                <a:cs typeface="Proxima Nova"/>
                <a:sym typeface="Proxima Nova"/>
              </a:defRPr>
            </a:lvl6pPr>
            <a:lvl7pPr indent="0" lvl="6" marL="0" algn="r">
              <a:spcBef>
                <a:spcPts val="0"/>
              </a:spcBef>
              <a:buNone/>
              <a:defRPr b="0" i="0" sz="900" u="none" cap="none" strike="noStrike">
                <a:solidFill>
                  <a:schemeClr val="lt1"/>
                </a:solidFill>
                <a:latin typeface="Proxima Nova"/>
                <a:ea typeface="Proxima Nova"/>
                <a:cs typeface="Proxima Nova"/>
                <a:sym typeface="Proxima Nova"/>
              </a:defRPr>
            </a:lvl7pPr>
            <a:lvl8pPr indent="0" lvl="7" marL="0" algn="r">
              <a:spcBef>
                <a:spcPts val="0"/>
              </a:spcBef>
              <a:buNone/>
              <a:defRPr b="0" i="0" sz="900" u="none" cap="none" strike="noStrike">
                <a:solidFill>
                  <a:schemeClr val="lt1"/>
                </a:solidFill>
                <a:latin typeface="Proxima Nova"/>
                <a:ea typeface="Proxima Nova"/>
                <a:cs typeface="Proxima Nova"/>
                <a:sym typeface="Proxima Nova"/>
              </a:defRPr>
            </a:lvl8pPr>
            <a:lvl9pPr indent="0" lvl="8" marL="0" algn="r">
              <a:spcBef>
                <a:spcPts val="0"/>
              </a:spcBef>
              <a:buNone/>
              <a:defRPr b="0" i="0" sz="9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35" name="Google Shape;35;p4"/>
          <p:cNvPicPr preferRelativeResize="0"/>
          <p:nvPr/>
        </p:nvPicPr>
        <p:blipFill rotWithShape="1">
          <a:blip r:embed="rId2">
            <a:alphaModFix/>
          </a:blip>
          <a:srcRect b="0" l="0" r="0" t="0"/>
          <a:stretch/>
        </p:blipFill>
        <p:spPr>
          <a:xfrm>
            <a:off x="7611920" y="303610"/>
            <a:ext cx="909780" cy="242888"/>
          </a:xfrm>
          <a:prstGeom prst="rect">
            <a:avLst/>
          </a:prstGeom>
          <a:noFill/>
          <a:ln>
            <a:noFill/>
          </a:ln>
        </p:spPr>
      </p:pic>
      <p:sp>
        <p:nvSpPr>
          <p:cNvPr id="36" name="Google Shape;36;p4"/>
          <p:cNvSpPr/>
          <p:nvPr/>
        </p:nvSpPr>
        <p:spPr>
          <a:xfrm>
            <a:off x="0" y="0"/>
            <a:ext cx="9144000" cy="5143500"/>
          </a:xfrm>
          <a:prstGeom prst="rect">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37" name="Google Shape;37;p4"/>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2 Line Title, Infographics and Caption">
  <p:cSld name="2_2 Line Title, Infographics and Caption">
    <p:spTree>
      <p:nvGrpSpPr>
        <p:cNvPr id="38" name="Shape 38"/>
        <p:cNvGrpSpPr/>
        <p:nvPr/>
      </p:nvGrpSpPr>
      <p:grpSpPr>
        <a:xfrm>
          <a:off x="0" y="0"/>
          <a:ext cx="0" cy="0"/>
          <a:chOff x="0" y="0"/>
          <a:chExt cx="0" cy="0"/>
        </a:xfrm>
      </p:grpSpPr>
      <p:sp>
        <p:nvSpPr>
          <p:cNvPr id="39" name="Google Shape;39;p5"/>
          <p:cNvSpPr/>
          <p:nvPr/>
        </p:nvSpPr>
        <p:spPr>
          <a:xfrm>
            <a:off x="-1" y="600076"/>
            <a:ext cx="9144001" cy="454342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0" name="Google Shape;40;p5"/>
          <p:cNvSpPr/>
          <p:nvPr/>
        </p:nvSpPr>
        <p:spPr>
          <a:xfrm>
            <a:off x="-3" y="-20049"/>
            <a:ext cx="9144001" cy="5143500"/>
          </a:xfrm>
          <a:prstGeom prst="rect">
            <a:avLst/>
          </a:prstGeom>
          <a:blipFill rotWithShape="1">
            <a:blip r:embed="rId2">
              <a:alphaModFix amt="17000"/>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1" name="Google Shape;41;p5"/>
          <p:cNvSpPr/>
          <p:nvPr>
            <p:ph idx="2" type="pic"/>
          </p:nvPr>
        </p:nvSpPr>
        <p:spPr>
          <a:xfrm>
            <a:off x="-2" y="-12112"/>
            <a:ext cx="9144002" cy="51476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2" name="Google Shape;42;p5"/>
          <p:cNvSpPr/>
          <p:nvPr>
            <p:ph idx="3" type="pic"/>
          </p:nvPr>
        </p:nvSpPr>
        <p:spPr>
          <a:xfrm>
            <a:off x="10220734" y="-3856910"/>
            <a:ext cx="9144001" cy="51476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3" name="Google Shape;43;p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45" name="Google Shape;45;p5"/>
          <p:cNvSpPr txBox="1"/>
          <p:nvPr>
            <p:ph idx="1" type="body"/>
          </p:nvPr>
        </p:nvSpPr>
        <p:spPr>
          <a:xfrm>
            <a:off x="3213848" y="3489722"/>
            <a:ext cx="5355081" cy="837009"/>
          </a:xfrm>
          <a:prstGeom prst="rect">
            <a:avLst/>
          </a:prstGeom>
          <a:noFill/>
          <a:ln>
            <a:noFill/>
          </a:ln>
        </p:spPr>
        <p:txBody>
          <a:bodyPr anchorCtr="0" anchor="t" bIns="45700" lIns="91425" spcFirstLastPara="1" rIns="91425" wrap="square" tIns="45700">
            <a:noAutofit/>
          </a:bodyPr>
          <a:lstStyle>
            <a:lvl1pPr indent="-304800" lvl="0" marL="457200" marR="0" rtl="0" algn="l">
              <a:lnSpc>
                <a:spcPct val="90000"/>
              </a:lnSpc>
              <a:spcBef>
                <a:spcPts val="750"/>
              </a:spcBef>
              <a:spcAft>
                <a:spcPts val="0"/>
              </a:spcAft>
              <a:buClr>
                <a:schemeClr val="dk1"/>
              </a:buClr>
              <a:buSzPts val="1200"/>
              <a:buFont typeface="Arial"/>
              <a:buChar char="•"/>
              <a:defRPr b="0" i="0" sz="12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46" name="Google Shape;46;p5"/>
          <p:cNvPicPr preferRelativeResize="0"/>
          <p:nvPr/>
        </p:nvPicPr>
        <p:blipFill rotWithShape="1">
          <a:blip r:embed="rId3">
            <a:alphaModFix/>
          </a:blip>
          <a:srcRect b="0" l="0" r="0" t="0"/>
          <a:stretch/>
        </p:blipFill>
        <p:spPr>
          <a:xfrm>
            <a:off x="3213847" y="2234762"/>
            <a:ext cx="5373512" cy="1110800"/>
          </a:xfrm>
          <a:prstGeom prst="rect">
            <a:avLst/>
          </a:prstGeom>
          <a:noFill/>
          <a:ln>
            <a:noFill/>
          </a:ln>
        </p:spPr>
      </p:pic>
      <p:sp>
        <p:nvSpPr>
          <p:cNvPr id="47" name="Google Shape;47;p5"/>
          <p:cNvSpPr txBox="1"/>
          <p:nvPr/>
        </p:nvSpPr>
        <p:spPr>
          <a:xfrm>
            <a:off x="642167" y="610235"/>
            <a:ext cx="5493203" cy="864394"/>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5333F"/>
              </a:buClr>
              <a:buSzPts val="3600"/>
              <a:buFont typeface="Arial"/>
              <a:buNone/>
            </a:pPr>
            <a:r>
              <a:rPr b="0" lang="en-IN" sz="3600">
                <a:solidFill>
                  <a:srgbClr val="F5333F"/>
                </a:solidFill>
                <a:latin typeface="Arial"/>
                <a:ea typeface="Arial"/>
                <a:cs typeface="Arial"/>
                <a:sym typeface="Arial"/>
              </a:rPr>
              <a:t>Click to add Title</a:t>
            </a:r>
            <a:endParaRPr b="0" sz="3600">
              <a:solidFill>
                <a:srgbClr val="F5333F"/>
              </a:solidFill>
              <a:latin typeface="Arial"/>
              <a:ea typeface="Arial"/>
              <a:cs typeface="Arial"/>
              <a:sym typeface="Arial"/>
            </a:endParaRPr>
          </a:p>
        </p:txBody>
      </p:sp>
      <p:sp>
        <p:nvSpPr>
          <p:cNvPr id="48" name="Google Shape;48;p5"/>
          <p:cNvSpPr/>
          <p:nvPr/>
        </p:nvSpPr>
        <p:spPr>
          <a:xfrm>
            <a:off x="11718595" y="3690308"/>
            <a:ext cx="870" cy="1071"/>
          </a:xfrm>
          <a:custGeom>
            <a:rect b="b" l="l" r="r" t="t"/>
            <a:pathLst>
              <a:path extrusionOk="0" h="1071" w="870">
                <a:moveTo>
                  <a:pt x="0" y="0"/>
                </a:moveTo>
                <a:lnTo>
                  <a:pt x="870" y="0"/>
                </a:lnTo>
                <a:lnTo>
                  <a:pt x="870" y="1071"/>
                </a:lnTo>
                <a:lnTo>
                  <a:pt x="0" y="0"/>
                </a:lnTo>
                <a:close/>
              </a:path>
            </a:pathLst>
          </a:cu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extLst>
    <p:ext uri="{DCECCB84-F9BA-43D5-87BE-67443E8EF086}">
      <p15:sldGuideLst>
        <p15:guide id="1" orient="horz" pos="378">
          <p15:clr>
            <a:srgbClr val="FBAE40"/>
          </p15:clr>
        </p15:guide>
        <p15:guide id="2" orient="horz" pos="2731">
          <p15:clr>
            <a:srgbClr val="FBAE40"/>
          </p15:clr>
        </p15:guide>
        <p15:guide id="3" orient="horz" pos="219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2 Line Title and Content">
  <p:cSld name="1_2 Line Title and Content">
    <p:spTree>
      <p:nvGrpSpPr>
        <p:cNvPr id="49" name="Shape 49"/>
        <p:cNvGrpSpPr/>
        <p:nvPr/>
      </p:nvGrpSpPr>
      <p:grpSpPr>
        <a:xfrm>
          <a:off x="0" y="0"/>
          <a:ext cx="0" cy="0"/>
          <a:chOff x="0" y="0"/>
          <a:chExt cx="0" cy="0"/>
        </a:xfrm>
      </p:grpSpPr>
      <p:sp>
        <p:nvSpPr>
          <p:cNvPr id="50" name="Google Shape;50;p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52" name="Google Shape;52;p6"/>
          <p:cNvSpPr txBox="1"/>
          <p:nvPr>
            <p:ph idx="1" type="body"/>
          </p:nvPr>
        </p:nvSpPr>
        <p:spPr>
          <a:xfrm>
            <a:off x="3303588" y="1816100"/>
            <a:ext cx="5265737" cy="261937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3" name="Google Shape;53;p6"/>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54" name="Google Shape;54;p6"/>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5" name="Google Shape;55;p6"/>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pos="397">
          <p15:clr>
            <a:srgbClr val="FBAE40"/>
          </p15:clr>
        </p15:guide>
        <p15:guide id="2" orient="horz" pos="378">
          <p15:clr>
            <a:srgbClr val="FBAE40"/>
          </p15:clr>
        </p15:guide>
        <p15:guide id="3" orient="horz" pos="923">
          <p15:clr>
            <a:srgbClr val="FBAE40"/>
          </p15:clr>
        </p15:guide>
        <p15:guide id="4" orient="horz" pos="2794">
          <p15:clr>
            <a:srgbClr val="FBAE40"/>
          </p15:clr>
        </p15:guide>
        <p15:guide id="5" pos="2081">
          <p15:clr>
            <a:srgbClr val="FBAE40"/>
          </p15:clr>
        </p15:guide>
        <p15:guide id="6" orient="horz" pos="11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icture and caption">
  <p:cSld name="Title, picture and caption">
    <p:spTree>
      <p:nvGrpSpPr>
        <p:cNvPr id="56" name="Shape 56"/>
        <p:cNvGrpSpPr/>
        <p:nvPr/>
      </p:nvGrpSpPr>
      <p:grpSpPr>
        <a:xfrm>
          <a:off x="0" y="0"/>
          <a:ext cx="0" cy="0"/>
          <a:chOff x="0" y="0"/>
          <a:chExt cx="0" cy="0"/>
        </a:xfrm>
      </p:grpSpPr>
      <p:sp>
        <p:nvSpPr>
          <p:cNvPr id="57" name="Google Shape;57;p7"/>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58" name="Google Shape;58;p7"/>
          <p:cNvSpPr/>
          <p:nvPr>
            <p:ph idx="2" type="pic"/>
          </p:nvPr>
        </p:nvSpPr>
        <p:spPr>
          <a:xfrm>
            <a:off x="4136817" y="1681163"/>
            <a:ext cx="4535267" cy="28254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9" name="Google Shape;59;p7"/>
          <p:cNvSpPr txBox="1"/>
          <p:nvPr>
            <p:ph idx="1" type="body"/>
          </p:nvPr>
        </p:nvSpPr>
        <p:spPr>
          <a:xfrm>
            <a:off x="648274" y="1681163"/>
            <a:ext cx="3140075" cy="282547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0" name="Google Shape;60;p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62" name="Google Shape;62;p7"/>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
        <p:nvSpPr>
          <p:cNvPr id="63" name="Google Shape;63;p7"/>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378">
          <p15:clr>
            <a:srgbClr val="FBAE40"/>
          </p15:clr>
        </p15:guide>
        <p15:guide id="2" orient="horz" pos="1053">
          <p15:clr>
            <a:srgbClr val="FBAE40"/>
          </p15:clr>
        </p15:guide>
        <p15:guide id="3" orient="horz" pos="2845">
          <p15:clr>
            <a:srgbClr val="FBAE40"/>
          </p15:clr>
        </p15:guide>
        <p15:guide id="4" pos="3254">
          <p15:clr>
            <a:srgbClr val="FBAE40"/>
          </p15:clr>
        </p15:guide>
        <p15:guide id="5" pos="339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spTree>
      <p:nvGrpSpPr>
        <p:cNvPr id="64" name="Shape 64"/>
        <p:cNvGrpSpPr/>
        <p:nvPr/>
      </p:nvGrpSpPr>
      <p:grpSpPr>
        <a:xfrm>
          <a:off x="0" y="0"/>
          <a:ext cx="0" cy="0"/>
          <a:chOff x="0" y="0"/>
          <a:chExt cx="0" cy="0"/>
        </a:xfrm>
      </p:grpSpPr>
      <p:sp>
        <p:nvSpPr>
          <p:cNvPr id="65" name="Google Shape;65;p8"/>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66" name="Google Shape;66;p8"/>
          <p:cNvSpPr txBox="1"/>
          <p:nvPr>
            <p:ph type="title"/>
          </p:nvPr>
        </p:nvSpPr>
        <p:spPr>
          <a:xfrm>
            <a:off x="629841" y="616199"/>
            <a:ext cx="3612150" cy="43467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8"/>
          <p:cNvSpPr/>
          <p:nvPr/>
        </p:nvSpPr>
        <p:spPr>
          <a:xfrm>
            <a:off x="591700" y="1822542"/>
            <a:ext cx="1836663" cy="184302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68" name="Google Shape;68;p8"/>
          <p:cNvSpPr/>
          <p:nvPr/>
        </p:nvSpPr>
        <p:spPr>
          <a:xfrm>
            <a:off x="2586608" y="1819788"/>
            <a:ext cx="1818181" cy="184302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69" name="Google Shape;69;p8"/>
          <p:cNvSpPr/>
          <p:nvPr/>
        </p:nvSpPr>
        <p:spPr>
          <a:xfrm>
            <a:off x="6603923" y="1808792"/>
            <a:ext cx="1868349" cy="184302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70" name="Google Shape;70;p8"/>
          <p:cNvSpPr/>
          <p:nvPr/>
        </p:nvSpPr>
        <p:spPr>
          <a:xfrm>
            <a:off x="4604246" y="1819788"/>
            <a:ext cx="1843021" cy="184302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71" name="Google Shape;71;p8"/>
          <p:cNvSpPr/>
          <p:nvPr/>
        </p:nvSpPr>
        <p:spPr>
          <a:xfrm>
            <a:off x="673283" y="1950244"/>
            <a:ext cx="263289" cy="263289"/>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72" name="Google Shape;72;p8"/>
          <p:cNvSpPr/>
          <p:nvPr/>
        </p:nvSpPr>
        <p:spPr>
          <a:xfrm>
            <a:off x="6777923" y="1956818"/>
            <a:ext cx="263289" cy="263289"/>
          </a:xfrm>
          <a:prstGeom prst="ellipse">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73" name="Google Shape;73;p8"/>
          <p:cNvSpPr/>
          <p:nvPr/>
        </p:nvSpPr>
        <p:spPr>
          <a:xfrm>
            <a:off x="4719917" y="1957683"/>
            <a:ext cx="263289" cy="263289"/>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pic>
        <p:nvPicPr>
          <p:cNvPr id="74" name="Google Shape;74;p8"/>
          <p:cNvPicPr preferRelativeResize="0"/>
          <p:nvPr/>
        </p:nvPicPr>
        <p:blipFill rotWithShape="1">
          <a:blip r:embed="rId2">
            <a:alphaModFix/>
          </a:blip>
          <a:srcRect b="0" l="0" r="0" t="0"/>
          <a:stretch/>
        </p:blipFill>
        <p:spPr>
          <a:xfrm>
            <a:off x="755392" y="2035413"/>
            <a:ext cx="103152" cy="94468"/>
          </a:xfrm>
          <a:prstGeom prst="rect">
            <a:avLst/>
          </a:prstGeom>
          <a:noFill/>
          <a:ln>
            <a:noFill/>
          </a:ln>
        </p:spPr>
      </p:pic>
      <p:sp>
        <p:nvSpPr>
          <p:cNvPr id="75" name="Google Shape;75;p8"/>
          <p:cNvSpPr/>
          <p:nvPr/>
        </p:nvSpPr>
        <p:spPr>
          <a:xfrm>
            <a:off x="2681861" y="1946687"/>
            <a:ext cx="263289" cy="263289"/>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pic>
        <p:nvPicPr>
          <p:cNvPr id="76" name="Google Shape;76;p8"/>
          <p:cNvPicPr preferRelativeResize="0"/>
          <p:nvPr/>
        </p:nvPicPr>
        <p:blipFill rotWithShape="1">
          <a:blip r:embed="rId2">
            <a:alphaModFix/>
          </a:blip>
          <a:srcRect b="0" l="0" r="0" t="0"/>
          <a:stretch/>
        </p:blipFill>
        <p:spPr>
          <a:xfrm>
            <a:off x="2763970" y="2028697"/>
            <a:ext cx="103152" cy="94468"/>
          </a:xfrm>
          <a:prstGeom prst="rect">
            <a:avLst/>
          </a:prstGeom>
          <a:noFill/>
          <a:ln>
            <a:noFill/>
          </a:ln>
        </p:spPr>
      </p:pic>
      <p:pic>
        <p:nvPicPr>
          <p:cNvPr id="77" name="Google Shape;77;p8"/>
          <p:cNvPicPr preferRelativeResize="0"/>
          <p:nvPr/>
        </p:nvPicPr>
        <p:blipFill rotWithShape="1">
          <a:blip r:embed="rId2">
            <a:alphaModFix/>
          </a:blip>
          <a:srcRect b="0" l="0" r="0" t="0"/>
          <a:stretch/>
        </p:blipFill>
        <p:spPr>
          <a:xfrm>
            <a:off x="6860032" y="2040628"/>
            <a:ext cx="103152" cy="94468"/>
          </a:xfrm>
          <a:prstGeom prst="rect">
            <a:avLst/>
          </a:prstGeom>
          <a:noFill/>
          <a:ln>
            <a:noFill/>
          </a:ln>
        </p:spPr>
      </p:pic>
      <p:pic>
        <p:nvPicPr>
          <p:cNvPr id="78" name="Google Shape;78;p8"/>
          <p:cNvPicPr preferRelativeResize="0"/>
          <p:nvPr/>
        </p:nvPicPr>
        <p:blipFill rotWithShape="1">
          <a:blip r:embed="rId2">
            <a:alphaModFix/>
          </a:blip>
          <a:srcRect b="0" l="0" r="0" t="0"/>
          <a:stretch/>
        </p:blipFill>
        <p:spPr>
          <a:xfrm>
            <a:off x="4802026" y="2044245"/>
            <a:ext cx="103152" cy="94468"/>
          </a:xfrm>
          <a:prstGeom prst="rect">
            <a:avLst/>
          </a:prstGeom>
          <a:noFill/>
          <a:ln>
            <a:noFill/>
          </a:ln>
        </p:spPr>
      </p:pic>
      <p:sp>
        <p:nvSpPr>
          <p:cNvPr id="79" name="Google Shape;79;p8"/>
          <p:cNvSpPr txBox="1"/>
          <p:nvPr>
            <p:ph idx="1" type="body"/>
          </p:nvPr>
        </p:nvSpPr>
        <p:spPr>
          <a:xfrm>
            <a:off x="772836" y="2352226"/>
            <a:ext cx="1495407" cy="1985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0" name="Google Shape;80;p8"/>
          <p:cNvSpPr txBox="1"/>
          <p:nvPr>
            <p:ph idx="2" type="body"/>
          </p:nvPr>
        </p:nvSpPr>
        <p:spPr>
          <a:xfrm>
            <a:off x="2752107" y="2352226"/>
            <a:ext cx="1495407" cy="1985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1" name="Google Shape;81;p8"/>
          <p:cNvSpPr txBox="1"/>
          <p:nvPr>
            <p:ph idx="3" type="body"/>
          </p:nvPr>
        </p:nvSpPr>
        <p:spPr>
          <a:xfrm>
            <a:off x="4782484" y="2352226"/>
            <a:ext cx="1495407" cy="1985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2" name="Google Shape;82;p8"/>
          <p:cNvSpPr txBox="1"/>
          <p:nvPr>
            <p:ph idx="4" type="body"/>
          </p:nvPr>
        </p:nvSpPr>
        <p:spPr>
          <a:xfrm>
            <a:off x="6844575" y="2352226"/>
            <a:ext cx="1495407" cy="1985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3" name="Google Shape;83;p8"/>
          <p:cNvSpPr txBox="1"/>
          <p:nvPr>
            <p:ph idx="5" type="body"/>
          </p:nvPr>
        </p:nvSpPr>
        <p:spPr>
          <a:xfrm>
            <a:off x="766677" y="2633826"/>
            <a:ext cx="1495407" cy="80017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940"/>
              <a:buFont typeface="Arial"/>
              <a:buNone/>
              <a:defRPr b="0" i="0" sz="939"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4" name="Google Shape;84;p8"/>
          <p:cNvSpPr txBox="1"/>
          <p:nvPr>
            <p:ph idx="6" type="body"/>
          </p:nvPr>
        </p:nvSpPr>
        <p:spPr>
          <a:xfrm>
            <a:off x="2752106" y="2633878"/>
            <a:ext cx="1495407" cy="80017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30"/>
              <a:buFont typeface="Arial"/>
              <a:buNone/>
              <a:defRPr b="0" i="0" sz="83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5" name="Google Shape;85;p8"/>
          <p:cNvSpPr txBox="1"/>
          <p:nvPr>
            <p:ph idx="7" type="body"/>
          </p:nvPr>
        </p:nvSpPr>
        <p:spPr>
          <a:xfrm>
            <a:off x="4782484" y="2633826"/>
            <a:ext cx="1495407" cy="80017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30"/>
              <a:buFont typeface="Arial"/>
              <a:buNone/>
              <a:defRPr b="0" i="0" sz="83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6" name="Google Shape;86;p8"/>
          <p:cNvSpPr txBox="1"/>
          <p:nvPr>
            <p:ph idx="8" type="body"/>
          </p:nvPr>
        </p:nvSpPr>
        <p:spPr>
          <a:xfrm>
            <a:off x="6843084" y="2633826"/>
            <a:ext cx="1495407" cy="80017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30"/>
              <a:buFont typeface="Arial"/>
              <a:buNone/>
              <a:defRPr b="0" i="0" sz="83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7" name="Google Shape;87;p8"/>
          <p:cNvSpPr txBox="1"/>
          <p:nvPr>
            <p:ph idx="10" type="dt"/>
          </p:nvPr>
        </p:nvSpPr>
        <p:spPr>
          <a:xfrm>
            <a:off x="638175"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8"/>
          <p:cNvSpPr txBox="1"/>
          <p:nvPr>
            <p:ph idx="11" type="ftr"/>
          </p:nvPr>
        </p:nvSpPr>
        <p:spPr>
          <a:xfrm>
            <a:off x="3038475" y="4767263"/>
            <a:ext cx="30861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8"/>
          <p:cNvSpPr txBox="1"/>
          <p:nvPr>
            <p:ph idx="12" type="sldNum"/>
          </p:nvPr>
        </p:nvSpPr>
        <p:spPr>
          <a:xfrm>
            <a:off x="6467475"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90" name="Google Shape;90;p8"/>
          <p:cNvPicPr preferRelativeResize="0"/>
          <p:nvPr/>
        </p:nvPicPr>
        <p:blipFill rotWithShape="1">
          <a:blip r:embed="rId3">
            <a:alphaModFix/>
          </a:blip>
          <a:srcRect b="0" l="0" r="0" t="0"/>
          <a:stretch/>
        </p:blipFill>
        <p:spPr>
          <a:xfrm>
            <a:off x="7611920" y="303610"/>
            <a:ext cx="909780" cy="242888"/>
          </a:xfrm>
          <a:prstGeom prst="rect">
            <a:avLst/>
          </a:prstGeom>
          <a:noFill/>
          <a:ln>
            <a:noFill/>
          </a:ln>
        </p:spPr>
      </p:pic>
      <p:sp>
        <p:nvSpPr>
          <p:cNvPr id="91" name="Google Shape;91;p8"/>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92" name="Google Shape;92;p8"/>
          <p:cNvSpPr/>
          <p:nvPr/>
        </p:nvSpPr>
        <p:spPr>
          <a:xfrm>
            <a:off x="591700" y="1822543"/>
            <a:ext cx="1883480" cy="1890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93" name="Google Shape;93;p8"/>
          <p:cNvSpPr/>
          <p:nvPr/>
        </p:nvSpPr>
        <p:spPr>
          <a:xfrm>
            <a:off x="2611322" y="1819789"/>
            <a:ext cx="1864527" cy="1890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94" name="Google Shape;94;p8"/>
          <p:cNvSpPr/>
          <p:nvPr/>
        </p:nvSpPr>
        <p:spPr>
          <a:xfrm>
            <a:off x="6653351" y="1808793"/>
            <a:ext cx="1915974" cy="1890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95" name="Google Shape;95;p8"/>
          <p:cNvSpPr/>
          <p:nvPr/>
        </p:nvSpPr>
        <p:spPr>
          <a:xfrm>
            <a:off x="4604247" y="1819789"/>
            <a:ext cx="1890000" cy="1890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96" name="Google Shape;96;p8"/>
          <p:cNvSpPr/>
          <p:nvPr/>
        </p:nvSpPr>
        <p:spPr>
          <a:xfrm>
            <a:off x="673283" y="1950244"/>
            <a:ext cx="270000" cy="270000"/>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97" name="Google Shape;97;p8"/>
          <p:cNvSpPr/>
          <p:nvPr/>
        </p:nvSpPr>
        <p:spPr>
          <a:xfrm>
            <a:off x="6777923" y="1956818"/>
            <a:ext cx="270000" cy="270000"/>
          </a:xfrm>
          <a:prstGeom prst="ellipse">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98" name="Google Shape;98;p8"/>
          <p:cNvSpPr/>
          <p:nvPr/>
        </p:nvSpPr>
        <p:spPr>
          <a:xfrm>
            <a:off x="4719917" y="1957683"/>
            <a:ext cx="270000" cy="270000"/>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pic>
        <p:nvPicPr>
          <p:cNvPr id="99" name="Google Shape;99;p8"/>
          <p:cNvPicPr preferRelativeResize="0"/>
          <p:nvPr/>
        </p:nvPicPr>
        <p:blipFill rotWithShape="1">
          <a:blip r:embed="rId2">
            <a:alphaModFix/>
          </a:blip>
          <a:srcRect b="0" l="0" r="0" t="0"/>
          <a:stretch/>
        </p:blipFill>
        <p:spPr>
          <a:xfrm>
            <a:off x="755392" y="2035413"/>
            <a:ext cx="105782" cy="96876"/>
          </a:xfrm>
          <a:prstGeom prst="rect">
            <a:avLst/>
          </a:prstGeom>
          <a:noFill/>
          <a:ln>
            <a:noFill/>
          </a:ln>
        </p:spPr>
      </p:pic>
      <p:sp>
        <p:nvSpPr>
          <p:cNvPr id="100" name="Google Shape;100;p8"/>
          <p:cNvSpPr/>
          <p:nvPr/>
        </p:nvSpPr>
        <p:spPr>
          <a:xfrm>
            <a:off x="2681861" y="1946687"/>
            <a:ext cx="270000" cy="270000"/>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pic>
        <p:nvPicPr>
          <p:cNvPr id="101" name="Google Shape;101;p8"/>
          <p:cNvPicPr preferRelativeResize="0"/>
          <p:nvPr/>
        </p:nvPicPr>
        <p:blipFill rotWithShape="1">
          <a:blip r:embed="rId2">
            <a:alphaModFix/>
          </a:blip>
          <a:srcRect b="0" l="0" r="0" t="0"/>
          <a:stretch/>
        </p:blipFill>
        <p:spPr>
          <a:xfrm>
            <a:off x="2788684" y="2028697"/>
            <a:ext cx="105782" cy="96876"/>
          </a:xfrm>
          <a:prstGeom prst="rect">
            <a:avLst/>
          </a:prstGeom>
          <a:noFill/>
          <a:ln>
            <a:noFill/>
          </a:ln>
        </p:spPr>
      </p:pic>
      <p:pic>
        <p:nvPicPr>
          <p:cNvPr id="102" name="Google Shape;102;p8"/>
          <p:cNvPicPr preferRelativeResize="0"/>
          <p:nvPr/>
        </p:nvPicPr>
        <p:blipFill rotWithShape="1">
          <a:blip r:embed="rId2">
            <a:alphaModFix/>
          </a:blip>
          <a:srcRect b="0" l="0" r="0" t="0"/>
          <a:stretch/>
        </p:blipFill>
        <p:spPr>
          <a:xfrm>
            <a:off x="6860032" y="2040628"/>
            <a:ext cx="105782" cy="96876"/>
          </a:xfrm>
          <a:prstGeom prst="rect">
            <a:avLst/>
          </a:prstGeom>
          <a:noFill/>
          <a:ln>
            <a:noFill/>
          </a:ln>
        </p:spPr>
      </p:pic>
      <p:pic>
        <p:nvPicPr>
          <p:cNvPr id="103" name="Google Shape;103;p8"/>
          <p:cNvPicPr preferRelativeResize="0"/>
          <p:nvPr/>
        </p:nvPicPr>
        <p:blipFill rotWithShape="1">
          <a:blip r:embed="rId2">
            <a:alphaModFix/>
          </a:blip>
          <a:srcRect b="0" l="0" r="0" t="0"/>
          <a:stretch/>
        </p:blipFill>
        <p:spPr>
          <a:xfrm>
            <a:off x="4802026" y="2044245"/>
            <a:ext cx="105782" cy="96876"/>
          </a:xfrm>
          <a:prstGeom prst="rect">
            <a:avLst/>
          </a:prstGeom>
          <a:noFill/>
          <a:ln>
            <a:noFill/>
          </a:ln>
        </p:spPr>
      </p:pic>
      <p:pic>
        <p:nvPicPr>
          <p:cNvPr id="104" name="Google Shape;104;p8"/>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78">
          <p15:clr>
            <a:srgbClr val="FBAE40"/>
          </p15:clr>
        </p15:guide>
        <p15:guide id="2" orient="horz" pos="1144">
          <p15:clr>
            <a:srgbClr val="FBAE40"/>
          </p15:clr>
        </p15:guide>
        <p15:guide id="3" orient="horz" pos="2335">
          <p15:clr>
            <a:srgbClr val="FBAE40"/>
          </p15:clr>
        </p15:guide>
        <p15:guide id="4" pos="1587">
          <p15:clr>
            <a:srgbClr val="FBAE40"/>
          </p15:clr>
        </p15:guide>
        <p15:guide id="5" pos="1655">
          <p15:clr>
            <a:srgbClr val="FBAE40"/>
          </p15:clr>
        </p15:guide>
        <p15:guide id="6" pos="2835">
          <p15:clr>
            <a:srgbClr val="FBAE40"/>
          </p15:clr>
        </p15:guide>
        <p15:guide id="7" pos="2931">
          <p15:clr>
            <a:srgbClr val="FBAE40"/>
          </p15:clr>
        </p15:guide>
        <p15:guide id="8" pos="4122">
          <p15:clr>
            <a:srgbClr val="FBAE40"/>
          </p15:clr>
        </p15:guide>
        <p15:guide id="9" pos="4190">
          <p15:clr>
            <a:srgbClr val="FBAE40"/>
          </p15:clr>
        </p15:guide>
        <p15:guide id="10" orient="horz" pos="1399">
          <p15:clr>
            <a:srgbClr val="FBAE40"/>
          </p15:clr>
        </p15:guide>
        <p15:guide id="11" orient="horz" pos="122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2_Title Slide">
    <p:spTree>
      <p:nvGrpSpPr>
        <p:cNvPr id="105" name="Shape 105"/>
        <p:cNvGrpSpPr/>
        <p:nvPr/>
      </p:nvGrpSpPr>
      <p:grpSpPr>
        <a:xfrm>
          <a:off x="0" y="0"/>
          <a:ext cx="0" cy="0"/>
          <a:chOff x="0" y="0"/>
          <a:chExt cx="0" cy="0"/>
        </a:xfrm>
      </p:grpSpPr>
      <p:sp>
        <p:nvSpPr>
          <p:cNvPr id="106" name="Google Shape;106;p9"/>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9"/>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1pPr>
            <a:lvl2pPr lvl="1" marR="0" rtl="0" algn="ctr">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375"/>
              </a:spcBef>
              <a:spcAft>
                <a:spcPts val="0"/>
              </a:spcAft>
              <a:buClr>
                <a:schemeClr val="dk1"/>
              </a:buClr>
              <a:buSzPts val="1350"/>
              <a:buFont typeface="Arial"/>
              <a:buNone/>
              <a:defRPr b="0" i="0" sz="1350" u="none" cap="none" strike="noStrike">
                <a:solidFill>
                  <a:schemeClr val="dk1"/>
                </a:solidFill>
                <a:latin typeface="Calibri"/>
                <a:ea typeface="Calibri"/>
                <a:cs typeface="Calibri"/>
                <a:sym typeface="Calibri"/>
              </a:defRPr>
            </a:lvl3pPr>
            <a:lvl4pPr lvl="3"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108" name="Google Shape;108;p9"/>
          <p:cNvSpPr txBox="1"/>
          <p:nvPr>
            <p:ph idx="10" type="dt"/>
          </p:nvPr>
        </p:nvSpPr>
        <p:spPr>
          <a:xfrm>
            <a:off x="663921" y="4653887"/>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E72D40"/>
              </a:buClr>
              <a:buSzPts val="1400"/>
              <a:buFont typeface="Proxima Nova"/>
              <a:buNone/>
              <a:defRPr>
                <a:solidFill>
                  <a:srgbClr val="E72D40"/>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09" name="Google Shape;109;p9"/>
          <p:cNvSpPr txBox="1"/>
          <p:nvPr>
            <p:ph idx="12" type="sldNum"/>
          </p:nvPr>
        </p:nvSpPr>
        <p:spPr>
          <a:xfrm>
            <a:off x="6616976" y="4012406"/>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1pPr>
            <a:lvl2pPr indent="0" lvl="1"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2pPr>
            <a:lvl3pPr indent="0" lvl="2"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3pPr>
            <a:lvl4pPr indent="0" lvl="3"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4pPr>
            <a:lvl5pPr indent="0" lvl="4"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5pPr>
            <a:lvl6pPr indent="0" lvl="5"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6pPr>
            <a:lvl7pPr indent="0" lvl="6"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7pPr>
            <a:lvl8pPr indent="0" lvl="7"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8pPr>
            <a:lvl9pPr indent="0" lvl="8"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10" name="Google Shape;110;p9"/>
          <p:cNvSpPr/>
          <p:nvPr/>
        </p:nvSpPr>
        <p:spPr>
          <a:xfrm>
            <a:off x="0" y="0"/>
            <a:ext cx="9144000" cy="465388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pic>
        <p:nvPicPr>
          <p:cNvPr id="111" name="Google Shape;111;p9"/>
          <p:cNvPicPr preferRelativeResize="0"/>
          <p:nvPr/>
        </p:nvPicPr>
        <p:blipFill rotWithShape="1">
          <a:blip r:embed="rId2">
            <a:alphaModFix/>
          </a:blip>
          <a:srcRect b="0" l="0" r="0" t="0"/>
          <a:stretch/>
        </p:blipFill>
        <p:spPr>
          <a:xfrm>
            <a:off x="663922" y="571887"/>
            <a:ext cx="2057400" cy="548993"/>
          </a:xfrm>
          <a:prstGeom prst="rect">
            <a:avLst/>
          </a:prstGeom>
          <a:noFill/>
          <a:ln>
            <a:noFill/>
          </a:ln>
        </p:spPr>
      </p:pic>
    </p:spTree>
  </p:cSld>
  <p:clrMapOvr>
    <a:masterClrMapping/>
  </p:clrMapOvr>
  <p:extLst>
    <p:ext uri="{DCECCB84-F9BA-43D5-87BE-67443E8EF086}">
      <p15:sldGuideLst>
        <p15:guide id="1" pos="397">
          <p15:clr>
            <a:srgbClr val="FBAE40"/>
          </p15:clr>
        </p15:guide>
        <p15:guide id="2" orient="horz" pos="378">
          <p15:clr>
            <a:srgbClr val="FBAE40"/>
          </p15:clr>
        </p15:guide>
        <p15:guide id="3" orient="horz" pos="923">
          <p15:clr>
            <a:srgbClr val="FBAE40"/>
          </p15:clr>
        </p15:guide>
        <p15:guide id="4" orient="horz" pos="1756">
          <p15:clr>
            <a:srgbClr val="FBAE40"/>
          </p15:clr>
        </p15:guide>
        <p15:guide id="5" pos="3323">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2 Line Title and Content">
  <p:cSld name="2_2 Line Title and Content">
    <p:spTree>
      <p:nvGrpSpPr>
        <p:cNvPr id="112" name="Shape 112"/>
        <p:cNvGrpSpPr/>
        <p:nvPr/>
      </p:nvGrpSpPr>
      <p:grpSpPr>
        <a:xfrm>
          <a:off x="0" y="0"/>
          <a:ext cx="0" cy="0"/>
          <a:chOff x="0" y="0"/>
          <a:chExt cx="0" cy="0"/>
        </a:xfrm>
      </p:grpSpPr>
      <p:sp>
        <p:nvSpPr>
          <p:cNvPr id="113" name="Google Shape;113;p1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14" name="Google Shape;114;p1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15" name="Google Shape;115;p10"/>
          <p:cNvSpPr txBox="1"/>
          <p:nvPr>
            <p:ph idx="1" type="body"/>
          </p:nvPr>
        </p:nvSpPr>
        <p:spPr>
          <a:xfrm>
            <a:off x="3303588" y="1816100"/>
            <a:ext cx="5265737" cy="261937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16" name="Google Shape;116;p10"/>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17" name="Google Shape;117;p10"/>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18" name="Google Shape;118;p10"/>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pos="397">
          <p15:clr>
            <a:srgbClr val="FBAE40"/>
          </p15:clr>
        </p15:guide>
        <p15:guide id="2" orient="horz" pos="378">
          <p15:clr>
            <a:srgbClr val="FBAE40"/>
          </p15:clr>
        </p15:guide>
        <p15:guide id="3" orient="horz" pos="923">
          <p15:clr>
            <a:srgbClr val="FBAE40"/>
          </p15:clr>
        </p15:guide>
        <p15:guide id="4" orient="horz" pos="2794">
          <p15:clr>
            <a:srgbClr val="FBAE40"/>
          </p15:clr>
        </p15:guide>
        <p15:guide id="5" pos="2081">
          <p15:clr>
            <a:srgbClr val="FBAE40"/>
          </p15:clr>
        </p15:guide>
        <p15:guide id="6" orient="horz" pos="114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2 Line Title, Infographics and Caption">
  <p:cSld name="3_2 Line Title, Infographics and Caption">
    <p:spTree>
      <p:nvGrpSpPr>
        <p:cNvPr id="119" name="Shape 119"/>
        <p:cNvGrpSpPr/>
        <p:nvPr/>
      </p:nvGrpSpPr>
      <p:grpSpPr>
        <a:xfrm>
          <a:off x="0" y="0"/>
          <a:ext cx="0" cy="0"/>
          <a:chOff x="0" y="0"/>
          <a:chExt cx="0" cy="0"/>
        </a:xfrm>
      </p:grpSpPr>
      <p:sp>
        <p:nvSpPr>
          <p:cNvPr id="120" name="Google Shape;120;p11"/>
          <p:cNvSpPr/>
          <p:nvPr/>
        </p:nvSpPr>
        <p:spPr>
          <a:xfrm>
            <a:off x="-1" y="600076"/>
            <a:ext cx="9144001" cy="454342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21" name="Google Shape;121;p11"/>
          <p:cNvSpPr/>
          <p:nvPr/>
        </p:nvSpPr>
        <p:spPr>
          <a:xfrm>
            <a:off x="-3" y="-20049"/>
            <a:ext cx="9144001" cy="5143500"/>
          </a:xfrm>
          <a:prstGeom prst="rect">
            <a:avLst/>
          </a:prstGeom>
          <a:blipFill rotWithShape="1">
            <a:blip r:embed="rId2">
              <a:alphaModFix amt="17000"/>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22" name="Google Shape;122;p11"/>
          <p:cNvSpPr/>
          <p:nvPr>
            <p:ph idx="2" type="pic"/>
          </p:nvPr>
        </p:nvSpPr>
        <p:spPr>
          <a:xfrm>
            <a:off x="-2" y="-12112"/>
            <a:ext cx="9144002" cy="51476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3" name="Google Shape;123;p11"/>
          <p:cNvSpPr/>
          <p:nvPr>
            <p:ph idx="3" type="pic"/>
          </p:nvPr>
        </p:nvSpPr>
        <p:spPr>
          <a:xfrm>
            <a:off x="10220734" y="-3856910"/>
            <a:ext cx="9144001" cy="51476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4" name="Google Shape;124;p1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25" name="Google Shape;125;p1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26" name="Google Shape;126;p11"/>
          <p:cNvSpPr txBox="1"/>
          <p:nvPr>
            <p:ph idx="1" type="body"/>
          </p:nvPr>
        </p:nvSpPr>
        <p:spPr>
          <a:xfrm>
            <a:off x="3213848" y="3489722"/>
            <a:ext cx="5355081" cy="837009"/>
          </a:xfrm>
          <a:prstGeom prst="rect">
            <a:avLst/>
          </a:prstGeom>
          <a:noFill/>
          <a:ln>
            <a:noFill/>
          </a:ln>
        </p:spPr>
        <p:txBody>
          <a:bodyPr anchorCtr="0" anchor="t" bIns="45700" lIns="91425" spcFirstLastPara="1" rIns="91425" wrap="square" tIns="45700">
            <a:noAutofit/>
          </a:bodyPr>
          <a:lstStyle>
            <a:lvl1pPr indent="-304800" lvl="0" marL="457200" marR="0" rtl="0" algn="l">
              <a:lnSpc>
                <a:spcPct val="90000"/>
              </a:lnSpc>
              <a:spcBef>
                <a:spcPts val="750"/>
              </a:spcBef>
              <a:spcAft>
                <a:spcPts val="0"/>
              </a:spcAft>
              <a:buClr>
                <a:schemeClr val="dk1"/>
              </a:buClr>
              <a:buSzPts val="1200"/>
              <a:buFont typeface="Arial"/>
              <a:buChar char="•"/>
              <a:defRPr b="0" i="0" sz="12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127" name="Google Shape;127;p11"/>
          <p:cNvPicPr preferRelativeResize="0"/>
          <p:nvPr/>
        </p:nvPicPr>
        <p:blipFill rotWithShape="1">
          <a:blip r:embed="rId3">
            <a:alphaModFix/>
          </a:blip>
          <a:srcRect b="0" l="0" r="0" t="0"/>
          <a:stretch/>
        </p:blipFill>
        <p:spPr>
          <a:xfrm>
            <a:off x="3213847" y="2234762"/>
            <a:ext cx="5373512" cy="1110800"/>
          </a:xfrm>
          <a:prstGeom prst="rect">
            <a:avLst/>
          </a:prstGeom>
          <a:noFill/>
          <a:ln>
            <a:noFill/>
          </a:ln>
        </p:spPr>
      </p:pic>
      <p:sp>
        <p:nvSpPr>
          <p:cNvPr id="128" name="Google Shape;128;p11"/>
          <p:cNvSpPr txBox="1"/>
          <p:nvPr/>
        </p:nvSpPr>
        <p:spPr>
          <a:xfrm>
            <a:off x="642167" y="610235"/>
            <a:ext cx="5493203" cy="864394"/>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5333F"/>
              </a:buClr>
              <a:buSzPts val="3600"/>
              <a:buFont typeface="Arial"/>
              <a:buNone/>
            </a:pPr>
            <a:r>
              <a:rPr b="0" lang="en-IN" sz="3600">
                <a:solidFill>
                  <a:srgbClr val="F5333F"/>
                </a:solidFill>
                <a:latin typeface="Arial"/>
                <a:ea typeface="Arial"/>
                <a:cs typeface="Arial"/>
                <a:sym typeface="Arial"/>
              </a:rPr>
              <a:t>Click to add Title</a:t>
            </a:r>
            <a:endParaRPr b="0" sz="3600">
              <a:solidFill>
                <a:srgbClr val="F5333F"/>
              </a:solidFill>
              <a:latin typeface="Arial"/>
              <a:ea typeface="Arial"/>
              <a:cs typeface="Arial"/>
              <a:sym typeface="Arial"/>
            </a:endParaRPr>
          </a:p>
        </p:txBody>
      </p:sp>
      <p:sp>
        <p:nvSpPr>
          <p:cNvPr id="129" name="Google Shape;129;p11"/>
          <p:cNvSpPr/>
          <p:nvPr/>
        </p:nvSpPr>
        <p:spPr>
          <a:xfrm>
            <a:off x="11718595" y="3690308"/>
            <a:ext cx="870" cy="1071"/>
          </a:xfrm>
          <a:custGeom>
            <a:rect b="b" l="l" r="r" t="t"/>
            <a:pathLst>
              <a:path extrusionOk="0" h="1071" w="870">
                <a:moveTo>
                  <a:pt x="0" y="0"/>
                </a:moveTo>
                <a:lnTo>
                  <a:pt x="870" y="0"/>
                </a:lnTo>
                <a:lnTo>
                  <a:pt x="870" y="1071"/>
                </a:lnTo>
                <a:lnTo>
                  <a:pt x="0" y="0"/>
                </a:lnTo>
                <a:close/>
              </a:path>
            </a:pathLst>
          </a:cu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Tree>
  </p:cSld>
  <p:clrMapOvr>
    <a:masterClrMapping/>
  </p:clrMapOvr>
  <p:extLst>
    <p:ext uri="{DCECCB84-F9BA-43D5-87BE-67443E8EF086}">
      <p15:sldGuideLst>
        <p15:guide id="1" orient="horz" pos="378">
          <p15:clr>
            <a:srgbClr val="FBAE40"/>
          </p15:clr>
        </p15:guide>
        <p15:guide id="2" orient="horz" pos="2731">
          <p15:clr>
            <a:srgbClr val="FBAE40"/>
          </p15:clr>
        </p15:guide>
        <p15:guide id="3" orient="horz" pos="219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Header" showMasterSp="0">
  <p:cSld name="6_Section Header">
    <p:spTree>
      <p:nvGrpSpPr>
        <p:cNvPr id="130" name="Shape 130"/>
        <p:cNvGrpSpPr/>
        <p:nvPr/>
      </p:nvGrpSpPr>
      <p:grpSpPr>
        <a:xfrm>
          <a:off x="0" y="0"/>
          <a:ext cx="0" cy="0"/>
          <a:chOff x="0" y="0"/>
          <a:chExt cx="0" cy="0"/>
        </a:xfrm>
      </p:grpSpPr>
      <p:sp>
        <p:nvSpPr>
          <p:cNvPr id="131" name="Google Shape;131;p12"/>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32" name="Google Shape;132;p12"/>
          <p:cNvSpPr/>
          <p:nvPr/>
        </p:nvSpPr>
        <p:spPr>
          <a:xfrm>
            <a:off x="629841" y="2556933"/>
            <a:ext cx="7891859" cy="826623"/>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grpSp>
        <p:nvGrpSpPr>
          <p:cNvPr id="133" name="Google Shape;133;p12"/>
          <p:cNvGrpSpPr/>
          <p:nvPr/>
        </p:nvGrpSpPr>
        <p:grpSpPr>
          <a:xfrm>
            <a:off x="994787" y="3020755"/>
            <a:ext cx="775019" cy="174751"/>
            <a:chOff x="1326382" y="4041646"/>
            <a:chExt cx="2597497" cy="653143"/>
          </a:xfrm>
        </p:grpSpPr>
        <p:sp>
          <p:nvSpPr>
            <p:cNvPr id="134" name="Google Shape;134;p12"/>
            <p:cNvSpPr/>
            <p:nvPr/>
          </p:nvSpPr>
          <p:spPr>
            <a:xfrm>
              <a:off x="1326382"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35" name="Google Shape;135;p12"/>
            <p:cNvSpPr/>
            <p:nvPr/>
          </p:nvSpPr>
          <p:spPr>
            <a:xfrm>
              <a:off x="1974500"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36" name="Google Shape;136;p12"/>
            <p:cNvSpPr/>
            <p:nvPr/>
          </p:nvSpPr>
          <p:spPr>
            <a:xfrm>
              <a:off x="2622617"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37" name="Google Shape;137;p12"/>
            <p:cNvSpPr/>
            <p:nvPr/>
          </p:nvSpPr>
          <p:spPr>
            <a:xfrm>
              <a:off x="3270737" y="4041646"/>
              <a:ext cx="653142"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38" name="Google Shape;138;p12"/>
            <p:cNvSpPr/>
            <p:nvPr/>
          </p:nvSpPr>
          <p:spPr>
            <a:xfrm>
              <a:off x="3597306" y="4041650"/>
              <a:ext cx="326569" cy="653139"/>
            </a:xfrm>
            <a:custGeom>
              <a:rect b="b" l="l" r="r" t="t"/>
              <a:pathLst>
                <a:path extrusionOk="0" h="653141" w="32657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grpSp>
      <p:sp>
        <p:nvSpPr>
          <p:cNvPr id="139" name="Google Shape;139;p12"/>
          <p:cNvSpPr txBox="1"/>
          <p:nvPr>
            <p:ph idx="1" type="body"/>
          </p:nvPr>
        </p:nvSpPr>
        <p:spPr>
          <a:xfrm>
            <a:off x="1029406" y="2721203"/>
            <a:ext cx="846528" cy="24904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350"/>
              <a:buFont typeface="Arial"/>
              <a:buNone/>
              <a:defRPr b="0" i="0" sz="13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40" name="Google Shape;140;p12"/>
          <p:cNvSpPr txBox="1"/>
          <p:nvPr>
            <p:ph idx="2" type="body"/>
          </p:nvPr>
        </p:nvSpPr>
        <p:spPr>
          <a:xfrm>
            <a:off x="1921844" y="3016014"/>
            <a:ext cx="946585" cy="18423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41" name="Google Shape;141;p12"/>
          <p:cNvSpPr txBox="1"/>
          <p:nvPr>
            <p:ph idx="3" type="body"/>
          </p:nvPr>
        </p:nvSpPr>
        <p:spPr>
          <a:xfrm>
            <a:off x="2868429" y="3714682"/>
            <a:ext cx="2471738" cy="1312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42" name="Google Shape;142;p12"/>
          <p:cNvSpPr txBox="1"/>
          <p:nvPr>
            <p:ph idx="10" type="dt"/>
          </p:nvPr>
        </p:nvSpPr>
        <p:spPr>
          <a:xfrm>
            <a:off x="636742"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43" name="Google Shape;143;p12"/>
          <p:cNvSpPr txBox="1"/>
          <p:nvPr>
            <p:ph idx="12" type="sldNum"/>
          </p:nvPr>
        </p:nvSpPr>
        <p:spPr>
          <a:xfrm>
            <a:off x="6466042"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144" name="Google Shape;144;p12"/>
          <p:cNvPicPr preferRelativeResize="0"/>
          <p:nvPr/>
        </p:nvPicPr>
        <p:blipFill rotWithShape="1">
          <a:blip r:embed="rId2">
            <a:alphaModFix/>
          </a:blip>
          <a:srcRect b="0" l="0" r="0" t="0"/>
          <a:stretch/>
        </p:blipFill>
        <p:spPr>
          <a:xfrm>
            <a:off x="7611920" y="303610"/>
            <a:ext cx="909780" cy="242888"/>
          </a:xfrm>
          <a:prstGeom prst="rect">
            <a:avLst/>
          </a:prstGeom>
          <a:noFill/>
          <a:ln>
            <a:noFill/>
          </a:ln>
        </p:spPr>
      </p:pic>
      <p:sp>
        <p:nvSpPr>
          <p:cNvPr id="145" name="Google Shape;145;p12"/>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46" name="Google Shape;146;p12"/>
          <p:cNvSpPr/>
          <p:nvPr/>
        </p:nvSpPr>
        <p:spPr>
          <a:xfrm>
            <a:off x="629841" y="2535239"/>
            <a:ext cx="7939088" cy="848318"/>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grpSp>
        <p:nvGrpSpPr>
          <p:cNvPr id="147" name="Google Shape;147;p12"/>
          <p:cNvGrpSpPr/>
          <p:nvPr/>
        </p:nvGrpSpPr>
        <p:grpSpPr>
          <a:xfrm>
            <a:off x="923664" y="3020755"/>
            <a:ext cx="775019" cy="174751"/>
            <a:chOff x="1326382" y="4041646"/>
            <a:chExt cx="2597497" cy="653143"/>
          </a:xfrm>
        </p:grpSpPr>
        <p:sp>
          <p:nvSpPr>
            <p:cNvPr id="148" name="Google Shape;148;p12"/>
            <p:cNvSpPr/>
            <p:nvPr/>
          </p:nvSpPr>
          <p:spPr>
            <a:xfrm>
              <a:off x="1326382"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49" name="Google Shape;149;p12"/>
            <p:cNvSpPr/>
            <p:nvPr/>
          </p:nvSpPr>
          <p:spPr>
            <a:xfrm>
              <a:off x="1974500"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50" name="Google Shape;150;p12"/>
            <p:cNvSpPr/>
            <p:nvPr/>
          </p:nvSpPr>
          <p:spPr>
            <a:xfrm>
              <a:off x="2622617"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51" name="Google Shape;151;p12"/>
            <p:cNvSpPr/>
            <p:nvPr/>
          </p:nvSpPr>
          <p:spPr>
            <a:xfrm>
              <a:off x="3270737" y="4041646"/>
              <a:ext cx="653142"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52" name="Google Shape;152;p12"/>
            <p:cNvSpPr/>
            <p:nvPr/>
          </p:nvSpPr>
          <p:spPr>
            <a:xfrm>
              <a:off x="3597306" y="4041650"/>
              <a:ext cx="326569" cy="653139"/>
            </a:xfrm>
            <a:custGeom>
              <a:rect b="b" l="l" r="r" t="t"/>
              <a:pathLst>
                <a:path extrusionOk="0" h="653141" w="32657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grpSp>
      <p:sp>
        <p:nvSpPr>
          <p:cNvPr id="153" name="Google Shape;153;p12"/>
          <p:cNvSpPr txBox="1"/>
          <p:nvPr>
            <p:ph idx="4" type="body"/>
          </p:nvPr>
        </p:nvSpPr>
        <p:spPr>
          <a:xfrm>
            <a:off x="958283" y="2721203"/>
            <a:ext cx="846528" cy="24904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350"/>
              <a:buFont typeface="Arial"/>
              <a:buNone/>
              <a:defRPr b="0" i="0" sz="13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4" name="Google Shape;154;p12"/>
          <p:cNvSpPr txBox="1"/>
          <p:nvPr>
            <p:ph idx="5" type="body"/>
          </p:nvPr>
        </p:nvSpPr>
        <p:spPr>
          <a:xfrm>
            <a:off x="1850721" y="3016014"/>
            <a:ext cx="946585" cy="18423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5" name="Google Shape;155;p12"/>
          <p:cNvSpPr txBox="1"/>
          <p:nvPr>
            <p:ph type="title"/>
          </p:nvPr>
        </p:nvSpPr>
        <p:spPr>
          <a:xfrm>
            <a:off x="630238" y="600075"/>
            <a:ext cx="6246812" cy="44397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56" name="Google Shape;156;p12"/>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78">
          <p15:clr>
            <a:srgbClr val="FBAE40"/>
          </p15:clr>
        </p15:guide>
        <p15:guide id="2" orient="horz" pos="2210">
          <p15:clr>
            <a:srgbClr val="FBAE40"/>
          </p15:clr>
        </p15:guide>
        <p15:guide id="3" orient="horz" pos="2130">
          <p15:clr>
            <a:srgbClr val="FBAE40"/>
          </p15:clr>
        </p15:guide>
        <p15:guide id="4" orient="horz" pos="1597">
          <p15:clr>
            <a:srgbClr val="FBAE40"/>
          </p15:clr>
        </p15:guide>
        <p15:guide id="5" orient="horz" pos="2641">
          <p15:clr>
            <a:srgbClr val="FBAE40"/>
          </p15:clr>
        </p15:guide>
        <p15:guide id="6" pos="1134">
          <p15:clr>
            <a:srgbClr val="FBAE40"/>
          </p15:clr>
        </p15:guide>
        <p15:guide id="7" pos="433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Imeline Infographic" showMasterSp="0">
  <p:cSld name="1_Title and TImeline Infographic">
    <p:spTree>
      <p:nvGrpSpPr>
        <p:cNvPr id="157" name="Shape 157"/>
        <p:cNvGrpSpPr/>
        <p:nvPr/>
      </p:nvGrpSpPr>
      <p:grpSpPr>
        <a:xfrm>
          <a:off x="0" y="0"/>
          <a:ext cx="0" cy="0"/>
          <a:chOff x="0" y="0"/>
          <a:chExt cx="0" cy="0"/>
        </a:xfrm>
      </p:grpSpPr>
      <p:sp>
        <p:nvSpPr>
          <p:cNvPr id="158" name="Google Shape;158;p1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59" name="Google Shape;159;p1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160" name="Google Shape;160;p13"/>
          <p:cNvPicPr preferRelativeResize="0"/>
          <p:nvPr/>
        </p:nvPicPr>
        <p:blipFill rotWithShape="1">
          <a:blip r:embed="rId2">
            <a:alphaModFix/>
          </a:blip>
          <a:srcRect b="0" l="0" r="0" t="0"/>
          <a:stretch/>
        </p:blipFill>
        <p:spPr>
          <a:xfrm flipH="1" rot="10800000">
            <a:off x="632499" y="2973622"/>
            <a:ext cx="7691174" cy="667936"/>
          </a:xfrm>
          <a:prstGeom prst="rect">
            <a:avLst/>
          </a:prstGeom>
          <a:noFill/>
          <a:ln>
            <a:noFill/>
          </a:ln>
        </p:spPr>
      </p:pic>
      <p:sp>
        <p:nvSpPr>
          <p:cNvPr id="161" name="Google Shape;161;p13"/>
          <p:cNvSpPr txBox="1"/>
          <p:nvPr>
            <p:ph idx="1" type="body"/>
          </p:nvPr>
        </p:nvSpPr>
        <p:spPr>
          <a:xfrm>
            <a:off x="991750"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2000"/>
              <a:buFont typeface="Arial"/>
              <a:buNone/>
              <a:defRPr b="1" i="0" sz="20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2" name="Google Shape;162;p13"/>
          <p:cNvSpPr txBox="1"/>
          <p:nvPr>
            <p:ph idx="2" type="body"/>
          </p:nvPr>
        </p:nvSpPr>
        <p:spPr>
          <a:xfrm>
            <a:off x="991750"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1100"/>
              <a:buFont typeface="Arial"/>
              <a:buNone/>
              <a:defRPr b="1" i="0" sz="11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3" name="Google Shape;163;p13"/>
          <p:cNvSpPr txBox="1"/>
          <p:nvPr>
            <p:ph idx="3" type="body"/>
          </p:nvPr>
        </p:nvSpPr>
        <p:spPr>
          <a:xfrm>
            <a:off x="991750"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4" name="Google Shape;164;p13"/>
          <p:cNvSpPr txBox="1"/>
          <p:nvPr>
            <p:ph idx="4" type="body"/>
          </p:nvPr>
        </p:nvSpPr>
        <p:spPr>
          <a:xfrm>
            <a:off x="2440487"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5" name="Google Shape;165;p13"/>
          <p:cNvSpPr txBox="1"/>
          <p:nvPr>
            <p:ph idx="5" type="body"/>
          </p:nvPr>
        </p:nvSpPr>
        <p:spPr>
          <a:xfrm>
            <a:off x="2440487"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100"/>
              <a:buFont typeface="Arial"/>
              <a:buNone/>
              <a:defRPr b="1" i="0" sz="11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6" name="Google Shape;166;p13"/>
          <p:cNvSpPr txBox="1"/>
          <p:nvPr>
            <p:ph idx="6" type="body"/>
          </p:nvPr>
        </p:nvSpPr>
        <p:spPr>
          <a:xfrm>
            <a:off x="2440487"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7" name="Google Shape;167;p13"/>
          <p:cNvSpPr txBox="1"/>
          <p:nvPr>
            <p:ph idx="7" type="body"/>
          </p:nvPr>
        </p:nvSpPr>
        <p:spPr>
          <a:xfrm>
            <a:off x="3892297"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2000"/>
              <a:buFont typeface="Arial"/>
              <a:buNone/>
              <a:defRPr b="1" i="0" sz="2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8" name="Google Shape;168;p13"/>
          <p:cNvSpPr txBox="1"/>
          <p:nvPr>
            <p:ph idx="8" type="body"/>
          </p:nvPr>
        </p:nvSpPr>
        <p:spPr>
          <a:xfrm>
            <a:off x="3892297"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100"/>
              <a:buFont typeface="Arial"/>
              <a:buNone/>
              <a:defRPr b="1" i="0" sz="11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9" name="Google Shape;169;p13"/>
          <p:cNvSpPr txBox="1"/>
          <p:nvPr>
            <p:ph idx="9" type="body"/>
          </p:nvPr>
        </p:nvSpPr>
        <p:spPr>
          <a:xfrm>
            <a:off x="3892297"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0" name="Google Shape;170;p13"/>
          <p:cNvSpPr txBox="1"/>
          <p:nvPr>
            <p:ph idx="13" type="body"/>
          </p:nvPr>
        </p:nvSpPr>
        <p:spPr>
          <a:xfrm>
            <a:off x="5326899"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CCCCCC"/>
              </a:buClr>
              <a:buSzPts val="2000"/>
              <a:buFont typeface="Arial"/>
              <a:buNone/>
              <a:defRPr b="1" i="0" sz="20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1" name="Google Shape;171;p13"/>
          <p:cNvSpPr txBox="1"/>
          <p:nvPr>
            <p:ph idx="14" type="body"/>
          </p:nvPr>
        </p:nvSpPr>
        <p:spPr>
          <a:xfrm>
            <a:off x="5326899"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CCCCCC"/>
              </a:buClr>
              <a:buSzPts val="1100"/>
              <a:buFont typeface="Arial"/>
              <a:buNone/>
              <a:defRPr b="1" i="0" sz="11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2" name="Google Shape;172;p13"/>
          <p:cNvSpPr txBox="1"/>
          <p:nvPr>
            <p:ph idx="15" type="body"/>
          </p:nvPr>
        </p:nvSpPr>
        <p:spPr>
          <a:xfrm>
            <a:off x="5326899"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3" name="Google Shape;173;p13"/>
          <p:cNvSpPr txBox="1"/>
          <p:nvPr>
            <p:ph idx="16" type="body"/>
          </p:nvPr>
        </p:nvSpPr>
        <p:spPr>
          <a:xfrm>
            <a:off x="6735161"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4" name="Google Shape;174;p13"/>
          <p:cNvSpPr txBox="1"/>
          <p:nvPr>
            <p:ph idx="17" type="body"/>
          </p:nvPr>
        </p:nvSpPr>
        <p:spPr>
          <a:xfrm>
            <a:off x="6735161"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100"/>
              <a:buFont typeface="Arial"/>
              <a:buNone/>
              <a:defRPr b="1" i="0" sz="11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5" name="Google Shape;175;p13"/>
          <p:cNvSpPr txBox="1"/>
          <p:nvPr>
            <p:ph idx="18" type="body"/>
          </p:nvPr>
        </p:nvSpPr>
        <p:spPr>
          <a:xfrm>
            <a:off x="6735161"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6" name="Google Shape;176;p13"/>
          <p:cNvSpPr txBox="1"/>
          <p:nvPr>
            <p:ph idx="19" type="body"/>
          </p:nvPr>
        </p:nvSpPr>
        <p:spPr>
          <a:xfrm>
            <a:off x="904066" y="3531649"/>
            <a:ext cx="1324840"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1600"/>
              <a:buFont typeface="Arial"/>
              <a:buNone/>
              <a:defRPr b="1" i="0" sz="16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7" name="Google Shape;177;p13"/>
          <p:cNvSpPr txBox="1"/>
          <p:nvPr>
            <p:ph idx="20" type="body"/>
          </p:nvPr>
        </p:nvSpPr>
        <p:spPr>
          <a:xfrm>
            <a:off x="2352802" y="3531649"/>
            <a:ext cx="1352923"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600"/>
              <a:buFont typeface="Arial"/>
              <a:buNone/>
              <a:defRPr b="1" i="0" sz="16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8" name="Google Shape;178;p13"/>
          <p:cNvSpPr txBox="1"/>
          <p:nvPr>
            <p:ph idx="21" type="body"/>
          </p:nvPr>
        </p:nvSpPr>
        <p:spPr>
          <a:xfrm>
            <a:off x="3829621" y="3531648"/>
            <a:ext cx="1352923"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600"/>
              <a:buFont typeface="Arial"/>
              <a:buNone/>
              <a:defRPr b="1" i="0" sz="16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9" name="Google Shape;179;p13"/>
          <p:cNvSpPr txBox="1"/>
          <p:nvPr>
            <p:ph idx="22" type="body"/>
          </p:nvPr>
        </p:nvSpPr>
        <p:spPr>
          <a:xfrm>
            <a:off x="5306440" y="3531648"/>
            <a:ext cx="1324840"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1600"/>
              <a:buFont typeface="Arial"/>
              <a:buNone/>
              <a:defRPr b="1" i="0" sz="16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80" name="Google Shape;180;p13"/>
          <p:cNvSpPr txBox="1"/>
          <p:nvPr>
            <p:ph idx="23" type="body"/>
          </p:nvPr>
        </p:nvSpPr>
        <p:spPr>
          <a:xfrm>
            <a:off x="6755176" y="3531647"/>
            <a:ext cx="1352923"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600"/>
              <a:buFont typeface="Arial"/>
              <a:buNone/>
              <a:defRPr b="1" i="0" sz="16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181" name="Google Shape;181;p13"/>
          <p:cNvPicPr preferRelativeResize="0"/>
          <p:nvPr/>
        </p:nvPicPr>
        <p:blipFill rotWithShape="1">
          <a:blip r:embed="rId2">
            <a:alphaModFix/>
          </a:blip>
          <a:srcRect b="0" l="0" r="0" t="0"/>
          <a:stretch/>
        </p:blipFill>
        <p:spPr>
          <a:xfrm flipH="1" rot="10800000">
            <a:off x="632499" y="2973622"/>
            <a:ext cx="7691174" cy="667936"/>
          </a:xfrm>
          <a:prstGeom prst="rect">
            <a:avLst/>
          </a:prstGeom>
          <a:noFill/>
          <a:ln>
            <a:noFill/>
          </a:ln>
        </p:spPr>
      </p:pic>
      <p:sp>
        <p:nvSpPr>
          <p:cNvPr id="182" name="Google Shape;182;p13"/>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83" name="Google Shape;183;p13"/>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84" name="Google Shape;184;p13"/>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ghnut Chart">
  <p:cSld name="1_Title and Doughnut Chart">
    <p:spTree>
      <p:nvGrpSpPr>
        <p:cNvPr id="185" name="Shape 185"/>
        <p:cNvGrpSpPr/>
        <p:nvPr/>
      </p:nvGrpSpPr>
      <p:grpSpPr>
        <a:xfrm>
          <a:off x="0" y="0"/>
          <a:ext cx="0" cy="0"/>
          <a:chOff x="0" y="0"/>
          <a:chExt cx="0" cy="0"/>
        </a:xfrm>
      </p:grpSpPr>
      <p:sp>
        <p:nvSpPr>
          <p:cNvPr id="186" name="Google Shape;186;p1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87" name="Google Shape;187;p1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88" name="Google Shape;188;p14"/>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89" name="Google Shape;189;p14"/>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90" name="Google Shape;190;p14"/>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ne Chart">
  <p:cSld name="1_Title and Line Chart">
    <p:spTree>
      <p:nvGrpSpPr>
        <p:cNvPr id="191" name="Shape 191"/>
        <p:cNvGrpSpPr/>
        <p:nvPr/>
      </p:nvGrpSpPr>
      <p:grpSpPr>
        <a:xfrm>
          <a:off x="0" y="0"/>
          <a:ext cx="0" cy="0"/>
          <a:chOff x="0" y="0"/>
          <a:chExt cx="0" cy="0"/>
        </a:xfrm>
      </p:grpSpPr>
      <p:sp>
        <p:nvSpPr>
          <p:cNvPr id="192" name="Google Shape;192;p1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93" name="Google Shape;193;p1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94" name="Google Shape;194;p15"/>
          <p:cNvSpPr/>
          <p:nvPr/>
        </p:nvSpPr>
        <p:spPr>
          <a:xfrm>
            <a:off x="3170379" y="4105875"/>
            <a:ext cx="1512168" cy="419095"/>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95" name="Google Shape;195;p15"/>
          <p:cNvPicPr preferRelativeResize="0"/>
          <p:nvPr/>
        </p:nvPicPr>
        <p:blipFill rotWithShape="1">
          <a:blip r:embed="rId2">
            <a:alphaModFix/>
          </a:blip>
          <a:srcRect b="0" l="0" r="0" t="0"/>
          <a:stretch/>
        </p:blipFill>
        <p:spPr>
          <a:xfrm>
            <a:off x="5176215" y="3284258"/>
            <a:ext cx="1319792" cy="422726"/>
          </a:xfrm>
          <a:prstGeom prst="rect">
            <a:avLst/>
          </a:prstGeom>
          <a:noFill/>
          <a:ln>
            <a:noFill/>
          </a:ln>
        </p:spPr>
      </p:pic>
      <p:pic>
        <p:nvPicPr>
          <p:cNvPr id="196" name="Google Shape;196;p15"/>
          <p:cNvPicPr preferRelativeResize="0"/>
          <p:nvPr/>
        </p:nvPicPr>
        <p:blipFill rotWithShape="1">
          <a:blip r:embed="rId3">
            <a:alphaModFix/>
          </a:blip>
          <a:srcRect b="0" l="0" r="0" t="0"/>
          <a:stretch/>
        </p:blipFill>
        <p:spPr>
          <a:xfrm>
            <a:off x="6609469" y="3232411"/>
            <a:ext cx="1333750" cy="431988"/>
          </a:xfrm>
          <a:prstGeom prst="rect">
            <a:avLst/>
          </a:prstGeom>
          <a:noFill/>
          <a:ln>
            <a:noFill/>
          </a:ln>
        </p:spPr>
      </p:pic>
      <p:sp>
        <p:nvSpPr>
          <p:cNvPr id="197" name="Google Shape;197;p15"/>
          <p:cNvSpPr txBox="1"/>
          <p:nvPr>
            <p:ph idx="1" type="body"/>
          </p:nvPr>
        </p:nvSpPr>
        <p:spPr>
          <a:xfrm>
            <a:off x="630238" y="1600199"/>
            <a:ext cx="3182128" cy="300672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98" name="Google Shape;198;p15"/>
          <p:cNvSpPr txBox="1"/>
          <p:nvPr>
            <p:ph idx="2" type="body"/>
          </p:nvPr>
        </p:nvSpPr>
        <p:spPr>
          <a:xfrm>
            <a:off x="5306779" y="3059187"/>
            <a:ext cx="671653" cy="35078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99" name="Google Shape;199;p15"/>
          <p:cNvSpPr txBox="1"/>
          <p:nvPr>
            <p:ph idx="3" type="body"/>
          </p:nvPr>
        </p:nvSpPr>
        <p:spPr>
          <a:xfrm>
            <a:off x="6894111" y="3052728"/>
            <a:ext cx="671653" cy="325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CCCCCC"/>
              </a:buClr>
              <a:buSzPts val="2000"/>
              <a:buFont typeface="Arial"/>
              <a:buNone/>
              <a:defRPr b="1" i="0" sz="20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0" name="Google Shape;200;p15"/>
          <p:cNvSpPr txBox="1"/>
          <p:nvPr>
            <p:ph idx="4" type="body"/>
          </p:nvPr>
        </p:nvSpPr>
        <p:spPr>
          <a:xfrm>
            <a:off x="5306778" y="3559464"/>
            <a:ext cx="1077979" cy="21259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200"/>
              <a:buFont typeface="Arial"/>
              <a:buNone/>
              <a:defRPr b="1" i="0" sz="12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1" name="Google Shape;201;p15"/>
          <p:cNvSpPr txBox="1"/>
          <p:nvPr>
            <p:ph idx="5" type="body"/>
          </p:nvPr>
        </p:nvSpPr>
        <p:spPr>
          <a:xfrm>
            <a:off x="5299344" y="3813792"/>
            <a:ext cx="1077979" cy="79914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50"/>
              <a:buFont typeface="Arial"/>
              <a:buNone/>
              <a:defRPr b="0" i="0" sz="10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2" name="Google Shape;202;p15"/>
          <p:cNvSpPr txBox="1"/>
          <p:nvPr>
            <p:ph idx="6" type="body"/>
          </p:nvPr>
        </p:nvSpPr>
        <p:spPr>
          <a:xfrm>
            <a:off x="6890089" y="3559464"/>
            <a:ext cx="1077979" cy="21259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200"/>
              <a:buFont typeface="Arial"/>
              <a:buNone/>
              <a:defRPr b="1" i="0" sz="12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3" name="Google Shape;203;p15"/>
          <p:cNvSpPr txBox="1"/>
          <p:nvPr>
            <p:ph idx="7" type="body"/>
          </p:nvPr>
        </p:nvSpPr>
        <p:spPr>
          <a:xfrm>
            <a:off x="6882655" y="3813792"/>
            <a:ext cx="1077979" cy="79914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50"/>
              <a:buFont typeface="Arial"/>
              <a:buNone/>
              <a:defRPr b="0" i="0" sz="10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4" name="Google Shape;204;p15"/>
          <p:cNvSpPr/>
          <p:nvPr>
            <p:ph idx="8" type="chart"/>
          </p:nvPr>
        </p:nvSpPr>
        <p:spPr>
          <a:xfrm>
            <a:off x="5295900" y="1600200"/>
            <a:ext cx="3225800" cy="13335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5" name="Google Shape;205;p15"/>
          <p:cNvSpPr/>
          <p:nvPr/>
        </p:nvSpPr>
        <p:spPr>
          <a:xfrm>
            <a:off x="3170379" y="4105875"/>
            <a:ext cx="1512168" cy="419095"/>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206" name="Google Shape;206;p15"/>
          <p:cNvPicPr preferRelativeResize="0"/>
          <p:nvPr/>
        </p:nvPicPr>
        <p:blipFill rotWithShape="1">
          <a:blip r:embed="rId2">
            <a:alphaModFix/>
          </a:blip>
          <a:srcRect b="0" l="0" r="0" t="0"/>
          <a:stretch/>
        </p:blipFill>
        <p:spPr>
          <a:xfrm>
            <a:off x="5176215" y="3284258"/>
            <a:ext cx="1319792" cy="422726"/>
          </a:xfrm>
          <a:prstGeom prst="rect">
            <a:avLst/>
          </a:prstGeom>
          <a:noFill/>
          <a:ln>
            <a:noFill/>
          </a:ln>
        </p:spPr>
      </p:pic>
      <p:pic>
        <p:nvPicPr>
          <p:cNvPr id="207" name="Google Shape;207;p15"/>
          <p:cNvPicPr preferRelativeResize="0"/>
          <p:nvPr/>
        </p:nvPicPr>
        <p:blipFill rotWithShape="1">
          <a:blip r:embed="rId3">
            <a:alphaModFix/>
          </a:blip>
          <a:srcRect b="0" l="0" r="0" t="0"/>
          <a:stretch/>
        </p:blipFill>
        <p:spPr>
          <a:xfrm>
            <a:off x="6609469" y="3232411"/>
            <a:ext cx="1333750" cy="431988"/>
          </a:xfrm>
          <a:prstGeom prst="rect">
            <a:avLst/>
          </a:prstGeom>
          <a:noFill/>
          <a:ln>
            <a:noFill/>
          </a:ln>
        </p:spPr>
      </p:pic>
      <p:sp>
        <p:nvSpPr>
          <p:cNvPr id="208" name="Google Shape;208;p15"/>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209" name="Google Shape;209;p15"/>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10" name="Google Shape;210;p15"/>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orient="horz" pos="1008">
          <p15:clr>
            <a:srgbClr val="FBAE40"/>
          </p15:clr>
        </p15:guide>
        <p15:guide id="3" orient="horz" pos="2754">
          <p15:clr>
            <a:srgbClr val="FBAE40"/>
          </p15:clr>
        </p15:guide>
        <p15:guide id="4" pos="240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ghnut Chart 2">
  <p:cSld name="1_Title and Doughnut Chart 2">
    <p:spTree>
      <p:nvGrpSpPr>
        <p:cNvPr id="211" name="Shape 211"/>
        <p:cNvGrpSpPr/>
        <p:nvPr/>
      </p:nvGrpSpPr>
      <p:grpSpPr>
        <a:xfrm>
          <a:off x="0" y="0"/>
          <a:ext cx="0" cy="0"/>
          <a:chOff x="0" y="0"/>
          <a:chExt cx="0" cy="0"/>
        </a:xfrm>
      </p:grpSpPr>
      <p:sp>
        <p:nvSpPr>
          <p:cNvPr id="212" name="Google Shape;212;p1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13" name="Google Shape;213;p1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214" name="Google Shape;214;p16"/>
          <p:cNvPicPr preferRelativeResize="0"/>
          <p:nvPr/>
        </p:nvPicPr>
        <p:blipFill rotWithShape="1">
          <a:blip r:embed="rId2">
            <a:alphaModFix/>
          </a:blip>
          <a:srcRect b="0" l="0" r="0" t="0"/>
          <a:stretch/>
        </p:blipFill>
        <p:spPr>
          <a:xfrm>
            <a:off x="1960619" y="1967641"/>
            <a:ext cx="2754306" cy="1408988"/>
          </a:xfrm>
          <a:prstGeom prst="rect">
            <a:avLst/>
          </a:prstGeom>
          <a:noFill/>
          <a:ln>
            <a:noFill/>
          </a:ln>
        </p:spPr>
      </p:pic>
      <p:pic>
        <p:nvPicPr>
          <p:cNvPr id="215" name="Google Shape;215;p16"/>
          <p:cNvPicPr preferRelativeResize="0"/>
          <p:nvPr/>
        </p:nvPicPr>
        <p:blipFill rotWithShape="1">
          <a:blip r:embed="rId3">
            <a:alphaModFix/>
          </a:blip>
          <a:srcRect b="0" l="0" r="0" t="0"/>
          <a:stretch/>
        </p:blipFill>
        <p:spPr>
          <a:xfrm>
            <a:off x="880659" y="1705476"/>
            <a:ext cx="4222864" cy="2160240"/>
          </a:xfrm>
          <a:prstGeom prst="rect">
            <a:avLst/>
          </a:prstGeom>
          <a:noFill/>
          <a:ln>
            <a:noFill/>
          </a:ln>
        </p:spPr>
      </p:pic>
      <p:pic>
        <p:nvPicPr>
          <p:cNvPr id="216" name="Google Shape;216;p16"/>
          <p:cNvPicPr preferRelativeResize="0"/>
          <p:nvPr/>
        </p:nvPicPr>
        <p:blipFill rotWithShape="1">
          <a:blip r:embed="rId4">
            <a:alphaModFix/>
          </a:blip>
          <a:srcRect b="0" l="0" r="0" t="0"/>
          <a:stretch/>
        </p:blipFill>
        <p:spPr>
          <a:xfrm>
            <a:off x="3542547" y="1697092"/>
            <a:ext cx="4222864" cy="2160240"/>
          </a:xfrm>
          <a:prstGeom prst="rect">
            <a:avLst/>
          </a:prstGeom>
          <a:noFill/>
          <a:ln>
            <a:noFill/>
          </a:ln>
        </p:spPr>
      </p:pic>
      <p:sp>
        <p:nvSpPr>
          <p:cNvPr id="217" name="Google Shape;217;p16"/>
          <p:cNvSpPr txBox="1"/>
          <p:nvPr>
            <p:ph idx="1" type="body"/>
          </p:nvPr>
        </p:nvSpPr>
        <p:spPr>
          <a:xfrm>
            <a:off x="2286696" y="257175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3200"/>
              <a:buFont typeface="Arial"/>
              <a:buNone/>
              <a:defRPr b="1" i="0" sz="3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18" name="Google Shape;218;p16"/>
          <p:cNvSpPr txBox="1"/>
          <p:nvPr>
            <p:ph idx="2" type="body"/>
          </p:nvPr>
        </p:nvSpPr>
        <p:spPr>
          <a:xfrm>
            <a:off x="2286696" y="293937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0"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19" name="Google Shape;219;p16"/>
          <p:cNvSpPr txBox="1"/>
          <p:nvPr>
            <p:ph idx="3" type="body"/>
          </p:nvPr>
        </p:nvSpPr>
        <p:spPr>
          <a:xfrm>
            <a:off x="4973335" y="257175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3200"/>
              <a:buFont typeface="Arial"/>
              <a:buNone/>
              <a:defRPr b="1" i="0" sz="3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20" name="Google Shape;220;p16"/>
          <p:cNvSpPr txBox="1"/>
          <p:nvPr>
            <p:ph idx="4" type="body"/>
          </p:nvPr>
        </p:nvSpPr>
        <p:spPr>
          <a:xfrm>
            <a:off x="4973335" y="293937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0"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221" name="Google Shape;221;p16"/>
          <p:cNvPicPr preferRelativeResize="0"/>
          <p:nvPr/>
        </p:nvPicPr>
        <p:blipFill rotWithShape="1">
          <a:blip r:embed="rId2">
            <a:alphaModFix/>
          </a:blip>
          <a:srcRect b="0" l="0" r="0" t="0"/>
          <a:stretch/>
        </p:blipFill>
        <p:spPr>
          <a:xfrm>
            <a:off x="1960619" y="1967641"/>
            <a:ext cx="2754306" cy="1408988"/>
          </a:xfrm>
          <a:prstGeom prst="rect">
            <a:avLst/>
          </a:prstGeom>
          <a:noFill/>
          <a:ln>
            <a:noFill/>
          </a:ln>
        </p:spPr>
      </p:pic>
      <p:pic>
        <p:nvPicPr>
          <p:cNvPr id="222" name="Google Shape;222;p16"/>
          <p:cNvPicPr preferRelativeResize="0"/>
          <p:nvPr/>
        </p:nvPicPr>
        <p:blipFill rotWithShape="1">
          <a:blip r:embed="rId3">
            <a:alphaModFix/>
          </a:blip>
          <a:srcRect b="0" l="0" r="0" t="0"/>
          <a:stretch/>
        </p:blipFill>
        <p:spPr>
          <a:xfrm>
            <a:off x="880659" y="1705476"/>
            <a:ext cx="4222864" cy="2160240"/>
          </a:xfrm>
          <a:prstGeom prst="rect">
            <a:avLst/>
          </a:prstGeom>
          <a:noFill/>
          <a:ln>
            <a:noFill/>
          </a:ln>
        </p:spPr>
      </p:pic>
      <p:pic>
        <p:nvPicPr>
          <p:cNvPr id="223" name="Google Shape;223;p16"/>
          <p:cNvPicPr preferRelativeResize="0"/>
          <p:nvPr/>
        </p:nvPicPr>
        <p:blipFill rotWithShape="1">
          <a:blip r:embed="rId4">
            <a:alphaModFix/>
          </a:blip>
          <a:srcRect b="0" l="0" r="0" t="0"/>
          <a:stretch/>
        </p:blipFill>
        <p:spPr>
          <a:xfrm>
            <a:off x="3542547" y="1697092"/>
            <a:ext cx="4222864" cy="2160240"/>
          </a:xfrm>
          <a:prstGeom prst="rect">
            <a:avLst/>
          </a:prstGeom>
          <a:noFill/>
          <a:ln>
            <a:noFill/>
          </a:ln>
        </p:spPr>
      </p:pic>
      <p:sp>
        <p:nvSpPr>
          <p:cNvPr id="224" name="Google Shape;224;p16"/>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225" name="Google Shape;225;p16"/>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26" name="Google Shape;226;p16"/>
          <p:cNvPicPr preferRelativeResize="0"/>
          <p:nvPr/>
        </p:nvPicPr>
        <p:blipFill rotWithShape="1">
          <a:blip r:embed="rId5">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nfograhic">
  <p:cSld name="1_Title and Infograhic">
    <p:spTree>
      <p:nvGrpSpPr>
        <p:cNvPr id="227" name="Shape 227"/>
        <p:cNvGrpSpPr/>
        <p:nvPr/>
      </p:nvGrpSpPr>
      <p:grpSpPr>
        <a:xfrm>
          <a:off x="0" y="0"/>
          <a:ext cx="0" cy="0"/>
          <a:chOff x="0" y="0"/>
          <a:chExt cx="0" cy="0"/>
        </a:xfrm>
      </p:grpSpPr>
      <p:sp>
        <p:nvSpPr>
          <p:cNvPr id="228" name="Google Shape;228;p1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29" name="Google Shape;229;p1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230" name="Google Shape;230;p17"/>
          <p:cNvPicPr preferRelativeResize="0"/>
          <p:nvPr/>
        </p:nvPicPr>
        <p:blipFill rotWithShape="1">
          <a:blip r:embed="rId2">
            <a:alphaModFix/>
          </a:blip>
          <a:srcRect b="0" l="0" r="0" t="0"/>
          <a:stretch/>
        </p:blipFill>
        <p:spPr>
          <a:xfrm>
            <a:off x="914602" y="2566307"/>
            <a:ext cx="2538282" cy="1298479"/>
          </a:xfrm>
          <a:prstGeom prst="rect">
            <a:avLst/>
          </a:prstGeom>
          <a:noFill/>
          <a:ln>
            <a:noFill/>
          </a:ln>
        </p:spPr>
      </p:pic>
      <p:pic>
        <p:nvPicPr>
          <p:cNvPr id="231" name="Google Shape;231;p17"/>
          <p:cNvPicPr preferRelativeResize="0"/>
          <p:nvPr/>
        </p:nvPicPr>
        <p:blipFill rotWithShape="1">
          <a:blip r:embed="rId3">
            <a:alphaModFix/>
          </a:blip>
          <a:srcRect b="0" l="0" r="0" t="0"/>
          <a:stretch/>
        </p:blipFill>
        <p:spPr>
          <a:xfrm>
            <a:off x="918760" y="1581506"/>
            <a:ext cx="7431156" cy="2999208"/>
          </a:xfrm>
          <a:prstGeom prst="rect">
            <a:avLst/>
          </a:prstGeom>
          <a:noFill/>
          <a:ln>
            <a:noFill/>
          </a:ln>
        </p:spPr>
      </p:pic>
      <p:sp>
        <p:nvSpPr>
          <p:cNvPr id="232" name="Google Shape;232;p17"/>
          <p:cNvSpPr txBox="1"/>
          <p:nvPr>
            <p:ph idx="1" type="body"/>
          </p:nvPr>
        </p:nvSpPr>
        <p:spPr>
          <a:xfrm>
            <a:off x="1263041" y="2104600"/>
            <a:ext cx="830454" cy="29204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800"/>
              <a:buFont typeface="Arial"/>
              <a:buNone/>
              <a:defRPr b="1" i="0" sz="18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3" name="Google Shape;233;p17"/>
          <p:cNvSpPr txBox="1"/>
          <p:nvPr>
            <p:ph idx="2" type="body"/>
          </p:nvPr>
        </p:nvSpPr>
        <p:spPr>
          <a:xfrm>
            <a:off x="2470356" y="3778988"/>
            <a:ext cx="784195" cy="30595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800"/>
              <a:buFont typeface="Arial"/>
              <a:buNone/>
              <a:defRPr b="1"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4" name="Google Shape;234;p17"/>
          <p:cNvSpPr txBox="1"/>
          <p:nvPr>
            <p:ph idx="3" type="body"/>
          </p:nvPr>
        </p:nvSpPr>
        <p:spPr>
          <a:xfrm>
            <a:off x="3530790" y="2108961"/>
            <a:ext cx="824532" cy="28768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5" name="Google Shape;235;p17"/>
          <p:cNvSpPr txBox="1"/>
          <p:nvPr>
            <p:ph idx="4" type="body"/>
          </p:nvPr>
        </p:nvSpPr>
        <p:spPr>
          <a:xfrm>
            <a:off x="4729642" y="3771033"/>
            <a:ext cx="745627" cy="30595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6" name="Google Shape;236;p17"/>
          <p:cNvSpPr txBox="1"/>
          <p:nvPr>
            <p:ph idx="5" type="body"/>
          </p:nvPr>
        </p:nvSpPr>
        <p:spPr>
          <a:xfrm>
            <a:off x="5904099" y="2107682"/>
            <a:ext cx="758842" cy="29204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800"/>
              <a:buFont typeface="Arial"/>
              <a:buNone/>
              <a:defRPr b="1" i="0" sz="18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7" name="Google Shape;237;p17"/>
          <p:cNvSpPr txBox="1"/>
          <p:nvPr>
            <p:ph idx="6" type="body"/>
          </p:nvPr>
        </p:nvSpPr>
        <p:spPr>
          <a:xfrm>
            <a:off x="7023857" y="3762859"/>
            <a:ext cx="784195" cy="30595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8" name="Google Shape;238;p17"/>
          <p:cNvSpPr txBox="1"/>
          <p:nvPr>
            <p:ph idx="7" type="body"/>
          </p:nvPr>
        </p:nvSpPr>
        <p:spPr>
          <a:xfrm>
            <a:off x="2156171" y="125799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200"/>
              <a:buFont typeface="Arial"/>
              <a:buNone/>
              <a:defRPr b="1" i="0" sz="12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9" name="Google Shape;239;p17"/>
          <p:cNvSpPr txBox="1"/>
          <p:nvPr>
            <p:ph idx="8" type="body"/>
          </p:nvPr>
        </p:nvSpPr>
        <p:spPr>
          <a:xfrm>
            <a:off x="2156171" y="152366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0" name="Google Shape;240;p17"/>
          <p:cNvSpPr txBox="1"/>
          <p:nvPr>
            <p:ph idx="9" type="body"/>
          </p:nvPr>
        </p:nvSpPr>
        <p:spPr>
          <a:xfrm>
            <a:off x="4513908" y="125799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1" name="Google Shape;241;p17"/>
          <p:cNvSpPr txBox="1"/>
          <p:nvPr>
            <p:ph idx="13" type="body"/>
          </p:nvPr>
        </p:nvSpPr>
        <p:spPr>
          <a:xfrm>
            <a:off x="4513908" y="152366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2" name="Google Shape;242;p17"/>
          <p:cNvSpPr txBox="1"/>
          <p:nvPr>
            <p:ph idx="14" type="body"/>
          </p:nvPr>
        </p:nvSpPr>
        <p:spPr>
          <a:xfrm>
            <a:off x="6720777" y="125799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3" name="Google Shape;243;p17"/>
          <p:cNvSpPr txBox="1"/>
          <p:nvPr>
            <p:ph idx="15" type="body"/>
          </p:nvPr>
        </p:nvSpPr>
        <p:spPr>
          <a:xfrm>
            <a:off x="6720777" y="152366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4" name="Google Shape;244;p17"/>
          <p:cNvSpPr txBox="1"/>
          <p:nvPr>
            <p:ph idx="16" type="body"/>
          </p:nvPr>
        </p:nvSpPr>
        <p:spPr>
          <a:xfrm>
            <a:off x="995265" y="3791876"/>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5" name="Google Shape;245;p17"/>
          <p:cNvSpPr txBox="1"/>
          <p:nvPr>
            <p:ph idx="17" type="body"/>
          </p:nvPr>
        </p:nvSpPr>
        <p:spPr>
          <a:xfrm>
            <a:off x="995265" y="4057543"/>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6" name="Google Shape;246;p17"/>
          <p:cNvSpPr txBox="1"/>
          <p:nvPr>
            <p:ph idx="18" type="body"/>
          </p:nvPr>
        </p:nvSpPr>
        <p:spPr>
          <a:xfrm>
            <a:off x="3326285" y="3779691"/>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7" name="Google Shape;247;p17"/>
          <p:cNvSpPr txBox="1"/>
          <p:nvPr>
            <p:ph idx="19" type="body"/>
          </p:nvPr>
        </p:nvSpPr>
        <p:spPr>
          <a:xfrm>
            <a:off x="3326285" y="4045358"/>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8" name="Google Shape;248;p17"/>
          <p:cNvSpPr txBox="1"/>
          <p:nvPr>
            <p:ph idx="20" type="body"/>
          </p:nvPr>
        </p:nvSpPr>
        <p:spPr>
          <a:xfrm>
            <a:off x="5599996" y="375897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9" name="Google Shape;249;p17"/>
          <p:cNvSpPr txBox="1"/>
          <p:nvPr>
            <p:ph idx="21" type="body"/>
          </p:nvPr>
        </p:nvSpPr>
        <p:spPr>
          <a:xfrm>
            <a:off x="5599996" y="4024639"/>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250" name="Google Shape;250;p17"/>
          <p:cNvPicPr preferRelativeResize="0"/>
          <p:nvPr/>
        </p:nvPicPr>
        <p:blipFill rotWithShape="1">
          <a:blip r:embed="rId2">
            <a:alphaModFix/>
          </a:blip>
          <a:srcRect b="0" l="0" r="0" t="0"/>
          <a:stretch/>
        </p:blipFill>
        <p:spPr>
          <a:xfrm>
            <a:off x="914602" y="2566307"/>
            <a:ext cx="2538282" cy="1298479"/>
          </a:xfrm>
          <a:prstGeom prst="rect">
            <a:avLst/>
          </a:prstGeom>
          <a:noFill/>
          <a:ln>
            <a:noFill/>
          </a:ln>
        </p:spPr>
      </p:pic>
      <p:pic>
        <p:nvPicPr>
          <p:cNvPr id="251" name="Google Shape;251;p17"/>
          <p:cNvPicPr preferRelativeResize="0"/>
          <p:nvPr/>
        </p:nvPicPr>
        <p:blipFill rotWithShape="1">
          <a:blip r:embed="rId3">
            <a:alphaModFix/>
          </a:blip>
          <a:srcRect b="0" l="0" r="0" t="0"/>
          <a:stretch/>
        </p:blipFill>
        <p:spPr>
          <a:xfrm>
            <a:off x="918760" y="1581506"/>
            <a:ext cx="7431156" cy="2999208"/>
          </a:xfrm>
          <a:prstGeom prst="rect">
            <a:avLst/>
          </a:prstGeom>
          <a:noFill/>
          <a:ln>
            <a:noFill/>
          </a:ln>
        </p:spPr>
      </p:pic>
      <p:sp>
        <p:nvSpPr>
          <p:cNvPr id="252" name="Google Shape;252;p17"/>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253" name="Google Shape;253;p17"/>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54" name="Google Shape;254;p17"/>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nfographic 2">
  <p:cSld name="1_Title and Infographic 2">
    <p:spTree>
      <p:nvGrpSpPr>
        <p:cNvPr id="255" name="Shape 255"/>
        <p:cNvGrpSpPr/>
        <p:nvPr/>
      </p:nvGrpSpPr>
      <p:grpSpPr>
        <a:xfrm>
          <a:off x="0" y="0"/>
          <a:ext cx="0" cy="0"/>
          <a:chOff x="0" y="0"/>
          <a:chExt cx="0" cy="0"/>
        </a:xfrm>
      </p:grpSpPr>
      <p:sp>
        <p:nvSpPr>
          <p:cNvPr id="256" name="Google Shape;256;p1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57" name="Google Shape;257;p1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descr="C:\Users\diyajoseph\Desktop\New folder (3)\Infographics-01-01.png" id="258" name="Google Shape;258;p18"/>
          <p:cNvPicPr preferRelativeResize="0"/>
          <p:nvPr/>
        </p:nvPicPr>
        <p:blipFill rotWithShape="1">
          <a:blip r:embed="rId2">
            <a:alphaModFix/>
          </a:blip>
          <a:srcRect b="0" l="0" r="0" t="0"/>
          <a:stretch/>
        </p:blipFill>
        <p:spPr>
          <a:xfrm>
            <a:off x="4349184" y="1331625"/>
            <a:ext cx="3644856" cy="3644859"/>
          </a:xfrm>
          <a:prstGeom prst="rect">
            <a:avLst/>
          </a:prstGeom>
          <a:noFill/>
          <a:ln>
            <a:noFill/>
          </a:ln>
        </p:spPr>
      </p:pic>
      <p:sp>
        <p:nvSpPr>
          <p:cNvPr id="259" name="Google Shape;259;p18"/>
          <p:cNvSpPr txBox="1"/>
          <p:nvPr>
            <p:ph idx="1" type="body"/>
          </p:nvPr>
        </p:nvSpPr>
        <p:spPr>
          <a:xfrm>
            <a:off x="630238" y="1347788"/>
            <a:ext cx="3182128" cy="27717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0" name="Google Shape;260;p18"/>
          <p:cNvSpPr txBox="1"/>
          <p:nvPr>
            <p:ph idx="2" type="body"/>
          </p:nvPr>
        </p:nvSpPr>
        <p:spPr>
          <a:xfrm>
            <a:off x="6433953" y="1722104"/>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1" name="Google Shape;261;p18"/>
          <p:cNvSpPr txBox="1"/>
          <p:nvPr>
            <p:ph idx="3" type="body"/>
          </p:nvPr>
        </p:nvSpPr>
        <p:spPr>
          <a:xfrm>
            <a:off x="6433953" y="1987771"/>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2" name="Google Shape;262;p18"/>
          <p:cNvSpPr txBox="1"/>
          <p:nvPr>
            <p:ph idx="4" type="body"/>
          </p:nvPr>
        </p:nvSpPr>
        <p:spPr>
          <a:xfrm>
            <a:off x="4628562" y="3026158"/>
            <a:ext cx="1182772" cy="3866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100"/>
              <a:buFont typeface="Arial"/>
              <a:buNone/>
              <a:defRPr b="1" i="0" sz="11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3" name="Google Shape;263;p18"/>
          <p:cNvSpPr txBox="1"/>
          <p:nvPr>
            <p:ph idx="5" type="body"/>
          </p:nvPr>
        </p:nvSpPr>
        <p:spPr>
          <a:xfrm>
            <a:off x="7003447" y="278373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4" name="Google Shape;264;p18"/>
          <p:cNvSpPr txBox="1"/>
          <p:nvPr>
            <p:ph idx="6" type="body"/>
          </p:nvPr>
        </p:nvSpPr>
        <p:spPr>
          <a:xfrm>
            <a:off x="7009593" y="3303767"/>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5" name="Google Shape;265;p18"/>
          <p:cNvSpPr txBox="1"/>
          <p:nvPr>
            <p:ph idx="7" type="body"/>
          </p:nvPr>
        </p:nvSpPr>
        <p:spPr>
          <a:xfrm>
            <a:off x="7009593" y="3569434"/>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6" name="Google Shape;266;p18"/>
          <p:cNvSpPr txBox="1"/>
          <p:nvPr>
            <p:ph idx="8" type="body"/>
          </p:nvPr>
        </p:nvSpPr>
        <p:spPr>
          <a:xfrm>
            <a:off x="6433953" y="4034311"/>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7" name="Google Shape;267;p18"/>
          <p:cNvSpPr txBox="1"/>
          <p:nvPr>
            <p:ph idx="9" type="body"/>
          </p:nvPr>
        </p:nvSpPr>
        <p:spPr>
          <a:xfrm>
            <a:off x="6433953" y="4299978"/>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8" name="Google Shape;268;p18"/>
          <p:cNvSpPr txBox="1"/>
          <p:nvPr>
            <p:ph idx="13" type="body"/>
          </p:nvPr>
        </p:nvSpPr>
        <p:spPr>
          <a:xfrm>
            <a:off x="7001132" y="2524953"/>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9" name="Google Shape;269;p18"/>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pic>
        <p:nvPicPr>
          <p:cNvPr id="270" name="Google Shape;270;p18"/>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orient="horz" pos="849">
          <p15:clr>
            <a:srgbClr val="FBAE40"/>
          </p15:clr>
        </p15:guide>
        <p15:guide id="3" orient="horz" pos="2663">
          <p15:clr>
            <a:srgbClr val="FBAE40"/>
          </p15:clr>
        </p15:guide>
        <p15:guide id="4" pos="25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nfographic 3">
  <p:cSld name="1_Title and Infographic 3">
    <p:spTree>
      <p:nvGrpSpPr>
        <p:cNvPr id="271" name="Shape 271"/>
        <p:cNvGrpSpPr/>
        <p:nvPr/>
      </p:nvGrpSpPr>
      <p:grpSpPr>
        <a:xfrm>
          <a:off x="0" y="0"/>
          <a:ext cx="0" cy="0"/>
          <a:chOff x="0" y="0"/>
          <a:chExt cx="0" cy="0"/>
        </a:xfrm>
      </p:grpSpPr>
      <p:sp>
        <p:nvSpPr>
          <p:cNvPr id="272" name="Google Shape;272;p1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73" name="Google Shape;273;p1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274" name="Google Shape;274;p19"/>
          <p:cNvSpPr txBox="1"/>
          <p:nvPr>
            <p:ph idx="1" type="body"/>
          </p:nvPr>
        </p:nvSpPr>
        <p:spPr>
          <a:xfrm>
            <a:off x="2184783" y="1316876"/>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5" name="Google Shape;275;p19"/>
          <p:cNvSpPr txBox="1"/>
          <p:nvPr>
            <p:ph idx="2" type="body"/>
          </p:nvPr>
        </p:nvSpPr>
        <p:spPr>
          <a:xfrm>
            <a:off x="2184783" y="1496505"/>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6" name="Google Shape;276;p19"/>
          <p:cNvSpPr txBox="1"/>
          <p:nvPr>
            <p:ph idx="3" type="body"/>
          </p:nvPr>
        </p:nvSpPr>
        <p:spPr>
          <a:xfrm>
            <a:off x="2184783" y="1708544"/>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7" name="Google Shape;277;p19"/>
          <p:cNvSpPr txBox="1"/>
          <p:nvPr>
            <p:ph idx="4" type="body"/>
          </p:nvPr>
        </p:nvSpPr>
        <p:spPr>
          <a:xfrm>
            <a:off x="1648313" y="2160534"/>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1"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8" name="Google Shape;278;p19"/>
          <p:cNvSpPr txBox="1"/>
          <p:nvPr>
            <p:ph idx="5" type="body"/>
          </p:nvPr>
        </p:nvSpPr>
        <p:spPr>
          <a:xfrm>
            <a:off x="1648313" y="2340163"/>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9" name="Google Shape;279;p19"/>
          <p:cNvSpPr txBox="1"/>
          <p:nvPr>
            <p:ph idx="6" type="body"/>
          </p:nvPr>
        </p:nvSpPr>
        <p:spPr>
          <a:xfrm>
            <a:off x="1648313" y="2552202"/>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0" name="Google Shape;280;p19"/>
          <p:cNvSpPr txBox="1"/>
          <p:nvPr>
            <p:ph idx="7" type="body"/>
          </p:nvPr>
        </p:nvSpPr>
        <p:spPr>
          <a:xfrm>
            <a:off x="1670695" y="3113991"/>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1" name="Google Shape;281;p19"/>
          <p:cNvSpPr txBox="1"/>
          <p:nvPr>
            <p:ph idx="8" type="body"/>
          </p:nvPr>
        </p:nvSpPr>
        <p:spPr>
          <a:xfrm>
            <a:off x="1670695" y="3293620"/>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2" name="Google Shape;282;p19"/>
          <p:cNvSpPr txBox="1"/>
          <p:nvPr>
            <p:ph idx="9" type="body"/>
          </p:nvPr>
        </p:nvSpPr>
        <p:spPr>
          <a:xfrm>
            <a:off x="1670695" y="3505659"/>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3" name="Google Shape;283;p19"/>
          <p:cNvSpPr txBox="1"/>
          <p:nvPr>
            <p:ph idx="13" type="body"/>
          </p:nvPr>
        </p:nvSpPr>
        <p:spPr>
          <a:xfrm>
            <a:off x="2154251" y="3833167"/>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4" name="Google Shape;284;p19"/>
          <p:cNvSpPr txBox="1"/>
          <p:nvPr>
            <p:ph idx="14" type="body"/>
          </p:nvPr>
        </p:nvSpPr>
        <p:spPr>
          <a:xfrm>
            <a:off x="2154251" y="4012796"/>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5" name="Google Shape;285;p19"/>
          <p:cNvSpPr txBox="1"/>
          <p:nvPr>
            <p:ph idx="15" type="body"/>
          </p:nvPr>
        </p:nvSpPr>
        <p:spPr>
          <a:xfrm>
            <a:off x="2154251" y="4224835"/>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6" name="Google Shape;286;p19"/>
          <p:cNvSpPr txBox="1"/>
          <p:nvPr>
            <p:ph idx="16" type="body"/>
          </p:nvPr>
        </p:nvSpPr>
        <p:spPr>
          <a:xfrm>
            <a:off x="5711844" y="1274684"/>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7" name="Google Shape;287;p19"/>
          <p:cNvSpPr txBox="1"/>
          <p:nvPr>
            <p:ph idx="17" type="body"/>
          </p:nvPr>
        </p:nvSpPr>
        <p:spPr>
          <a:xfrm>
            <a:off x="5711844" y="1454313"/>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8" name="Google Shape;288;p19"/>
          <p:cNvSpPr txBox="1"/>
          <p:nvPr>
            <p:ph idx="18" type="body"/>
          </p:nvPr>
        </p:nvSpPr>
        <p:spPr>
          <a:xfrm>
            <a:off x="5711844" y="1666352"/>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9" name="Google Shape;289;p19"/>
          <p:cNvSpPr txBox="1"/>
          <p:nvPr>
            <p:ph idx="19" type="body"/>
          </p:nvPr>
        </p:nvSpPr>
        <p:spPr>
          <a:xfrm>
            <a:off x="6247590" y="2081713"/>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0" name="Google Shape;290;p19"/>
          <p:cNvSpPr txBox="1"/>
          <p:nvPr>
            <p:ph idx="20" type="body"/>
          </p:nvPr>
        </p:nvSpPr>
        <p:spPr>
          <a:xfrm>
            <a:off x="6247590" y="2261342"/>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1" name="Google Shape;291;p19"/>
          <p:cNvSpPr txBox="1"/>
          <p:nvPr>
            <p:ph idx="21" type="body"/>
          </p:nvPr>
        </p:nvSpPr>
        <p:spPr>
          <a:xfrm>
            <a:off x="6247590" y="2473381"/>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2" name="Google Shape;292;p19"/>
          <p:cNvSpPr txBox="1"/>
          <p:nvPr>
            <p:ph idx="22" type="body"/>
          </p:nvPr>
        </p:nvSpPr>
        <p:spPr>
          <a:xfrm>
            <a:off x="6247590" y="3009669"/>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3" name="Google Shape;293;p19"/>
          <p:cNvSpPr txBox="1"/>
          <p:nvPr>
            <p:ph idx="23" type="body"/>
          </p:nvPr>
        </p:nvSpPr>
        <p:spPr>
          <a:xfrm>
            <a:off x="6247590" y="3189298"/>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4" name="Google Shape;294;p19"/>
          <p:cNvSpPr txBox="1"/>
          <p:nvPr>
            <p:ph idx="24" type="body"/>
          </p:nvPr>
        </p:nvSpPr>
        <p:spPr>
          <a:xfrm>
            <a:off x="6247590" y="3401337"/>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5" name="Google Shape;295;p19"/>
          <p:cNvSpPr txBox="1"/>
          <p:nvPr>
            <p:ph idx="25" type="body"/>
          </p:nvPr>
        </p:nvSpPr>
        <p:spPr>
          <a:xfrm>
            <a:off x="5911033" y="3827718"/>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6" name="Google Shape;296;p19"/>
          <p:cNvSpPr txBox="1"/>
          <p:nvPr>
            <p:ph idx="26" type="body"/>
          </p:nvPr>
        </p:nvSpPr>
        <p:spPr>
          <a:xfrm>
            <a:off x="5911033" y="4007347"/>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7" name="Google Shape;297;p19"/>
          <p:cNvSpPr txBox="1"/>
          <p:nvPr>
            <p:ph idx="27" type="body"/>
          </p:nvPr>
        </p:nvSpPr>
        <p:spPr>
          <a:xfrm>
            <a:off x="5911033" y="4219386"/>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grpSp>
        <p:nvGrpSpPr>
          <p:cNvPr id="298" name="Google Shape;298;p19"/>
          <p:cNvGrpSpPr/>
          <p:nvPr/>
        </p:nvGrpSpPr>
        <p:grpSpPr>
          <a:xfrm>
            <a:off x="3064089" y="1322496"/>
            <a:ext cx="3130304" cy="3130304"/>
            <a:chOff x="1725851" y="197234"/>
            <a:chExt cx="4799362" cy="4799363"/>
          </a:xfrm>
        </p:grpSpPr>
        <p:sp>
          <p:nvSpPr>
            <p:cNvPr id="299" name="Google Shape;299;p19"/>
            <p:cNvSpPr/>
            <p:nvPr/>
          </p:nvSpPr>
          <p:spPr>
            <a:xfrm>
              <a:off x="2160294" y="631678"/>
              <a:ext cx="3930473" cy="3930474"/>
            </a:xfrm>
            <a:prstGeom prst="blockArc">
              <a:avLst>
                <a:gd fmla="val 13500000" name="adj1"/>
                <a:gd fmla="val 16200000" name="adj2"/>
                <a:gd fmla="val 3430" name="adj3"/>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00" name="Google Shape;300;p19"/>
            <p:cNvSpPr/>
            <p:nvPr/>
          </p:nvSpPr>
          <p:spPr>
            <a:xfrm>
              <a:off x="2160294" y="631678"/>
              <a:ext cx="3930473" cy="3930474"/>
            </a:xfrm>
            <a:prstGeom prst="blockArc">
              <a:avLst>
                <a:gd fmla="val 10800000" name="adj1"/>
                <a:gd fmla="val 13500000" name="adj2"/>
                <a:gd fmla="val 3430" name="adj3"/>
              </a:avLst>
            </a:prstGeom>
            <a:solidFill>
              <a:srgbClr val="9D9D9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01" name="Google Shape;301;p19"/>
            <p:cNvSpPr/>
            <p:nvPr/>
          </p:nvSpPr>
          <p:spPr>
            <a:xfrm>
              <a:off x="2160294" y="631678"/>
              <a:ext cx="3930473" cy="3930474"/>
            </a:xfrm>
            <a:prstGeom prst="blockArc">
              <a:avLst>
                <a:gd fmla="val 8100000" name="adj1"/>
                <a:gd fmla="val 10800000" name="adj2"/>
                <a:gd fmla="val 3430" name="adj3"/>
              </a:avLst>
            </a:prstGeom>
            <a:solidFill>
              <a:schemeClr val="dk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02" name="Google Shape;302;p19"/>
            <p:cNvSpPr/>
            <p:nvPr/>
          </p:nvSpPr>
          <p:spPr>
            <a:xfrm>
              <a:off x="2160294" y="631678"/>
              <a:ext cx="3930473" cy="3930474"/>
            </a:xfrm>
            <a:prstGeom prst="blockArc">
              <a:avLst>
                <a:gd fmla="val 5400000" name="adj1"/>
                <a:gd fmla="val 8100000" name="adj2"/>
                <a:gd fmla="val 3430" name="adj3"/>
              </a:avLst>
            </a:prstGeom>
            <a:solidFill>
              <a:srgbClr val="B4B4B4"/>
            </a:solidFill>
            <a:ln cap="flat" cmpd="sng" w="9525">
              <a:solidFill>
                <a:srgbClr val="A8A8A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303" name="Google Shape;303;p19"/>
            <p:cNvSpPr/>
            <p:nvPr/>
          </p:nvSpPr>
          <p:spPr>
            <a:xfrm>
              <a:off x="2160294" y="631678"/>
              <a:ext cx="3930473" cy="3930474"/>
            </a:xfrm>
            <a:prstGeom prst="blockArc">
              <a:avLst>
                <a:gd fmla="val 2700000" name="adj1"/>
                <a:gd fmla="val 5400000" name="adj2"/>
                <a:gd fmla="val 3430" name="adj3"/>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04" name="Google Shape;304;p19"/>
            <p:cNvSpPr/>
            <p:nvPr/>
          </p:nvSpPr>
          <p:spPr>
            <a:xfrm>
              <a:off x="2160294" y="631678"/>
              <a:ext cx="3930473" cy="3930474"/>
            </a:xfrm>
            <a:prstGeom prst="blockArc">
              <a:avLst>
                <a:gd fmla="val 0" name="adj1"/>
                <a:gd fmla="val 2700000" name="adj2"/>
                <a:gd fmla="val 3430" name="adj3"/>
              </a:avLst>
            </a:prstGeom>
            <a:solidFill>
              <a:srgbClr val="F6323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05" name="Google Shape;305;p19"/>
            <p:cNvSpPr/>
            <p:nvPr/>
          </p:nvSpPr>
          <p:spPr>
            <a:xfrm>
              <a:off x="2160294" y="631678"/>
              <a:ext cx="3930473" cy="3930474"/>
            </a:xfrm>
            <a:prstGeom prst="blockArc">
              <a:avLst>
                <a:gd fmla="val 18900000" name="adj1"/>
                <a:gd fmla="val 0" name="adj2"/>
                <a:gd fmla="val 3430" name="adj3"/>
              </a:avLst>
            </a:prstGeom>
            <a:solidFill>
              <a:srgbClr val="CCCCC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06" name="Google Shape;306;p19"/>
            <p:cNvSpPr/>
            <p:nvPr/>
          </p:nvSpPr>
          <p:spPr>
            <a:xfrm>
              <a:off x="2160294" y="631678"/>
              <a:ext cx="3930473" cy="3930474"/>
            </a:xfrm>
            <a:prstGeom prst="blockArc">
              <a:avLst>
                <a:gd fmla="val 16200000" name="adj1"/>
                <a:gd fmla="val 18900000" name="adj2"/>
                <a:gd fmla="val 3430" name="adj3"/>
              </a:avLst>
            </a:prstGeom>
            <a:solidFill>
              <a:srgbClr val="F6323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07" name="Google Shape;307;p19"/>
            <p:cNvSpPr/>
            <p:nvPr/>
          </p:nvSpPr>
          <p:spPr>
            <a:xfrm>
              <a:off x="3128723" y="1600108"/>
              <a:ext cx="1993614" cy="1993614"/>
            </a:xfrm>
            <a:custGeom>
              <a:rect b="b" l="l" r="r" t="t"/>
              <a:pathLst>
                <a:path extrusionOk="0" h="1993614" w="1993614">
                  <a:moveTo>
                    <a:pt x="0" y="996807"/>
                  </a:moveTo>
                  <a:cubicBezTo>
                    <a:pt x="0" y="446286"/>
                    <a:pt x="446286" y="0"/>
                    <a:pt x="996807" y="0"/>
                  </a:cubicBezTo>
                  <a:cubicBezTo>
                    <a:pt x="1547328" y="0"/>
                    <a:pt x="1993614" y="446286"/>
                    <a:pt x="1993614" y="996807"/>
                  </a:cubicBezTo>
                  <a:cubicBezTo>
                    <a:pt x="1993614" y="1547328"/>
                    <a:pt x="1547328" y="1993614"/>
                    <a:pt x="996807" y="1993614"/>
                  </a:cubicBezTo>
                  <a:cubicBezTo>
                    <a:pt x="446286" y="1993614"/>
                    <a:pt x="0" y="1547328"/>
                    <a:pt x="0" y="996807"/>
                  </a:cubicBezTo>
                  <a:close/>
                </a:path>
              </a:pathLst>
            </a:custGeom>
            <a:noFill/>
            <a:ln cap="flat" cmpd="sng" w="50800">
              <a:solidFill>
                <a:srgbClr val="4C4C4C"/>
              </a:solidFill>
              <a:prstDash val="solid"/>
              <a:miter lim="800000"/>
              <a:headEnd len="sm" w="sm" type="none"/>
              <a:tailEnd len="sm" w="sm" type="none"/>
            </a:ln>
            <a:effectLst>
              <a:outerShdw blurRad="50800" rotWithShape="0" algn="tr" dir="8100000" dist="38100">
                <a:srgbClr val="000000">
                  <a:alpha val="40000"/>
                </a:srgbClr>
              </a:outerShdw>
            </a:effectLst>
          </p:spPr>
          <p:txBody>
            <a:bodyPr anchorCtr="0" anchor="ctr" bIns="307175" lIns="307175" spcFirstLastPara="1" rIns="307175" wrap="square" tIns="307175">
              <a:noAutofit/>
            </a:bodyPr>
            <a:lstStyle/>
            <a:p>
              <a:pPr indent="0" lvl="0" marL="0" marR="0" rtl="0" algn="ctr">
                <a:lnSpc>
                  <a:spcPct val="90000"/>
                </a:lnSpc>
                <a:spcBef>
                  <a:spcPts val="0"/>
                </a:spcBef>
                <a:spcAft>
                  <a:spcPts val="0"/>
                </a:spcAft>
                <a:buClr>
                  <a:schemeClr val="dk1"/>
                </a:buClr>
                <a:buSzPts val="1200"/>
                <a:buFont typeface="Calibri"/>
                <a:buNone/>
              </a:pPr>
              <a:r>
                <a:t/>
              </a:r>
              <a:endParaRPr sz="1200">
                <a:solidFill>
                  <a:srgbClr val="4C4C4C"/>
                </a:solidFill>
                <a:latin typeface="Roboto"/>
                <a:ea typeface="Roboto"/>
                <a:cs typeface="Roboto"/>
                <a:sym typeface="Roboto"/>
              </a:endParaRPr>
            </a:p>
          </p:txBody>
        </p:sp>
        <p:sp>
          <p:nvSpPr>
            <p:cNvPr id="308" name="Google Shape;308;p19"/>
            <p:cNvSpPr/>
            <p:nvPr/>
          </p:nvSpPr>
          <p:spPr>
            <a:xfrm>
              <a:off x="3657379" y="19723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F6323E"/>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chemeClr val="dk1"/>
                </a:buClr>
                <a:buSzPts val="2100"/>
                <a:buFont typeface="Calibri"/>
                <a:buNone/>
              </a:pPr>
              <a:r>
                <a:t/>
              </a:r>
              <a:endParaRPr sz="2100">
                <a:solidFill>
                  <a:schemeClr val="lt1"/>
                </a:solidFill>
                <a:latin typeface="Calibri"/>
                <a:ea typeface="Calibri"/>
                <a:cs typeface="Calibri"/>
                <a:sym typeface="Calibri"/>
              </a:endParaRPr>
            </a:p>
          </p:txBody>
        </p:sp>
        <p:sp>
          <p:nvSpPr>
            <p:cNvPr id="309" name="Google Shape;309;p19"/>
            <p:cNvSpPr/>
            <p:nvPr/>
          </p:nvSpPr>
          <p:spPr>
            <a:xfrm>
              <a:off x="5023178" y="762966"/>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CCCCCC"/>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chemeClr val="dk1"/>
                </a:buClr>
                <a:buSzPts val="2100"/>
                <a:buFont typeface="Calibri"/>
                <a:buNone/>
              </a:pPr>
              <a:r>
                <a:t/>
              </a:r>
              <a:endParaRPr sz="2100">
                <a:solidFill>
                  <a:schemeClr val="lt1"/>
                </a:solidFill>
                <a:latin typeface="Calibri"/>
                <a:ea typeface="Calibri"/>
                <a:cs typeface="Calibri"/>
                <a:sym typeface="Calibri"/>
              </a:endParaRPr>
            </a:p>
          </p:txBody>
        </p:sp>
        <p:sp>
          <p:nvSpPr>
            <p:cNvPr id="310" name="Google Shape;310;p19"/>
            <p:cNvSpPr/>
            <p:nvPr/>
          </p:nvSpPr>
          <p:spPr>
            <a:xfrm>
              <a:off x="5588911" y="21287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F6323E"/>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chemeClr val="dk1"/>
                </a:buClr>
                <a:buSzPts val="2100"/>
                <a:buFont typeface="Calibri"/>
                <a:buNone/>
              </a:pPr>
              <a:r>
                <a:t/>
              </a:r>
              <a:endParaRPr sz="2100">
                <a:solidFill>
                  <a:schemeClr val="lt1"/>
                </a:solidFill>
                <a:latin typeface="Calibri"/>
                <a:ea typeface="Calibri"/>
                <a:cs typeface="Calibri"/>
                <a:sym typeface="Calibri"/>
              </a:endParaRPr>
            </a:p>
          </p:txBody>
        </p:sp>
        <p:sp>
          <p:nvSpPr>
            <p:cNvPr id="311" name="Google Shape;311;p19"/>
            <p:cNvSpPr/>
            <p:nvPr/>
          </p:nvSpPr>
          <p:spPr>
            <a:xfrm>
              <a:off x="5023177" y="3494562"/>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9D9D9D"/>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chemeClr val="dk1"/>
                </a:buClr>
                <a:buSzPts val="2100"/>
                <a:buFont typeface="Calibri"/>
                <a:buNone/>
              </a:pPr>
              <a:r>
                <a:t/>
              </a:r>
              <a:endParaRPr sz="2100">
                <a:solidFill>
                  <a:schemeClr val="lt1"/>
                </a:solidFill>
                <a:latin typeface="Calibri"/>
                <a:ea typeface="Calibri"/>
                <a:cs typeface="Calibri"/>
                <a:sym typeface="Calibri"/>
              </a:endParaRPr>
            </a:p>
          </p:txBody>
        </p:sp>
        <p:sp>
          <p:nvSpPr>
            <p:cNvPr id="312" name="Google Shape;312;p19"/>
            <p:cNvSpPr/>
            <p:nvPr/>
          </p:nvSpPr>
          <p:spPr>
            <a:xfrm>
              <a:off x="3657379" y="4060295"/>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F6323E"/>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chemeClr val="dk1"/>
                </a:buClr>
                <a:buSzPts val="4000"/>
                <a:buFont typeface="Calibri"/>
                <a:buNone/>
              </a:pPr>
              <a:r>
                <a:t/>
              </a:r>
              <a:endParaRPr sz="4000">
                <a:solidFill>
                  <a:schemeClr val="lt1"/>
                </a:solidFill>
                <a:latin typeface="Calibri"/>
                <a:ea typeface="Calibri"/>
                <a:cs typeface="Calibri"/>
                <a:sym typeface="Calibri"/>
              </a:endParaRPr>
            </a:p>
          </p:txBody>
        </p:sp>
        <p:sp>
          <p:nvSpPr>
            <p:cNvPr id="313" name="Google Shape;313;p19"/>
            <p:cNvSpPr/>
            <p:nvPr/>
          </p:nvSpPr>
          <p:spPr>
            <a:xfrm>
              <a:off x="2291582" y="34945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A8A8A8"/>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chemeClr val="dk1"/>
                </a:buClr>
                <a:buSzPts val="4000"/>
                <a:buFont typeface="Calibri"/>
                <a:buNone/>
              </a:pPr>
              <a:r>
                <a:t/>
              </a:r>
              <a:endParaRPr sz="4000">
                <a:solidFill>
                  <a:schemeClr val="lt1"/>
                </a:solidFill>
                <a:latin typeface="Calibri"/>
                <a:ea typeface="Calibri"/>
                <a:cs typeface="Calibri"/>
                <a:sym typeface="Calibri"/>
              </a:endParaRPr>
            </a:p>
          </p:txBody>
        </p:sp>
        <p:sp>
          <p:nvSpPr>
            <p:cNvPr id="314" name="Google Shape;314;p19"/>
            <p:cNvSpPr/>
            <p:nvPr/>
          </p:nvSpPr>
          <p:spPr>
            <a:xfrm>
              <a:off x="1725851" y="21287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chemeClr val="dk1"/>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chemeClr val="dk1"/>
                </a:buClr>
                <a:buSzPts val="4000"/>
                <a:buFont typeface="Calibri"/>
                <a:buNone/>
              </a:pPr>
              <a:r>
                <a:t/>
              </a:r>
              <a:endParaRPr sz="4000">
                <a:solidFill>
                  <a:schemeClr val="lt1"/>
                </a:solidFill>
                <a:latin typeface="Calibri"/>
                <a:ea typeface="Calibri"/>
                <a:cs typeface="Calibri"/>
                <a:sym typeface="Calibri"/>
              </a:endParaRPr>
            </a:p>
          </p:txBody>
        </p:sp>
        <p:sp>
          <p:nvSpPr>
            <p:cNvPr id="315" name="Google Shape;315;p19"/>
            <p:cNvSpPr/>
            <p:nvPr/>
          </p:nvSpPr>
          <p:spPr>
            <a:xfrm>
              <a:off x="2291581" y="762965"/>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989898"/>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chemeClr val="dk1"/>
                </a:buClr>
                <a:buSzPts val="4000"/>
                <a:buFont typeface="Calibri"/>
                <a:buNone/>
              </a:pPr>
              <a:r>
                <a:t/>
              </a:r>
              <a:endParaRPr sz="4000">
                <a:solidFill>
                  <a:schemeClr val="lt1"/>
                </a:solidFill>
                <a:latin typeface="Calibri"/>
                <a:ea typeface="Calibri"/>
                <a:cs typeface="Calibri"/>
                <a:sym typeface="Calibri"/>
              </a:endParaRPr>
            </a:p>
          </p:txBody>
        </p:sp>
      </p:grpSp>
      <p:pic>
        <p:nvPicPr>
          <p:cNvPr id="316" name="Google Shape;316;p19"/>
          <p:cNvPicPr preferRelativeResize="0"/>
          <p:nvPr/>
        </p:nvPicPr>
        <p:blipFill rotWithShape="1">
          <a:blip r:embed="rId2">
            <a:alphaModFix/>
          </a:blip>
          <a:srcRect b="0" l="0" r="0" t="0"/>
          <a:stretch/>
        </p:blipFill>
        <p:spPr>
          <a:xfrm>
            <a:off x="3906518" y="1572770"/>
            <a:ext cx="365816" cy="365816"/>
          </a:xfrm>
          <a:prstGeom prst="rect">
            <a:avLst/>
          </a:prstGeom>
          <a:noFill/>
          <a:ln>
            <a:noFill/>
          </a:ln>
        </p:spPr>
      </p:pic>
      <p:pic>
        <p:nvPicPr>
          <p:cNvPr id="317" name="Google Shape;317;p19"/>
          <p:cNvPicPr preferRelativeResize="0"/>
          <p:nvPr/>
        </p:nvPicPr>
        <p:blipFill rotWithShape="1">
          <a:blip r:embed="rId3">
            <a:alphaModFix/>
          </a:blip>
          <a:srcRect b="0" l="0" r="0" t="0"/>
          <a:stretch/>
        </p:blipFill>
        <p:spPr>
          <a:xfrm>
            <a:off x="4972122" y="3840710"/>
            <a:ext cx="365816" cy="365816"/>
          </a:xfrm>
          <a:prstGeom prst="rect">
            <a:avLst/>
          </a:prstGeom>
          <a:noFill/>
          <a:ln>
            <a:noFill/>
          </a:ln>
        </p:spPr>
      </p:pic>
      <p:pic>
        <p:nvPicPr>
          <p:cNvPr id="318" name="Google Shape;318;p19"/>
          <p:cNvPicPr preferRelativeResize="0"/>
          <p:nvPr/>
        </p:nvPicPr>
        <p:blipFill rotWithShape="1">
          <a:blip r:embed="rId4">
            <a:alphaModFix/>
          </a:blip>
          <a:srcRect b="0" l="0" r="0" t="0"/>
          <a:stretch/>
        </p:blipFill>
        <p:spPr>
          <a:xfrm>
            <a:off x="3285784" y="3229619"/>
            <a:ext cx="365816" cy="365816"/>
          </a:xfrm>
          <a:prstGeom prst="rect">
            <a:avLst/>
          </a:prstGeom>
          <a:noFill/>
          <a:ln>
            <a:noFill/>
          </a:ln>
        </p:spPr>
      </p:pic>
      <p:pic>
        <p:nvPicPr>
          <p:cNvPr id="319" name="Google Shape;319;p19"/>
          <p:cNvPicPr preferRelativeResize="0"/>
          <p:nvPr/>
        </p:nvPicPr>
        <p:blipFill rotWithShape="1">
          <a:blip r:embed="rId5">
            <a:alphaModFix/>
          </a:blip>
          <a:srcRect b="0" l="0" r="0" t="0"/>
          <a:stretch/>
        </p:blipFill>
        <p:spPr>
          <a:xfrm>
            <a:off x="3260129" y="2284117"/>
            <a:ext cx="365816" cy="365816"/>
          </a:xfrm>
          <a:prstGeom prst="rect">
            <a:avLst/>
          </a:prstGeom>
          <a:noFill/>
          <a:ln>
            <a:noFill/>
          </a:ln>
        </p:spPr>
      </p:pic>
      <p:pic>
        <p:nvPicPr>
          <p:cNvPr id="320" name="Google Shape;320;p19"/>
          <p:cNvPicPr preferRelativeResize="0"/>
          <p:nvPr/>
        </p:nvPicPr>
        <p:blipFill rotWithShape="1">
          <a:blip r:embed="rId6">
            <a:alphaModFix/>
          </a:blip>
          <a:srcRect b="0" l="0" r="0" t="0"/>
          <a:stretch/>
        </p:blipFill>
        <p:spPr>
          <a:xfrm>
            <a:off x="4871063" y="1518775"/>
            <a:ext cx="365816" cy="365816"/>
          </a:xfrm>
          <a:prstGeom prst="rect">
            <a:avLst/>
          </a:prstGeom>
          <a:noFill/>
          <a:ln>
            <a:noFill/>
          </a:ln>
        </p:spPr>
      </p:pic>
      <p:pic>
        <p:nvPicPr>
          <p:cNvPr id="321" name="Google Shape;321;p19"/>
          <p:cNvPicPr preferRelativeResize="0"/>
          <p:nvPr/>
        </p:nvPicPr>
        <p:blipFill rotWithShape="1">
          <a:blip r:embed="rId7">
            <a:alphaModFix/>
          </a:blip>
          <a:srcRect b="0" l="0" r="0" t="0"/>
          <a:stretch/>
        </p:blipFill>
        <p:spPr>
          <a:xfrm>
            <a:off x="5606880" y="2182634"/>
            <a:ext cx="365816" cy="365816"/>
          </a:xfrm>
          <a:prstGeom prst="rect">
            <a:avLst/>
          </a:prstGeom>
          <a:noFill/>
          <a:ln>
            <a:noFill/>
          </a:ln>
        </p:spPr>
      </p:pic>
      <p:pic>
        <p:nvPicPr>
          <p:cNvPr id="322" name="Google Shape;322;p19"/>
          <p:cNvPicPr preferRelativeResize="0"/>
          <p:nvPr/>
        </p:nvPicPr>
        <p:blipFill rotWithShape="1">
          <a:blip r:embed="rId8">
            <a:alphaModFix/>
          </a:blip>
          <a:srcRect b="0" l="0" r="0" t="0"/>
          <a:stretch/>
        </p:blipFill>
        <p:spPr>
          <a:xfrm>
            <a:off x="5641355" y="3145032"/>
            <a:ext cx="365816" cy="365816"/>
          </a:xfrm>
          <a:prstGeom prst="rect">
            <a:avLst/>
          </a:prstGeom>
          <a:noFill/>
          <a:ln>
            <a:noFill/>
          </a:ln>
        </p:spPr>
      </p:pic>
      <p:pic>
        <p:nvPicPr>
          <p:cNvPr id="323" name="Google Shape;323;p19"/>
          <p:cNvPicPr preferRelativeResize="0"/>
          <p:nvPr/>
        </p:nvPicPr>
        <p:blipFill rotWithShape="1">
          <a:blip r:embed="rId9">
            <a:alphaModFix/>
          </a:blip>
          <a:srcRect b="0" l="0" r="0" t="0"/>
          <a:stretch/>
        </p:blipFill>
        <p:spPr>
          <a:xfrm>
            <a:off x="4014639" y="3877794"/>
            <a:ext cx="365816" cy="365816"/>
          </a:xfrm>
          <a:prstGeom prst="rect">
            <a:avLst/>
          </a:prstGeom>
          <a:noFill/>
          <a:ln>
            <a:noFill/>
          </a:ln>
        </p:spPr>
      </p:pic>
      <p:sp>
        <p:nvSpPr>
          <p:cNvPr id="324" name="Google Shape;324;p19"/>
          <p:cNvSpPr txBox="1"/>
          <p:nvPr>
            <p:ph idx="28" type="body"/>
          </p:nvPr>
        </p:nvSpPr>
        <p:spPr>
          <a:xfrm>
            <a:off x="4052675" y="2723156"/>
            <a:ext cx="1182772" cy="3866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100"/>
              <a:buFont typeface="Arial"/>
              <a:buNone/>
              <a:defRPr b="1" i="0" sz="11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25" name="Google Shape;325;p19"/>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326" name="Google Shape;326;p19"/>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27" name="Google Shape;327;p19"/>
          <p:cNvPicPr preferRelativeResize="0"/>
          <p:nvPr/>
        </p:nvPicPr>
        <p:blipFill rotWithShape="1">
          <a:blip r:embed="rId10">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10_Custom Layout">
    <p:spTree>
      <p:nvGrpSpPr>
        <p:cNvPr id="328" name="Shape 328"/>
        <p:cNvGrpSpPr/>
        <p:nvPr/>
      </p:nvGrpSpPr>
      <p:grpSpPr>
        <a:xfrm>
          <a:off x="0" y="0"/>
          <a:ext cx="0" cy="0"/>
          <a:chOff x="0" y="0"/>
          <a:chExt cx="0" cy="0"/>
        </a:xfrm>
      </p:grpSpPr>
      <p:sp>
        <p:nvSpPr>
          <p:cNvPr id="329" name="Google Shape;329;p2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330" name="Google Shape;330;p2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331" name="Google Shape;331;p20"/>
          <p:cNvSpPr txBox="1"/>
          <p:nvPr>
            <p:ph idx="1" type="body"/>
          </p:nvPr>
        </p:nvSpPr>
        <p:spPr>
          <a:xfrm>
            <a:off x="630238" y="1455738"/>
            <a:ext cx="2933700" cy="3060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32" name="Google Shape;332;p20"/>
          <p:cNvSpPr/>
          <p:nvPr>
            <p:ph idx="2" type="chart"/>
          </p:nvPr>
        </p:nvSpPr>
        <p:spPr>
          <a:xfrm>
            <a:off x="3676650" y="1466850"/>
            <a:ext cx="4845050" cy="3048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33" name="Google Shape;333;p20"/>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334" name="Google Shape;334;p20"/>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35" name="Google Shape;335;p20"/>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pos="2245">
          <p15:clr>
            <a:srgbClr val="FBAE40"/>
          </p15:clr>
        </p15:guide>
        <p15:guide id="3" orient="horz" pos="917">
          <p15:clr>
            <a:srgbClr val="FBAE40"/>
          </p15:clr>
        </p15:guide>
        <p15:guide id="4" orient="horz" pos="284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p:cSld name="1_Divider">
    <p:spTree>
      <p:nvGrpSpPr>
        <p:cNvPr id="336" name="Shape 336"/>
        <p:cNvGrpSpPr/>
        <p:nvPr/>
      </p:nvGrpSpPr>
      <p:grpSpPr>
        <a:xfrm>
          <a:off x="0" y="0"/>
          <a:ext cx="0" cy="0"/>
          <a:chOff x="0" y="0"/>
          <a:chExt cx="0" cy="0"/>
        </a:xfrm>
      </p:grpSpPr>
      <p:sp>
        <p:nvSpPr>
          <p:cNvPr id="337" name="Google Shape;337;p21"/>
          <p:cNvSpPr/>
          <p:nvPr>
            <p:ph idx="2" type="pic"/>
          </p:nvPr>
        </p:nvSpPr>
        <p:spPr>
          <a:xfrm>
            <a:off x="0" y="0"/>
            <a:ext cx="9144000" cy="51435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38" name="Google Shape;338;p2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9" name="Google Shape;339;p2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340" name="Google Shape;340;p21"/>
          <p:cNvPicPr preferRelativeResize="0"/>
          <p:nvPr/>
        </p:nvPicPr>
        <p:blipFill rotWithShape="1">
          <a:blip r:embed="rId2">
            <a:alphaModFix/>
          </a:blip>
          <a:srcRect b="0" l="0" r="0" t="0"/>
          <a:stretch/>
        </p:blipFill>
        <p:spPr>
          <a:xfrm>
            <a:off x="628650" y="546100"/>
            <a:ext cx="3259769" cy="4033989"/>
          </a:xfrm>
          <a:prstGeom prst="rect">
            <a:avLst/>
          </a:prstGeom>
          <a:noFill/>
          <a:ln>
            <a:noFill/>
          </a:ln>
        </p:spPr>
      </p:pic>
      <p:sp>
        <p:nvSpPr>
          <p:cNvPr id="341" name="Google Shape;341;p21"/>
          <p:cNvSpPr txBox="1"/>
          <p:nvPr/>
        </p:nvSpPr>
        <p:spPr>
          <a:xfrm>
            <a:off x="971550" y="1260629"/>
            <a:ext cx="2552886" cy="15802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1400"/>
              <a:buFont typeface="Arial"/>
              <a:buNone/>
            </a:pPr>
            <a:r>
              <a:rPr lang="en-IN" sz="1400">
                <a:solidFill>
                  <a:schemeClr val="lt1"/>
                </a:solidFill>
                <a:latin typeface="Proxima Nova"/>
                <a:ea typeface="Proxima Nova"/>
                <a:cs typeface="Proxima Nova"/>
                <a:sym typeface="Proxima Nova"/>
              </a:rPr>
              <a:t>Edit Master text styles</a:t>
            </a:r>
            <a:endParaRPr/>
          </a:p>
        </p:txBody>
      </p:sp>
      <p:pic>
        <p:nvPicPr>
          <p:cNvPr id="342" name="Google Shape;342;p21"/>
          <p:cNvPicPr preferRelativeResize="0"/>
          <p:nvPr/>
        </p:nvPicPr>
        <p:blipFill rotWithShape="1">
          <a:blip r:embed="rId2">
            <a:alphaModFix/>
          </a:blip>
          <a:srcRect b="0" l="0" r="0" t="0"/>
          <a:stretch/>
        </p:blipFill>
        <p:spPr>
          <a:xfrm>
            <a:off x="628650" y="546100"/>
            <a:ext cx="3259769" cy="4033989"/>
          </a:xfrm>
          <a:prstGeom prst="rect">
            <a:avLst/>
          </a:prstGeom>
          <a:noFill/>
          <a:ln>
            <a:noFill/>
          </a:ln>
        </p:spPr>
      </p:pic>
      <p:sp>
        <p:nvSpPr>
          <p:cNvPr id="343" name="Google Shape;343;p21"/>
          <p:cNvSpPr txBox="1"/>
          <p:nvPr/>
        </p:nvSpPr>
        <p:spPr>
          <a:xfrm>
            <a:off x="971550" y="1260629"/>
            <a:ext cx="2552886" cy="15802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1400"/>
              <a:buFont typeface="Arial"/>
              <a:buNone/>
            </a:pPr>
            <a:r>
              <a:rPr lang="en-IN" sz="1400">
                <a:solidFill>
                  <a:schemeClr val="lt1"/>
                </a:solidFill>
                <a:latin typeface="Proxima Nova"/>
                <a:ea typeface="Proxima Nova"/>
                <a:cs typeface="Proxima Nova"/>
                <a:sym typeface="Proxima Nova"/>
              </a:rPr>
              <a:t>Edit Master text styles</a:t>
            </a:r>
            <a:endParaRPr/>
          </a:p>
        </p:txBody>
      </p:sp>
    </p:spTree>
  </p:cSld>
  <p:clrMapOvr>
    <a:masterClrMapping/>
  </p:clrMapOvr>
  <p:extLst>
    <p:ext uri="{DCECCB84-F9BA-43D5-87BE-67443E8EF086}">
      <p15:sldGuideLst>
        <p15:guide id="1" orient="horz" pos="2890">
          <p15:clr>
            <a:srgbClr val="FBAE40"/>
          </p15:clr>
        </p15:guide>
        <p15:guide id="2" pos="612">
          <p15:clr>
            <a:srgbClr val="FBAE40"/>
          </p15:clr>
        </p15:guide>
        <p15:guide id="3" pos="2222">
          <p15:clr>
            <a:srgbClr val="FBAE40"/>
          </p15:clr>
        </p15:guide>
        <p15:guide id="4" orient="horz" pos="162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picture with caption" showMasterSp="0">
  <p:cSld name="Title and 3 picture with caption">
    <p:spTree>
      <p:nvGrpSpPr>
        <p:cNvPr id="344" name="Shape 344"/>
        <p:cNvGrpSpPr/>
        <p:nvPr/>
      </p:nvGrpSpPr>
      <p:grpSpPr>
        <a:xfrm>
          <a:off x="0" y="0"/>
          <a:ext cx="0" cy="0"/>
          <a:chOff x="0" y="0"/>
          <a:chExt cx="0" cy="0"/>
        </a:xfrm>
      </p:grpSpPr>
      <p:sp>
        <p:nvSpPr>
          <p:cNvPr id="345" name="Google Shape;345;p22"/>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346" name="Google Shape;346;p22"/>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347" name="Google Shape;347;p22"/>
          <p:cNvSpPr txBox="1"/>
          <p:nvPr>
            <p:ph type="title"/>
          </p:nvPr>
        </p:nvSpPr>
        <p:spPr>
          <a:xfrm>
            <a:off x="629841" y="600075"/>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8" name="Google Shape;348;p22"/>
          <p:cNvSpPr/>
          <p:nvPr>
            <p:ph idx="2" type="pic"/>
          </p:nvPr>
        </p:nvSpPr>
        <p:spPr>
          <a:xfrm>
            <a:off x="1445363" y="1382268"/>
            <a:ext cx="1668121" cy="1946672"/>
          </a:xfrm>
          <a:prstGeom prst="rect">
            <a:avLst/>
          </a:prstGeom>
          <a:noFill/>
          <a:ln>
            <a:noFill/>
          </a:ln>
          <a:effectLst>
            <a:outerShdw blurRad="50800" rotWithShape="0" algn="r" dir="10800000" dist="38100">
              <a:srgbClr val="000000">
                <a:alpha val="40000"/>
              </a:srgbClr>
            </a:outerShdw>
          </a:effectLst>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49" name="Google Shape;349;p22"/>
          <p:cNvSpPr/>
          <p:nvPr>
            <p:ph idx="3" type="pic"/>
          </p:nvPr>
        </p:nvSpPr>
        <p:spPr>
          <a:xfrm>
            <a:off x="3744984" y="1382268"/>
            <a:ext cx="1654032" cy="1946672"/>
          </a:xfrm>
          <a:prstGeom prst="rect">
            <a:avLst/>
          </a:prstGeom>
          <a:noFill/>
          <a:ln>
            <a:noFill/>
          </a:ln>
          <a:effectLst>
            <a:outerShdw blurRad="50800" rotWithShape="0" algn="r" dir="10800000" dist="38100">
              <a:srgbClr val="000000">
                <a:alpha val="40000"/>
              </a:srgbClr>
            </a:outerShdw>
          </a:effectLst>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0" name="Google Shape;350;p22"/>
          <p:cNvSpPr/>
          <p:nvPr>
            <p:ph idx="4" type="pic"/>
          </p:nvPr>
        </p:nvSpPr>
        <p:spPr>
          <a:xfrm>
            <a:off x="6055443" y="1382268"/>
            <a:ext cx="1654032" cy="1946672"/>
          </a:xfrm>
          <a:prstGeom prst="rect">
            <a:avLst/>
          </a:prstGeom>
          <a:noFill/>
          <a:ln>
            <a:noFill/>
          </a:ln>
          <a:effectLst>
            <a:outerShdw blurRad="50800" rotWithShape="0" algn="r" dir="10800000" dist="38100">
              <a:srgbClr val="000000">
                <a:alpha val="40000"/>
              </a:srgbClr>
            </a:outerShdw>
          </a:effectLst>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1" name="Google Shape;351;p22"/>
          <p:cNvSpPr txBox="1"/>
          <p:nvPr>
            <p:ph idx="1" type="body"/>
          </p:nvPr>
        </p:nvSpPr>
        <p:spPr>
          <a:xfrm>
            <a:off x="1439466" y="3519224"/>
            <a:ext cx="1674019" cy="276489"/>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F0000"/>
              </a:buClr>
              <a:buSzPts val="1215"/>
              <a:buFont typeface="Arial"/>
              <a:buNone/>
              <a:defRPr b="1" i="0" sz="1215" u="none" cap="none" strike="noStrike">
                <a:solidFill>
                  <a:srgbClr val="FF0000"/>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2" name="Google Shape;352;p22"/>
          <p:cNvSpPr txBox="1"/>
          <p:nvPr>
            <p:ph idx="5" type="body"/>
          </p:nvPr>
        </p:nvSpPr>
        <p:spPr>
          <a:xfrm>
            <a:off x="3744985" y="3519224"/>
            <a:ext cx="1654032" cy="276489"/>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F0000"/>
              </a:buClr>
              <a:buSzPts val="1215"/>
              <a:buFont typeface="Arial"/>
              <a:buNone/>
              <a:defRPr b="1" i="0" sz="1215" u="none" cap="none" strike="noStrike">
                <a:solidFill>
                  <a:srgbClr val="FF0000"/>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3" name="Google Shape;353;p22"/>
          <p:cNvSpPr txBox="1"/>
          <p:nvPr>
            <p:ph idx="6" type="body"/>
          </p:nvPr>
        </p:nvSpPr>
        <p:spPr>
          <a:xfrm>
            <a:off x="6050503" y="3519223"/>
            <a:ext cx="1654032" cy="28396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F0000"/>
              </a:buClr>
              <a:buSzPts val="1215"/>
              <a:buFont typeface="Arial"/>
              <a:buNone/>
              <a:defRPr b="1" i="0" sz="1215" u="none" cap="none" strike="noStrike">
                <a:solidFill>
                  <a:srgbClr val="FF0000"/>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4" name="Google Shape;354;p22"/>
          <p:cNvSpPr txBox="1"/>
          <p:nvPr>
            <p:ph idx="7" type="body"/>
          </p:nvPr>
        </p:nvSpPr>
        <p:spPr>
          <a:xfrm>
            <a:off x="1439863" y="3862520"/>
            <a:ext cx="1674019" cy="67128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940"/>
              <a:buFont typeface="Arial"/>
              <a:buNone/>
              <a:defRPr b="0" i="0" sz="939"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5" name="Google Shape;355;p22"/>
          <p:cNvSpPr txBox="1"/>
          <p:nvPr>
            <p:ph idx="8" type="body"/>
          </p:nvPr>
        </p:nvSpPr>
        <p:spPr>
          <a:xfrm>
            <a:off x="3735388" y="3862520"/>
            <a:ext cx="1674019" cy="67128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940"/>
              <a:buFont typeface="Arial"/>
              <a:buNone/>
              <a:defRPr b="0" i="0" sz="939"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6" name="Google Shape;356;p22"/>
          <p:cNvSpPr txBox="1"/>
          <p:nvPr>
            <p:ph idx="9" type="body"/>
          </p:nvPr>
        </p:nvSpPr>
        <p:spPr>
          <a:xfrm>
            <a:off x="6050502" y="3862520"/>
            <a:ext cx="1658973" cy="67128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940"/>
              <a:buFont typeface="Arial"/>
              <a:buNone/>
              <a:defRPr b="0" i="0" sz="939"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7" name="Google Shape;357;p2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8" name="Google Shape;358;p2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359" name="Google Shape;359;p22"/>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2210">
          <p15:clr>
            <a:srgbClr val="FBAE40"/>
          </p15:clr>
        </p15:guide>
        <p15:guide id="2" orient="horz" pos="2391">
          <p15:clr>
            <a:srgbClr val="FBAE40"/>
          </p15:clr>
        </p15:guide>
        <p15:guide id="3" orient="horz" pos="2096">
          <p15:clr>
            <a:srgbClr val="FBAE40"/>
          </p15:clr>
        </p15:guide>
        <p15:guide id="4" orient="horz" pos="378">
          <p15:clr>
            <a:srgbClr val="FBAE40"/>
          </p15:clr>
        </p15:guide>
        <p15:guide id="5" pos="907">
          <p15:clr>
            <a:srgbClr val="FBAE40"/>
          </p15:clr>
        </p15:guide>
        <p15:guide id="6" orient="horz" pos="872">
          <p15:clr>
            <a:srgbClr val="FBAE40"/>
          </p15:clr>
        </p15:guide>
        <p15:guide id="7" pos="1961">
          <p15:clr>
            <a:srgbClr val="FBAE40"/>
          </p15:clr>
        </p15:guide>
        <p15:guide id="8" pos="2353">
          <p15:clr>
            <a:srgbClr val="FBAE40"/>
          </p15:clr>
        </p15:guide>
        <p15:guide id="9" pos="3407">
          <p15:clr>
            <a:srgbClr val="FBAE40"/>
          </p15:clr>
        </p15:guide>
        <p15:guide id="10" pos="3810">
          <p15:clr>
            <a:srgbClr val="FBAE40"/>
          </p15:clr>
        </p15:guide>
        <p15:guide id="11" pos="4853">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pictures" showMasterSp="0">
  <p:cSld name="Title and 2 pictures">
    <p:spTree>
      <p:nvGrpSpPr>
        <p:cNvPr id="360" name="Shape 360"/>
        <p:cNvGrpSpPr/>
        <p:nvPr/>
      </p:nvGrpSpPr>
      <p:grpSpPr>
        <a:xfrm>
          <a:off x="0" y="0"/>
          <a:ext cx="0" cy="0"/>
          <a:chOff x="0" y="0"/>
          <a:chExt cx="0" cy="0"/>
        </a:xfrm>
      </p:grpSpPr>
      <p:sp>
        <p:nvSpPr>
          <p:cNvPr id="361" name="Google Shape;361;p23"/>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362" name="Google Shape;362;p23"/>
          <p:cNvSpPr txBox="1"/>
          <p:nvPr>
            <p:ph type="title"/>
          </p:nvPr>
        </p:nvSpPr>
        <p:spPr>
          <a:xfrm>
            <a:off x="642473" y="546498"/>
            <a:ext cx="5902706" cy="56792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3" name="Google Shape;363;p23"/>
          <p:cNvSpPr/>
          <p:nvPr/>
        </p:nvSpPr>
        <p:spPr>
          <a:xfrm>
            <a:off x="4599929" y="1870236"/>
            <a:ext cx="3921771" cy="2322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364" name="Google Shape;364;p23"/>
          <p:cNvSpPr/>
          <p:nvPr>
            <p:ph idx="2" type="pic"/>
          </p:nvPr>
        </p:nvSpPr>
        <p:spPr>
          <a:xfrm>
            <a:off x="4599929" y="1868092"/>
            <a:ext cx="3921771" cy="232529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65" name="Google Shape;365;p23"/>
          <p:cNvSpPr/>
          <p:nvPr>
            <p:ph idx="3" type="pic"/>
          </p:nvPr>
        </p:nvSpPr>
        <p:spPr>
          <a:xfrm>
            <a:off x="621848" y="1868091"/>
            <a:ext cx="2592000" cy="78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66" name="Google Shape;366;p23"/>
          <p:cNvSpPr txBox="1"/>
          <p:nvPr>
            <p:ph idx="1" type="body"/>
          </p:nvPr>
        </p:nvSpPr>
        <p:spPr>
          <a:xfrm>
            <a:off x="629841" y="3145632"/>
            <a:ext cx="3343275" cy="283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67" name="Google Shape;367;p23"/>
          <p:cNvSpPr txBox="1"/>
          <p:nvPr>
            <p:ph idx="4" type="body"/>
          </p:nvPr>
        </p:nvSpPr>
        <p:spPr>
          <a:xfrm>
            <a:off x="635000" y="3515616"/>
            <a:ext cx="3343275" cy="283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310"/>
              <a:buFont typeface="Arial"/>
              <a:buNone/>
              <a:defRPr b="0" i="0" sz="131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68" name="Google Shape;368;p23"/>
          <p:cNvSpPr txBox="1"/>
          <p:nvPr>
            <p:ph idx="10" type="dt"/>
          </p:nvPr>
        </p:nvSpPr>
        <p:spPr>
          <a:xfrm>
            <a:off x="642473"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9" name="Google Shape;369;p23"/>
          <p:cNvSpPr txBox="1"/>
          <p:nvPr>
            <p:ph idx="12" type="sldNum"/>
          </p:nvPr>
        </p:nvSpPr>
        <p:spPr>
          <a:xfrm>
            <a:off x="6466042"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370" name="Google Shape;370;p23"/>
          <p:cNvPicPr preferRelativeResize="0"/>
          <p:nvPr/>
        </p:nvPicPr>
        <p:blipFill rotWithShape="1">
          <a:blip r:embed="rId2">
            <a:alphaModFix/>
          </a:blip>
          <a:srcRect b="0" l="0" r="0" t="0"/>
          <a:stretch/>
        </p:blipFill>
        <p:spPr>
          <a:xfrm>
            <a:off x="7611920" y="303610"/>
            <a:ext cx="909780" cy="242888"/>
          </a:xfrm>
          <a:prstGeom prst="rect">
            <a:avLst/>
          </a:prstGeom>
          <a:noFill/>
          <a:ln>
            <a:noFill/>
          </a:ln>
        </p:spPr>
      </p:pic>
      <p:sp>
        <p:nvSpPr>
          <p:cNvPr id="371" name="Google Shape;371;p23"/>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372" name="Google Shape;372;p23"/>
          <p:cNvSpPr/>
          <p:nvPr/>
        </p:nvSpPr>
        <p:spPr>
          <a:xfrm>
            <a:off x="4599929" y="1870236"/>
            <a:ext cx="3969000" cy="2322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pic>
        <p:nvPicPr>
          <p:cNvPr id="373" name="Google Shape;373;p23"/>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78">
          <p15:clr>
            <a:srgbClr val="FBAE40"/>
          </p15:clr>
        </p15:guide>
        <p15:guide id="2" orient="horz" pos="1178">
          <p15:clr>
            <a:srgbClr val="FBAE40"/>
          </p15:clr>
        </p15:guide>
        <p15:guide id="3" orient="horz" pos="1671">
          <p15:clr>
            <a:srgbClr val="FBAE40"/>
          </p15:clr>
        </p15:guide>
        <p15:guide id="4" orient="horz" pos="1977">
          <p15:clr>
            <a:srgbClr val="FBAE40"/>
          </p15:clr>
        </p15:guide>
        <p15:guide id="5" orient="horz" pos="2930">
          <p15:clr>
            <a:srgbClr val="FBAE40"/>
          </p15:clr>
        </p15:guide>
        <p15:guide id="6" orient="horz" pos="2641">
          <p15:clr>
            <a:srgbClr val="FBAE40"/>
          </p15:clr>
        </p15:guide>
        <p15:guide id="7" pos="289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cons and Content">
  <p:cSld name="Title, Icons and Content">
    <p:spTree>
      <p:nvGrpSpPr>
        <p:cNvPr id="374" name="Shape 374"/>
        <p:cNvGrpSpPr/>
        <p:nvPr/>
      </p:nvGrpSpPr>
      <p:grpSpPr>
        <a:xfrm>
          <a:off x="0" y="0"/>
          <a:ext cx="0" cy="0"/>
          <a:chOff x="0" y="0"/>
          <a:chExt cx="0" cy="0"/>
        </a:xfrm>
      </p:grpSpPr>
      <p:pic>
        <p:nvPicPr>
          <p:cNvPr id="375" name="Google Shape;375;p24"/>
          <p:cNvPicPr preferRelativeResize="0"/>
          <p:nvPr/>
        </p:nvPicPr>
        <p:blipFill rotWithShape="1">
          <a:blip r:embed="rId2">
            <a:alphaModFix/>
          </a:blip>
          <a:srcRect b="0" l="0" r="0" t="0"/>
          <a:stretch/>
        </p:blipFill>
        <p:spPr>
          <a:xfrm>
            <a:off x="417869" y="988850"/>
            <a:ext cx="402337" cy="402337"/>
          </a:xfrm>
          <a:prstGeom prst="rect">
            <a:avLst/>
          </a:prstGeom>
          <a:noFill/>
          <a:ln>
            <a:noFill/>
          </a:ln>
        </p:spPr>
      </p:pic>
      <p:pic>
        <p:nvPicPr>
          <p:cNvPr id="376" name="Google Shape;376;p24"/>
          <p:cNvPicPr preferRelativeResize="0"/>
          <p:nvPr/>
        </p:nvPicPr>
        <p:blipFill rotWithShape="1">
          <a:blip r:embed="rId3">
            <a:alphaModFix/>
          </a:blip>
          <a:srcRect b="0" l="0" r="0" t="0"/>
          <a:stretch/>
        </p:blipFill>
        <p:spPr>
          <a:xfrm>
            <a:off x="417869" y="1469040"/>
            <a:ext cx="402337" cy="402337"/>
          </a:xfrm>
          <a:prstGeom prst="rect">
            <a:avLst/>
          </a:prstGeom>
          <a:noFill/>
          <a:ln>
            <a:noFill/>
          </a:ln>
        </p:spPr>
      </p:pic>
      <p:pic>
        <p:nvPicPr>
          <p:cNvPr id="377" name="Google Shape;377;p24"/>
          <p:cNvPicPr preferRelativeResize="0"/>
          <p:nvPr/>
        </p:nvPicPr>
        <p:blipFill rotWithShape="1">
          <a:blip r:embed="rId4">
            <a:alphaModFix/>
          </a:blip>
          <a:srcRect b="0" l="0" r="0" t="0"/>
          <a:stretch/>
        </p:blipFill>
        <p:spPr>
          <a:xfrm>
            <a:off x="417869" y="1948824"/>
            <a:ext cx="402337" cy="400051"/>
          </a:xfrm>
          <a:prstGeom prst="rect">
            <a:avLst/>
          </a:prstGeom>
          <a:noFill/>
          <a:ln>
            <a:noFill/>
          </a:ln>
        </p:spPr>
      </p:pic>
      <p:pic>
        <p:nvPicPr>
          <p:cNvPr id="378" name="Google Shape;378;p24"/>
          <p:cNvPicPr preferRelativeResize="0"/>
          <p:nvPr/>
        </p:nvPicPr>
        <p:blipFill rotWithShape="1">
          <a:blip r:embed="rId5">
            <a:alphaModFix/>
          </a:blip>
          <a:srcRect b="0" l="0" r="0" t="0"/>
          <a:stretch/>
        </p:blipFill>
        <p:spPr>
          <a:xfrm>
            <a:off x="417869" y="2427167"/>
            <a:ext cx="402337" cy="402337"/>
          </a:xfrm>
          <a:prstGeom prst="rect">
            <a:avLst/>
          </a:prstGeom>
          <a:noFill/>
          <a:ln>
            <a:noFill/>
          </a:ln>
        </p:spPr>
      </p:pic>
      <p:pic>
        <p:nvPicPr>
          <p:cNvPr id="379" name="Google Shape;379;p24"/>
          <p:cNvPicPr preferRelativeResize="0"/>
          <p:nvPr/>
        </p:nvPicPr>
        <p:blipFill rotWithShape="1">
          <a:blip r:embed="rId6">
            <a:alphaModFix/>
          </a:blip>
          <a:srcRect b="0" l="0" r="0" t="0"/>
          <a:stretch/>
        </p:blipFill>
        <p:spPr>
          <a:xfrm>
            <a:off x="417868" y="2907797"/>
            <a:ext cx="402337" cy="402337"/>
          </a:xfrm>
          <a:prstGeom prst="rect">
            <a:avLst/>
          </a:prstGeom>
          <a:noFill/>
          <a:ln>
            <a:noFill/>
          </a:ln>
        </p:spPr>
      </p:pic>
      <p:sp>
        <p:nvSpPr>
          <p:cNvPr id="380" name="Google Shape;380;p24"/>
          <p:cNvSpPr txBox="1"/>
          <p:nvPr>
            <p:ph idx="1" type="body"/>
          </p:nvPr>
        </p:nvSpPr>
        <p:spPr>
          <a:xfrm>
            <a:off x="878243" y="1572506"/>
            <a:ext cx="2471738"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1" name="Google Shape;381;p24"/>
          <p:cNvSpPr txBox="1"/>
          <p:nvPr>
            <p:ph idx="2" type="body"/>
          </p:nvPr>
        </p:nvSpPr>
        <p:spPr>
          <a:xfrm>
            <a:off x="878243" y="1088140"/>
            <a:ext cx="2471738"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2" name="Google Shape;382;p24"/>
          <p:cNvSpPr txBox="1"/>
          <p:nvPr>
            <p:ph idx="3" type="body"/>
          </p:nvPr>
        </p:nvSpPr>
        <p:spPr>
          <a:xfrm>
            <a:off x="878243" y="2046971"/>
            <a:ext cx="2471738"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3" name="Google Shape;383;p24"/>
          <p:cNvSpPr txBox="1"/>
          <p:nvPr>
            <p:ph idx="4" type="body"/>
          </p:nvPr>
        </p:nvSpPr>
        <p:spPr>
          <a:xfrm>
            <a:off x="878243" y="2528954"/>
            <a:ext cx="2471738"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4" name="Google Shape;384;p24"/>
          <p:cNvSpPr txBox="1"/>
          <p:nvPr>
            <p:ph idx="5" type="body"/>
          </p:nvPr>
        </p:nvSpPr>
        <p:spPr>
          <a:xfrm>
            <a:off x="878243" y="3005394"/>
            <a:ext cx="2471738"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5" name="Google Shape;385;p24"/>
          <p:cNvSpPr txBox="1"/>
          <p:nvPr>
            <p:ph idx="6" type="body"/>
          </p:nvPr>
        </p:nvSpPr>
        <p:spPr>
          <a:xfrm>
            <a:off x="4359486" y="1572507"/>
            <a:ext cx="2413617" cy="23198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6" name="Google Shape;386;p24"/>
          <p:cNvSpPr txBox="1"/>
          <p:nvPr>
            <p:ph idx="7" type="body"/>
          </p:nvPr>
        </p:nvSpPr>
        <p:spPr>
          <a:xfrm>
            <a:off x="4359486" y="1088140"/>
            <a:ext cx="2413617" cy="24188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7" name="Google Shape;387;p24"/>
          <p:cNvSpPr txBox="1"/>
          <p:nvPr>
            <p:ph idx="8" type="body"/>
          </p:nvPr>
        </p:nvSpPr>
        <p:spPr>
          <a:xfrm>
            <a:off x="4359486" y="2046971"/>
            <a:ext cx="2413617"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8" name="Google Shape;388;p24"/>
          <p:cNvSpPr txBox="1"/>
          <p:nvPr>
            <p:ph idx="9" type="body"/>
          </p:nvPr>
        </p:nvSpPr>
        <p:spPr>
          <a:xfrm>
            <a:off x="4359486" y="2528954"/>
            <a:ext cx="2413617"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9" name="Google Shape;389;p24"/>
          <p:cNvSpPr txBox="1"/>
          <p:nvPr>
            <p:ph idx="13" type="body"/>
          </p:nvPr>
        </p:nvSpPr>
        <p:spPr>
          <a:xfrm>
            <a:off x="4359486" y="3005394"/>
            <a:ext cx="2413617"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90" name="Google Shape;390;p2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1" name="Google Shape;391;p2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392" name="Google Shape;392;p24"/>
          <p:cNvPicPr preferRelativeResize="0"/>
          <p:nvPr/>
        </p:nvPicPr>
        <p:blipFill rotWithShape="1">
          <a:blip r:embed="rId2">
            <a:alphaModFix/>
          </a:blip>
          <a:srcRect b="0" l="0" r="0" t="0"/>
          <a:stretch/>
        </p:blipFill>
        <p:spPr>
          <a:xfrm>
            <a:off x="420427" y="997235"/>
            <a:ext cx="402337" cy="402337"/>
          </a:xfrm>
          <a:prstGeom prst="rect">
            <a:avLst/>
          </a:prstGeom>
          <a:noFill/>
          <a:ln>
            <a:noFill/>
          </a:ln>
        </p:spPr>
      </p:pic>
      <p:pic>
        <p:nvPicPr>
          <p:cNvPr id="393" name="Google Shape;393;p24"/>
          <p:cNvPicPr preferRelativeResize="0"/>
          <p:nvPr/>
        </p:nvPicPr>
        <p:blipFill rotWithShape="1">
          <a:blip r:embed="rId3">
            <a:alphaModFix/>
          </a:blip>
          <a:srcRect b="0" l="0" r="0" t="0"/>
          <a:stretch/>
        </p:blipFill>
        <p:spPr>
          <a:xfrm>
            <a:off x="420427" y="1477425"/>
            <a:ext cx="402337" cy="402337"/>
          </a:xfrm>
          <a:prstGeom prst="rect">
            <a:avLst/>
          </a:prstGeom>
          <a:noFill/>
          <a:ln>
            <a:noFill/>
          </a:ln>
        </p:spPr>
      </p:pic>
      <p:pic>
        <p:nvPicPr>
          <p:cNvPr id="394" name="Google Shape;394;p24"/>
          <p:cNvPicPr preferRelativeResize="0"/>
          <p:nvPr/>
        </p:nvPicPr>
        <p:blipFill rotWithShape="1">
          <a:blip r:embed="rId4">
            <a:alphaModFix/>
          </a:blip>
          <a:srcRect b="0" l="0" r="0" t="0"/>
          <a:stretch/>
        </p:blipFill>
        <p:spPr>
          <a:xfrm>
            <a:off x="420427" y="1957209"/>
            <a:ext cx="402337" cy="400051"/>
          </a:xfrm>
          <a:prstGeom prst="rect">
            <a:avLst/>
          </a:prstGeom>
          <a:noFill/>
          <a:ln>
            <a:noFill/>
          </a:ln>
        </p:spPr>
      </p:pic>
      <p:pic>
        <p:nvPicPr>
          <p:cNvPr id="395" name="Google Shape;395;p24"/>
          <p:cNvPicPr preferRelativeResize="0"/>
          <p:nvPr/>
        </p:nvPicPr>
        <p:blipFill rotWithShape="1">
          <a:blip r:embed="rId5">
            <a:alphaModFix/>
          </a:blip>
          <a:srcRect b="0" l="0" r="0" t="0"/>
          <a:stretch/>
        </p:blipFill>
        <p:spPr>
          <a:xfrm>
            <a:off x="420427" y="2435552"/>
            <a:ext cx="402337" cy="402337"/>
          </a:xfrm>
          <a:prstGeom prst="rect">
            <a:avLst/>
          </a:prstGeom>
          <a:noFill/>
          <a:ln>
            <a:noFill/>
          </a:ln>
        </p:spPr>
      </p:pic>
      <p:pic>
        <p:nvPicPr>
          <p:cNvPr id="396" name="Google Shape;396;p24"/>
          <p:cNvPicPr preferRelativeResize="0"/>
          <p:nvPr/>
        </p:nvPicPr>
        <p:blipFill rotWithShape="1">
          <a:blip r:embed="rId6">
            <a:alphaModFix/>
          </a:blip>
          <a:srcRect b="0" l="0" r="0" t="0"/>
          <a:stretch/>
        </p:blipFill>
        <p:spPr>
          <a:xfrm>
            <a:off x="420426" y="2916182"/>
            <a:ext cx="402337" cy="402337"/>
          </a:xfrm>
          <a:prstGeom prst="rect">
            <a:avLst/>
          </a:prstGeom>
          <a:noFill/>
          <a:ln>
            <a:noFill/>
          </a:ln>
        </p:spPr>
      </p:pic>
      <p:pic>
        <p:nvPicPr>
          <p:cNvPr id="397" name="Google Shape;397;p24"/>
          <p:cNvPicPr preferRelativeResize="0"/>
          <p:nvPr/>
        </p:nvPicPr>
        <p:blipFill rotWithShape="1">
          <a:blip r:embed="rId7">
            <a:alphaModFix/>
          </a:blip>
          <a:srcRect b="0" l="0" r="0" t="0"/>
          <a:stretch/>
        </p:blipFill>
        <p:spPr>
          <a:xfrm>
            <a:off x="3874155" y="997235"/>
            <a:ext cx="402337" cy="402337"/>
          </a:xfrm>
          <a:prstGeom prst="rect">
            <a:avLst/>
          </a:prstGeom>
          <a:noFill/>
          <a:ln>
            <a:noFill/>
          </a:ln>
        </p:spPr>
      </p:pic>
      <p:pic>
        <p:nvPicPr>
          <p:cNvPr id="398" name="Google Shape;398;p24"/>
          <p:cNvPicPr preferRelativeResize="0"/>
          <p:nvPr/>
        </p:nvPicPr>
        <p:blipFill rotWithShape="1">
          <a:blip r:embed="rId8">
            <a:alphaModFix/>
          </a:blip>
          <a:srcRect b="0" l="0" r="0" t="0"/>
          <a:stretch/>
        </p:blipFill>
        <p:spPr>
          <a:xfrm>
            <a:off x="3874154" y="1477425"/>
            <a:ext cx="402337" cy="402337"/>
          </a:xfrm>
          <a:prstGeom prst="rect">
            <a:avLst/>
          </a:prstGeom>
          <a:noFill/>
          <a:ln>
            <a:noFill/>
          </a:ln>
        </p:spPr>
      </p:pic>
      <p:pic>
        <p:nvPicPr>
          <p:cNvPr id="399" name="Google Shape;399;p24"/>
          <p:cNvPicPr preferRelativeResize="0"/>
          <p:nvPr/>
        </p:nvPicPr>
        <p:blipFill rotWithShape="1">
          <a:blip r:embed="rId9">
            <a:alphaModFix/>
          </a:blip>
          <a:srcRect b="0" l="0" r="0" t="0"/>
          <a:stretch/>
        </p:blipFill>
        <p:spPr>
          <a:xfrm>
            <a:off x="3874153" y="1957209"/>
            <a:ext cx="402337" cy="400051"/>
          </a:xfrm>
          <a:prstGeom prst="rect">
            <a:avLst/>
          </a:prstGeom>
          <a:noFill/>
          <a:ln>
            <a:noFill/>
          </a:ln>
        </p:spPr>
      </p:pic>
      <p:pic>
        <p:nvPicPr>
          <p:cNvPr id="400" name="Google Shape;400;p24"/>
          <p:cNvPicPr preferRelativeResize="0"/>
          <p:nvPr/>
        </p:nvPicPr>
        <p:blipFill rotWithShape="1">
          <a:blip r:embed="rId10">
            <a:alphaModFix/>
          </a:blip>
          <a:srcRect b="0" l="0" r="0" t="0"/>
          <a:stretch/>
        </p:blipFill>
        <p:spPr>
          <a:xfrm>
            <a:off x="3874153" y="2434706"/>
            <a:ext cx="402337" cy="402337"/>
          </a:xfrm>
          <a:prstGeom prst="rect">
            <a:avLst/>
          </a:prstGeom>
          <a:noFill/>
          <a:ln>
            <a:noFill/>
          </a:ln>
        </p:spPr>
      </p:pic>
      <p:pic>
        <p:nvPicPr>
          <p:cNvPr id="401" name="Google Shape;401;p24"/>
          <p:cNvPicPr preferRelativeResize="0"/>
          <p:nvPr/>
        </p:nvPicPr>
        <p:blipFill rotWithShape="1">
          <a:blip r:embed="rId11">
            <a:alphaModFix/>
          </a:blip>
          <a:srcRect b="0" l="0" r="0" t="0"/>
          <a:stretch/>
        </p:blipFill>
        <p:spPr>
          <a:xfrm>
            <a:off x="3874153" y="2914489"/>
            <a:ext cx="402337" cy="402337"/>
          </a:xfrm>
          <a:prstGeom prst="rect">
            <a:avLst/>
          </a:prstGeom>
          <a:noFill/>
          <a:ln>
            <a:noFill/>
          </a:ln>
        </p:spPr>
      </p:pic>
      <p:sp>
        <p:nvSpPr>
          <p:cNvPr id="402" name="Google Shape;402;p24"/>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03" name="Google Shape;403;p24"/>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04" name="Google Shape;404;p24"/>
          <p:cNvPicPr preferRelativeResize="0"/>
          <p:nvPr/>
        </p:nvPicPr>
        <p:blipFill rotWithShape="1">
          <a:blip r:embed="rId1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pos="3878">
          <p15:clr>
            <a:srgbClr val="FBAE40"/>
          </p15:clr>
        </p15:guide>
        <p15:guide id="2" pos="397">
          <p15:clr>
            <a:srgbClr val="FBAE40"/>
          </p15:clr>
        </p15:guide>
        <p15:guide id="3" orient="horz" pos="378">
          <p15:clr>
            <a:srgbClr val="FBAE40"/>
          </p15:clr>
        </p15:guide>
        <p15:guide id="4" orient="horz" pos="923">
          <p15:clr>
            <a:srgbClr val="FBAE40"/>
          </p15:clr>
        </p15:guide>
        <p15:guide id="5" pos="1638">
          <p15:clr>
            <a:srgbClr val="FBAE40"/>
          </p15:clr>
        </p15:guide>
        <p15:guide id="6" pos="3578">
          <p15:clr>
            <a:srgbClr val="FBAE40"/>
          </p15:clr>
        </p15:guide>
        <p15:guide id="7" orient="horz" pos="1393">
          <p15:clr>
            <a:srgbClr val="FBAE40"/>
          </p15:clr>
        </p15:guide>
        <p15:guide id="8" pos="1877">
          <p15:clr>
            <a:srgbClr val="FBAE40"/>
          </p15:clr>
        </p15:guide>
        <p15:guide id="9" pos="1928">
          <p15:clr>
            <a:srgbClr val="FBAE40"/>
          </p15:clr>
        </p15:guide>
        <p15:guide id="10" pos="3833">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Header" showMasterSp="0">
  <p:cSld name="5_Section Header">
    <p:spTree>
      <p:nvGrpSpPr>
        <p:cNvPr id="405" name="Shape 405"/>
        <p:cNvGrpSpPr/>
        <p:nvPr/>
      </p:nvGrpSpPr>
      <p:grpSpPr>
        <a:xfrm>
          <a:off x="0" y="0"/>
          <a:ext cx="0" cy="0"/>
          <a:chOff x="0" y="0"/>
          <a:chExt cx="0" cy="0"/>
        </a:xfrm>
      </p:grpSpPr>
      <p:sp>
        <p:nvSpPr>
          <p:cNvPr id="406" name="Google Shape;406;p25"/>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07" name="Google Shape;407;p25"/>
          <p:cNvSpPr/>
          <p:nvPr/>
        </p:nvSpPr>
        <p:spPr>
          <a:xfrm>
            <a:off x="629841" y="2556933"/>
            <a:ext cx="7891859" cy="826623"/>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grpSp>
        <p:nvGrpSpPr>
          <p:cNvPr id="408" name="Google Shape;408;p25"/>
          <p:cNvGrpSpPr/>
          <p:nvPr/>
        </p:nvGrpSpPr>
        <p:grpSpPr>
          <a:xfrm>
            <a:off x="994787" y="3020755"/>
            <a:ext cx="775019" cy="174751"/>
            <a:chOff x="1326382" y="4041646"/>
            <a:chExt cx="2597497" cy="653143"/>
          </a:xfrm>
        </p:grpSpPr>
        <p:sp>
          <p:nvSpPr>
            <p:cNvPr id="409" name="Google Shape;409;p25"/>
            <p:cNvSpPr/>
            <p:nvPr/>
          </p:nvSpPr>
          <p:spPr>
            <a:xfrm>
              <a:off x="1326382"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10" name="Google Shape;410;p25"/>
            <p:cNvSpPr/>
            <p:nvPr/>
          </p:nvSpPr>
          <p:spPr>
            <a:xfrm>
              <a:off x="1974500"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11" name="Google Shape;411;p25"/>
            <p:cNvSpPr/>
            <p:nvPr/>
          </p:nvSpPr>
          <p:spPr>
            <a:xfrm>
              <a:off x="2622617"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12" name="Google Shape;412;p25"/>
            <p:cNvSpPr/>
            <p:nvPr/>
          </p:nvSpPr>
          <p:spPr>
            <a:xfrm>
              <a:off x="3270737" y="4041646"/>
              <a:ext cx="653142"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13" name="Google Shape;413;p25"/>
            <p:cNvSpPr/>
            <p:nvPr/>
          </p:nvSpPr>
          <p:spPr>
            <a:xfrm>
              <a:off x="3597306" y="4041650"/>
              <a:ext cx="326569" cy="653139"/>
            </a:xfrm>
            <a:custGeom>
              <a:rect b="b" l="l" r="r" t="t"/>
              <a:pathLst>
                <a:path extrusionOk="0" h="653141" w="32657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grpSp>
      <p:sp>
        <p:nvSpPr>
          <p:cNvPr id="414" name="Google Shape;414;p25"/>
          <p:cNvSpPr txBox="1"/>
          <p:nvPr>
            <p:ph idx="1" type="body"/>
          </p:nvPr>
        </p:nvSpPr>
        <p:spPr>
          <a:xfrm>
            <a:off x="1029406" y="2721203"/>
            <a:ext cx="846528" cy="24904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350"/>
              <a:buFont typeface="Arial"/>
              <a:buNone/>
              <a:defRPr b="0" i="0" sz="13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15" name="Google Shape;415;p25"/>
          <p:cNvSpPr txBox="1"/>
          <p:nvPr>
            <p:ph idx="2" type="body"/>
          </p:nvPr>
        </p:nvSpPr>
        <p:spPr>
          <a:xfrm>
            <a:off x="1921844" y="3016014"/>
            <a:ext cx="946585" cy="18423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16" name="Google Shape;416;p25"/>
          <p:cNvSpPr txBox="1"/>
          <p:nvPr>
            <p:ph idx="3" type="body"/>
          </p:nvPr>
        </p:nvSpPr>
        <p:spPr>
          <a:xfrm>
            <a:off x="2868429" y="3714682"/>
            <a:ext cx="2471738" cy="1312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17" name="Google Shape;417;p25"/>
          <p:cNvSpPr txBox="1"/>
          <p:nvPr>
            <p:ph idx="10" type="dt"/>
          </p:nvPr>
        </p:nvSpPr>
        <p:spPr>
          <a:xfrm>
            <a:off x="636742"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8" name="Google Shape;418;p25"/>
          <p:cNvSpPr txBox="1"/>
          <p:nvPr>
            <p:ph idx="12" type="sldNum"/>
          </p:nvPr>
        </p:nvSpPr>
        <p:spPr>
          <a:xfrm>
            <a:off x="6466042"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419" name="Google Shape;419;p25"/>
          <p:cNvPicPr preferRelativeResize="0"/>
          <p:nvPr/>
        </p:nvPicPr>
        <p:blipFill rotWithShape="1">
          <a:blip r:embed="rId2">
            <a:alphaModFix/>
          </a:blip>
          <a:srcRect b="0" l="0" r="0" t="0"/>
          <a:stretch/>
        </p:blipFill>
        <p:spPr>
          <a:xfrm>
            <a:off x="7611920" y="303610"/>
            <a:ext cx="909780" cy="242888"/>
          </a:xfrm>
          <a:prstGeom prst="rect">
            <a:avLst/>
          </a:prstGeom>
          <a:noFill/>
          <a:ln>
            <a:noFill/>
          </a:ln>
        </p:spPr>
      </p:pic>
      <p:sp>
        <p:nvSpPr>
          <p:cNvPr id="420" name="Google Shape;420;p25"/>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21" name="Google Shape;421;p25"/>
          <p:cNvSpPr/>
          <p:nvPr/>
        </p:nvSpPr>
        <p:spPr>
          <a:xfrm>
            <a:off x="629841" y="2535239"/>
            <a:ext cx="7939088" cy="848318"/>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grpSp>
        <p:nvGrpSpPr>
          <p:cNvPr id="422" name="Google Shape;422;p25"/>
          <p:cNvGrpSpPr/>
          <p:nvPr/>
        </p:nvGrpSpPr>
        <p:grpSpPr>
          <a:xfrm>
            <a:off x="923664" y="3020755"/>
            <a:ext cx="775019" cy="174751"/>
            <a:chOff x="1326382" y="4041646"/>
            <a:chExt cx="2597497" cy="653143"/>
          </a:xfrm>
        </p:grpSpPr>
        <p:sp>
          <p:nvSpPr>
            <p:cNvPr id="423" name="Google Shape;423;p25"/>
            <p:cNvSpPr/>
            <p:nvPr/>
          </p:nvSpPr>
          <p:spPr>
            <a:xfrm>
              <a:off x="1326382"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24" name="Google Shape;424;p25"/>
            <p:cNvSpPr/>
            <p:nvPr/>
          </p:nvSpPr>
          <p:spPr>
            <a:xfrm>
              <a:off x="1974500"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25" name="Google Shape;425;p25"/>
            <p:cNvSpPr/>
            <p:nvPr/>
          </p:nvSpPr>
          <p:spPr>
            <a:xfrm>
              <a:off x="2622617"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26" name="Google Shape;426;p25"/>
            <p:cNvSpPr/>
            <p:nvPr/>
          </p:nvSpPr>
          <p:spPr>
            <a:xfrm>
              <a:off x="3270737" y="4041646"/>
              <a:ext cx="653142"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27" name="Google Shape;427;p25"/>
            <p:cNvSpPr/>
            <p:nvPr/>
          </p:nvSpPr>
          <p:spPr>
            <a:xfrm>
              <a:off x="3597306" y="4041650"/>
              <a:ext cx="326569" cy="653139"/>
            </a:xfrm>
            <a:custGeom>
              <a:rect b="b" l="l" r="r" t="t"/>
              <a:pathLst>
                <a:path extrusionOk="0" h="653141" w="32657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grpSp>
      <p:sp>
        <p:nvSpPr>
          <p:cNvPr id="428" name="Google Shape;428;p25"/>
          <p:cNvSpPr txBox="1"/>
          <p:nvPr>
            <p:ph idx="4" type="body"/>
          </p:nvPr>
        </p:nvSpPr>
        <p:spPr>
          <a:xfrm>
            <a:off x="958283" y="2721203"/>
            <a:ext cx="846528" cy="24904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350"/>
              <a:buFont typeface="Arial"/>
              <a:buNone/>
              <a:defRPr b="0" i="0" sz="13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29" name="Google Shape;429;p25"/>
          <p:cNvSpPr txBox="1"/>
          <p:nvPr>
            <p:ph idx="5" type="body"/>
          </p:nvPr>
        </p:nvSpPr>
        <p:spPr>
          <a:xfrm>
            <a:off x="1850721" y="3016014"/>
            <a:ext cx="946585" cy="18423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30" name="Google Shape;430;p25"/>
          <p:cNvSpPr txBox="1"/>
          <p:nvPr>
            <p:ph type="title"/>
          </p:nvPr>
        </p:nvSpPr>
        <p:spPr>
          <a:xfrm>
            <a:off x="630238" y="600075"/>
            <a:ext cx="6246812" cy="44397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31" name="Google Shape;431;p25"/>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78">
          <p15:clr>
            <a:srgbClr val="FBAE40"/>
          </p15:clr>
        </p15:guide>
        <p15:guide id="2" orient="horz" pos="2210">
          <p15:clr>
            <a:srgbClr val="FBAE40"/>
          </p15:clr>
        </p15:guide>
        <p15:guide id="3" orient="horz" pos="2130">
          <p15:clr>
            <a:srgbClr val="FBAE40"/>
          </p15:clr>
        </p15:guide>
        <p15:guide id="4" orient="horz" pos="1597">
          <p15:clr>
            <a:srgbClr val="FBAE40"/>
          </p15:clr>
        </p15:guide>
        <p15:guide id="5" orient="horz" pos="2641">
          <p15:clr>
            <a:srgbClr val="FBAE40"/>
          </p15:clr>
        </p15:guide>
        <p15:guide id="6" pos="1134">
          <p15:clr>
            <a:srgbClr val="FBAE40"/>
          </p15:clr>
        </p15:guide>
        <p15:guide id="7" pos="433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Imeline Infographic" showMasterSp="0">
  <p:cSld name="Title and TImeline Infographic">
    <p:spTree>
      <p:nvGrpSpPr>
        <p:cNvPr id="432" name="Shape 432"/>
        <p:cNvGrpSpPr/>
        <p:nvPr/>
      </p:nvGrpSpPr>
      <p:grpSpPr>
        <a:xfrm>
          <a:off x="0" y="0"/>
          <a:ext cx="0" cy="0"/>
          <a:chOff x="0" y="0"/>
          <a:chExt cx="0" cy="0"/>
        </a:xfrm>
      </p:grpSpPr>
      <p:sp>
        <p:nvSpPr>
          <p:cNvPr id="433" name="Google Shape;433;p2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4" name="Google Shape;434;p2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435" name="Google Shape;435;p26"/>
          <p:cNvPicPr preferRelativeResize="0"/>
          <p:nvPr/>
        </p:nvPicPr>
        <p:blipFill rotWithShape="1">
          <a:blip r:embed="rId2">
            <a:alphaModFix/>
          </a:blip>
          <a:srcRect b="0" l="0" r="0" t="0"/>
          <a:stretch/>
        </p:blipFill>
        <p:spPr>
          <a:xfrm flipH="1" rot="10800000">
            <a:off x="632499" y="2973622"/>
            <a:ext cx="7691174" cy="667936"/>
          </a:xfrm>
          <a:prstGeom prst="rect">
            <a:avLst/>
          </a:prstGeom>
          <a:noFill/>
          <a:ln>
            <a:noFill/>
          </a:ln>
        </p:spPr>
      </p:pic>
      <p:sp>
        <p:nvSpPr>
          <p:cNvPr id="436" name="Google Shape;436;p26"/>
          <p:cNvSpPr txBox="1"/>
          <p:nvPr>
            <p:ph idx="1" type="body"/>
          </p:nvPr>
        </p:nvSpPr>
        <p:spPr>
          <a:xfrm>
            <a:off x="991750"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2000"/>
              <a:buFont typeface="Arial"/>
              <a:buNone/>
              <a:defRPr b="1" i="0" sz="20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37" name="Google Shape;437;p26"/>
          <p:cNvSpPr txBox="1"/>
          <p:nvPr>
            <p:ph idx="2" type="body"/>
          </p:nvPr>
        </p:nvSpPr>
        <p:spPr>
          <a:xfrm>
            <a:off x="991750"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1100"/>
              <a:buFont typeface="Arial"/>
              <a:buNone/>
              <a:defRPr b="1" i="0" sz="11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38" name="Google Shape;438;p26"/>
          <p:cNvSpPr txBox="1"/>
          <p:nvPr>
            <p:ph idx="3" type="body"/>
          </p:nvPr>
        </p:nvSpPr>
        <p:spPr>
          <a:xfrm>
            <a:off x="991750"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39" name="Google Shape;439;p26"/>
          <p:cNvSpPr txBox="1"/>
          <p:nvPr>
            <p:ph idx="4" type="body"/>
          </p:nvPr>
        </p:nvSpPr>
        <p:spPr>
          <a:xfrm>
            <a:off x="2440487"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0" name="Google Shape;440;p26"/>
          <p:cNvSpPr txBox="1"/>
          <p:nvPr>
            <p:ph idx="5" type="body"/>
          </p:nvPr>
        </p:nvSpPr>
        <p:spPr>
          <a:xfrm>
            <a:off x="2440487"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100"/>
              <a:buFont typeface="Arial"/>
              <a:buNone/>
              <a:defRPr b="1" i="0" sz="11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1" name="Google Shape;441;p26"/>
          <p:cNvSpPr txBox="1"/>
          <p:nvPr>
            <p:ph idx="6" type="body"/>
          </p:nvPr>
        </p:nvSpPr>
        <p:spPr>
          <a:xfrm>
            <a:off x="2440487"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2" name="Google Shape;442;p26"/>
          <p:cNvSpPr txBox="1"/>
          <p:nvPr>
            <p:ph idx="7" type="body"/>
          </p:nvPr>
        </p:nvSpPr>
        <p:spPr>
          <a:xfrm>
            <a:off x="3892297"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2000"/>
              <a:buFont typeface="Arial"/>
              <a:buNone/>
              <a:defRPr b="1" i="0" sz="2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3" name="Google Shape;443;p26"/>
          <p:cNvSpPr txBox="1"/>
          <p:nvPr>
            <p:ph idx="8" type="body"/>
          </p:nvPr>
        </p:nvSpPr>
        <p:spPr>
          <a:xfrm>
            <a:off x="3892297"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100"/>
              <a:buFont typeface="Arial"/>
              <a:buNone/>
              <a:defRPr b="1" i="0" sz="11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4" name="Google Shape;444;p26"/>
          <p:cNvSpPr txBox="1"/>
          <p:nvPr>
            <p:ph idx="9" type="body"/>
          </p:nvPr>
        </p:nvSpPr>
        <p:spPr>
          <a:xfrm>
            <a:off x="3892297"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5" name="Google Shape;445;p26"/>
          <p:cNvSpPr txBox="1"/>
          <p:nvPr>
            <p:ph idx="13" type="body"/>
          </p:nvPr>
        </p:nvSpPr>
        <p:spPr>
          <a:xfrm>
            <a:off x="5326899"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CCCCCC"/>
              </a:buClr>
              <a:buSzPts val="2000"/>
              <a:buFont typeface="Arial"/>
              <a:buNone/>
              <a:defRPr b="1" i="0" sz="20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6" name="Google Shape;446;p26"/>
          <p:cNvSpPr txBox="1"/>
          <p:nvPr>
            <p:ph idx="14" type="body"/>
          </p:nvPr>
        </p:nvSpPr>
        <p:spPr>
          <a:xfrm>
            <a:off x="5326899"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CCCCCC"/>
              </a:buClr>
              <a:buSzPts val="1100"/>
              <a:buFont typeface="Arial"/>
              <a:buNone/>
              <a:defRPr b="1" i="0" sz="11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7" name="Google Shape;447;p26"/>
          <p:cNvSpPr txBox="1"/>
          <p:nvPr>
            <p:ph idx="15" type="body"/>
          </p:nvPr>
        </p:nvSpPr>
        <p:spPr>
          <a:xfrm>
            <a:off x="5326899"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8" name="Google Shape;448;p26"/>
          <p:cNvSpPr txBox="1"/>
          <p:nvPr>
            <p:ph idx="16" type="body"/>
          </p:nvPr>
        </p:nvSpPr>
        <p:spPr>
          <a:xfrm>
            <a:off x="6735161"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9" name="Google Shape;449;p26"/>
          <p:cNvSpPr txBox="1"/>
          <p:nvPr>
            <p:ph idx="17" type="body"/>
          </p:nvPr>
        </p:nvSpPr>
        <p:spPr>
          <a:xfrm>
            <a:off x="6735161"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100"/>
              <a:buFont typeface="Arial"/>
              <a:buNone/>
              <a:defRPr b="1" i="0" sz="11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0" name="Google Shape;450;p26"/>
          <p:cNvSpPr txBox="1"/>
          <p:nvPr>
            <p:ph idx="18" type="body"/>
          </p:nvPr>
        </p:nvSpPr>
        <p:spPr>
          <a:xfrm>
            <a:off x="6735161"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1" name="Google Shape;451;p26"/>
          <p:cNvSpPr txBox="1"/>
          <p:nvPr>
            <p:ph idx="19" type="body"/>
          </p:nvPr>
        </p:nvSpPr>
        <p:spPr>
          <a:xfrm>
            <a:off x="904066" y="3531649"/>
            <a:ext cx="1324840"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1600"/>
              <a:buFont typeface="Arial"/>
              <a:buNone/>
              <a:defRPr b="1" i="0" sz="16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2" name="Google Shape;452;p26"/>
          <p:cNvSpPr txBox="1"/>
          <p:nvPr>
            <p:ph idx="20" type="body"/>
          </p:nvPr>
        </p:nvSpPr>
        <p:spPr>
          <a:xfrm>
            <a:off x="2352802" y="3531649"/>
            <a:ext cx="1352923"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600"/>
              <a:buFont typeface="Arial"/>
              <a:buNone/>
              <a:defRPr b="1" i="0" sz="16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3" name="Google Shape;453;p26"/>
          <p:cNvSpPr txBox="1"/>
          <p:nvPr>
            <p:ph idx="21" type="body"/>
          </p:nvPr>
        </p:nvSpPr>
        <p:spPr>
          <a:xfrm>
            <a:off x="3829621" y="3531648"/>
            <a:ext cx="1352923"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600"/>
              <a:buFont typeface="Arial"/>
              <a:buNone/>
              <a:defRPr b="1" i="0" sz="16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4" name="Google Shape;454;p26"/>
          <p:cNvSpPr txBox="1"/>
          <p:nvPr>
            <p:ph idx="22" type="body"/>
          </p:nvPr>
        </p:nvSpPr>
        <p:spPr>
          <a:xfrm>
            <a:off x="5306440" y="3531648"/>
            <a:ext cx="1324840"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1600"/>
              <a:buFont typeface="Arial"/>
              <a:buNone/>
              <a:defRPr b="1" i="0" sz="16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5" name="Google Shape;455;p26"/>
          <p:cNvSpPr txBox="1"/>
          <p:nvPr>
            <p:ph idx="23" type="body"/>
          </p:nvPr>
        </p:nvSpPr>
        <p:spPr>
          <a:xfrm>
            <a:off x="6755176" y="3531647"/>
            <a:ext cx="1352923"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600"/>
              <a:buFont typeface="Arial"/>
              <a:buNone/>
              <a:defRPr b="1" i="0" sz="16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456" name="Google Shape;456;p26"/>
          <p:cNvPicPr preferRelativeResize="0"/>
          <p:nvPr/>
        </p:nvPicPr>
        <p:blipFill rotWithShape="1">
          <a:blip r:embed="rId2">
            <a:alphaModFix/>
          </a:blip>
          <a:srcRect b="0" l="0" r="0" t="0"/>
          <a:stretch/>
        </p:blipFill>
        <p:spPr>
          <a:xfrm flipH="1" rot="10800000">
            <a:off x="632499" y="2973622"/>
            <a:ext cx="7691174" cy="667936"/>
          </a:xfrm>
          <a:prstGeom prst="rect">
            <a:avLst/>
          </a:prstGeom>
          <a:noFill/>
          <a:ln>
            <a:noFill/>
          </a:ln>
        </p:spPr>
      </p:pic>
      <p:sp>
        <p:nvSpPr>
          <p:cNvPr id="457" name="Google Shape;457;p26"/>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58" name="Google Shape;458;p26"/>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59" name="Google Shape;459;p26"/>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ghnut Chart">
  <p:cSld name="Title and Doughnut Chart">
    <p:spTree>
      <p:nvGrpSpPr>
        <p:cNvPr id="460" name="Shape 460"/>
        <p:cNvGrpSpPr/>
        <p:nvPr/>
      </p:nvGrpSpPr>
      <p:grpSpPr>
        <a:xfrm>
          <a:off x="0" y="0"/>
          <a:ext cx="0" cy="0"/>
          <a:chOff x="0" y="0"/>
          <a:chExt cx="0" cy="0"/>
        </a:xfrm>
      </p:grpSpPr>
      <p:sp>
        <p:nvSpPr>
          <p:cNvPr id="461" name="Google Shape;461;p2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2" name="Google Shape;462;p2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463" name="Google Shape;463;p27"/>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64" name="Google Shape;464;p27"/>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65" name="Google Shape;465;p27"/>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ne Chart">
  <p:cSld name="Title and Line Chart">
    <p:spTree>
      <p:nvGrpSpPr>
        <p:cNvPr id="466" name="Shape 466"/>
        <p:cNvGrpSpPr/>
        <p:nvPr/>
      </p:nvGrpSpPr>
      <p:grpSpPr>
        <a:xfrm>
          <a:off x="0" y="0"/>
          <a:ext cx="0" cy="0"/>
          <a:chOff x="0" y="0"/>
          <a:chExt cx="0" cy="0"/>
        </a:xfrm>
      </p:grpSpPr>
      <p:sp>
        <p:nvSpPr>
          <p:cNvPr id="467" name="Google Shape;467;p2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8" name="Google Shape;468;p2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469" name="Google Shape;469;p28"/>
          <p:cNvSpPr/>
          <p:nvPr/>
        </p:nvSpPr>
        <p:spPr>
          <a:xfrm>
            <a:off x="3170379" y="4105875"/>
            <a:ext cx="1512168" cy="41909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0" name="Google Shape;470;p28"/>
          <p:cNvPicPr preferRelativeResize="0"/>
          <p:nvPr/>
        </p:nvPicPr>
        <p:blipFill rotWithShape="1">
          <a:blip r:embed="rId2">
            <a:alphaModFix/>
          </a:blip>
          <a:srcRect b="0" l="0" r="0" t="0"/>
          <a:stretch/>
        </p:blipFill>
        <p:spPr>
          <a:xfrm>
            <a:off x="5176215" y="3284258"/>
            <a:ext cx="1319792" cy="422726"/>
          </a:xfrm>
          <a:prstGeom prst="rect">
            <a:avLst/>
          </a:prstGeom>
          <a:noFill/>
          <a:ln>
            <a:noFill/>
          </a:ln>
        </p:spPr>
      </p:pic>
      <p:pic>
        <p:nvPicPr>
          <p:cNvPr id="471" name="Google Shape;471;p28"/>
          <p:cNvPicPr preferRelativeResize="0"/>
          <p:nvPr/>
        </p:nvPicPr>
        <p:blipFill rotWithShape="1">
          <a:blip r:embed="rId3">
            <a:alphaModFix/>
          </a:blip>
          <a:srcRect b="0" l="0" r="0" t="0"/>
          <a:stretch/>
        </p:blipFill>
        <p:spPr>
          <a:xfrm>
            <a:off x="6609469" y="3232411"/>
            <a:ext cx="1333750" cy="431988"/>
          </a:xfrm>
          <a:prstGeom prst="rect">
            <a:avLst/>
          </a:prstGeom>
          <a:noFill/>
          <a:ln>
            <a:noFill/>
          </a:ln>
        </p:spPr>
      </p:pic>
      <p:sp>
        <p:nvSpPr>
          <p:cNvPr id="472" name="Google Shape;472;p28"/>
          <p:cNvSpPr txBox="1"/>
          <p:nvPr>
            <p:ph idx="1" type="body"/>
          </p:nvPr>
        </p:nvSpPr>
        <p:spPr>
          <a:xfrm>
            <a:off x="630238" y="1600199"/>
            <a:ext cx="3182128" cy="300672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3" name="Google Shape;473;p28"/>
          <p:cNvSpPr txBox="1"/>
          <p:nvPr>
            <p:ph idx="2" type="body"/>
          </p:nvPr>
        </p:nvSpPr>
        <p:spPr>
          <a:xfrm>
            <a:off x="5306779" y="3059187"/>
            <a:ext cx="671653" cy="35078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4" name="Google Shape;474;p28"/>
          <p:cNvSpPr txBox="1"/>
          <p:nvPr>
            <p:ph idx="3" type="body"/>
          </p:nvPr>
        </p:nvSpPr>
        <p:spPr>
          <a:xfrm>
            <a:off x="6894111" y="3052728"/>
            <a:ext cx="671653" cy="325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CCCCCC"/>
              </a:buClr>
              <a:buSzPts val="2000"/>
              <a:buFont typeface="Arial"/>
              <a:buNone/>
              <a:defRPr b="1" i="0" sz="20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5" name="Google Shape;475;p28"/>
          <p:cNvSpPr txBox="1"/>
          <p:nvPr>
            <p:ph idx="4" type="body"/>
          </p:nvPr>
        </p:nvSpPr>
        <p:spPr>
          <a:xfrm>
            <a:off x="5306778" y="3559464"/>
            <a:ext cx="1077979" cy="21259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200"/>
              <a:buFont typeface="Arial"/>
              <a:buNone/>
              <a:defRPr b="1" i="0" sz="12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6" name="Google Shape;476;p28"/>
          <p:cNvSpPr txBox="1"/>
          <p:nvPr>
            <p:ph idx="5" type="body"/>
          </p:nvPr>
        </p:nvSpPr>
        <p:spPr>
          <a:xfrm>
            <a:off x="5299344" y="3813792"/>
            <a:ext cx="1077979" cy="79914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50"/>
              <a:buFont typeface="Arial"/>
              <a:buNone/>
              <a:defRPr b="0" i="0" sz="10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7" name="Google Shape;477;p28"/>
          <p:cNvSpPr txBox="1"/>
          <p:nvPr>
            <p:ph idx="6" type="body"/>
          </p:nvPr>
        </p:nvSpPr>
        <p:spPr>
          <a:xfrm>
            <a:off x="6890089" y="3559464"/>
            <a:ext cx="1077979" cy="21259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200"/>
              <a:buFont typeface="Arial"/>
              <a:buNone/>
              <a:defRPr b="1" i="0" sz="12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8" name="Google Shape;478;p28"/>
          <p:cNvSpPr txBox="1"/>
          <p:nvPr>
            <p:ph idx="7" type="body"/>
          </p:nvPr>
        </p:nvSpPr>
        <p:spPr>
          <a:xfrm>
            <a:off x="6882655" y="3813792"/>
            <a:ext cx="1077979" cy="79914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50"/>
              <a:buFont typeface="Arial"/>
              <a:buNone/>
              <a:defRPr b="0" i="0" sz="10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9" name="Google Shape;479;p28"/>
          <p:cNvSpPr/>
          <p:nvPr>
            <p:ph idx="8" type="chart"/>
          </p:nvPr>
        </p:nvSpPr>
        <p:spPr>
          <a:xfrm>
            <a:off x="5295900" y="1600200"/>
            <a:ext cx="3225800" cy="13335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80" name="Google Shape;480;p28"/>
          <p:cNvSpPr/>
          <p:nvPr/>
        </p:nvSpPr>
        <p:spPr>
          <a:xfrm>
            <a:off x="3170379" y="4105875"/>
            <a:ext cx="1512168" cy="41909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1" name="Google Shape;481;p28"/>
          <p:cNvPicPr preferRelativeResize="0"/>
          <p:nvPr/>
        </p:nvPicPr>
        <p:blipFill rotWithShape="1">
          <a:blip r:embed="rId2">
            <a:alphaModFix/>
          </a:blip>
          <a:srcRect b="0" l="0" r="0" t="0"/>
          <a:stretch/>
        </p:blipFill>
        <p:spPr>
          <a:xfrm>
            <a:off x="5176215" y="3284258"/>
            <a:ext cx="1319792" cy="422726"/>
          </a:xfrm>
          <a:prstGeom prst="rect">
            <a:avLst/>
          </a:prstGeom>
          <a:noFill/>
          <a:ln>
            <a:noFill/>
          </a:ln>
        </p:spPr>
      </p:pic>
      <p:pic>
        <p:nvPicPr>
          <p:cNvPr id="482" name="Google Shape;482;p28"/>
          <p:cNvPicPr preferRelativeResize="0"/>
          <p:nvPr/>
        </p:nvPicPr>
        <p:blipFill rotWithShape="1">
          <a:blip r:embed="rId3">
            <a:alphaModFix/>
          </a:blip>
          <a:srcRect b="0" l="0" r="0" t="0"/>
          <a:stretch/>
        </p:blipFill>
        <p:spPr>
          <a:xfrm>
            <a:off x="6609469" y="3232411"/>
            <a:ext cx="1333750" cy="431988"/>
          </a:xfrm>
          <a:prstGeom prst="rect">
            <a:avLst/>
          </a:prstGeom>
          <a:noFill/>
          <a:ln>
            <a:noFill/>
          </a:ln>
        </p:spPr>
      </p:pic>
      <p:sp>
        <p:nvSpPr>
          <p:cNvPr id="483" name="Google Shape;483;p28"/>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84" name="Google Shape;484;p28"/>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85" name="Google Shape;485;p28"/>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orient="horz" pos="1008">
          <p15:clr>
            <a:srgbClr val="FBAE40"/>
          </p15:clr>
        </p15:guide>
        <p15:guide id="3" orient="horz" pos="2754">
          <p15:clr>
            <a:srgbClr val="FBAE40"/>
          </p15:clr>
        </p15:guide>
        <p15:guide id="4" pos="24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ghnut Chart 2">
  <p:cSld name="Title and Doughnut Chart 2">
    <p:spTree>
      <p:nvGrpSpPr>
        <p:cNvPr id="486" name="Shape 486"/>
        <p:cNvGrpSpPr/>
        <p:nvPr/>
      </p:nvGrpSpPr>
      <p:grpSpPr>
        <a:xfrm>
          <a:off x="0" y="0"/>
          <a:ext cx="0" cy="0"/>
          <a:chOff x="0" y="0"/>
          <a:chExt cx="0" cy="0"/>
        </a:xfrm>
      </p:grpSpPr>
      <p:sp>
        <p:nvSpPr>
          <p:cNvPr id="487" name="Google Shape;487;p2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8" name="Google Shape;488;p2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489" name="Google Shape;489;p29"/>
          <p:cNvPicPr preferRelativeResize="0"/>
          <p:nvPr/>
        </p:nvPicPr>
        <p:blipFill rotWithShape="1">
          <a:blip r:embed="rId2">
            <a:alphaModFix/>
          </a:blip>
          <a:srcRect b="0" l="0" r="0" t="0"/>
          <a:stretch/>
        </p:blipFill>
        <p:spPr>
          <a:xfrm>
            <a:off x="1960619" y="1967641"/>
            <a:ext cx="2754306" cy="1408988"/>
          </a:xfrm>
          <a:prstGeom prst="rect">
            <a:avLst/>
          </a:prstGeom>
          <a:noFill/>
          <a:ln>
            <a:noFill/>
          </a:ln>
        </p:spPr>
      </p:pic>
      <p:pic>
        <p:nvPicPr>
          <p:cNvPr id="490" name="Google Shape;490;p29"/>
          <p:cNvPicPr preferRelativeResize="0"/>
          <p:nvPr/>
        </p:nvPicPr>
        <p:blipFill rotWithShape="1">
          <a:blip r:embed="rId3">
            <a:alphaModFix/>
          </a:blip>
          <a:srcRect b="0" l="0" r="0" t="0"/>
          <a:stretch/>
        </p:blipFill>
        <p:spPr>
          <a:xfrm>
            <a:off x="880659" y="1705476"/>
            <a:ext cx="4222864" cy="2160240"/>
          </a:xfrm>
          <a:prstGeom prst="rect">
            <a:avLst/>
          </a:prstGeom>
          <a:noFill/>
          <a:ln>
            <a:noFill/>
          </a:ln>
        </p:spPr>
      </p:pic>
      <p:pic>
        <p:nvPicPr>
          <p:cNvPr id="491" name="Google Shape;491;p29"/>
          <p:cNvPicPr preferRelativeResize="0"/>
          <p:nvPr/>
        </p:nvPicPr>
        <p:blipFill rotWithShape="1">
          <a:blip r:embed="rId4">
            <a:alphaModFix/>
          </a:blip>
          <a:srcRect b="0" l="0" r="0" t="0"/>
          <a:stretch/>
        </p:blipFill>
        <p:spPr>
          <a:xfrm>
            <a:off x="3542547" y="1697092"/>
            <a:ext cx="4222864" cy="2160240"/>
          </a:xfrm>
          <a:prstGeom prst="rect">
            <a:avLst/>
          </a:prstGeom>
          <a:noFill/>
          <a:ln>
            <a:noFill/>
          </a:ln>
        </p:spPr>
      </p:pic>
      <p:sp>
        <p:nvSpPr>
          <p:cNvPr id="492" name="Google Shape;492;p29"/>
          <p:cNvSpPr txBox="1"/>
          <p:nvPr>
            <p:ph idx="1" type="body"/>
          </p:nvPr>
        </p:nvSpPr>
        <p:spPr>
          <a:xfrm>
            <a:off x="2286696" y="257175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3200"/>
              <a:buFont typeface="Arial"/>
              <a:buNone/>
              <a:defRPr b="1" i="0" sz="3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93" name="Google Shape;493;p29"/>
          <p:cNvSpPr txBox="1"/>
          <p:nvPr>
            <p:ph idx="2" type="body"/>
          </p:nvPr>
        </p:nvSpPr>
        <p:spPr>
          <a:xfrm>
            <a:off x="2286696" y="293937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0"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94" name="Google Shape;494;p29"/>
          <p:cNvSpPr txBox="1"/>
          <p:nvPr>
            <p:ph idx="3" type="body"/>
          </p:nvPr>
        </p:nvSpPr>
        <p:spPr>
          <a:xfrm>
            <a:off x="4973335" y="257175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3200"/>
              <a:buFont typeface="Arial"/>
              <a:buNone/>
              <a:defRPr b="1" i="0" sz="3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95" name="Google Shape;495;p29"/>
          <p:cNvSpPr txBox="1"/>
          <p:nvPr>
            <p:ph idx="4" type="body"/>
          </p:nvPr>
        </p:nvSpPr>
        <p:spPr>
          <a:xfrm>
            <a:off x="4973335" y="293937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0"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496" name="Google Shape;496;p29"/>
          <p:cNvPicPr preferRelativeResize="0"/>
          <p:nvPr/>
        </p:nvPicPr>
        <p:blipFill rotWithShape="1">
          <a:blip r:embed="rId2">
            <a:alphaModFix/>
          </a:blip>
          <a:srcRect b="0" l="0" r="0" t="0"/>
          <a:stretch/>
        </p:blipFill>
        <p:spPr>
          <a:xfrm>
            <a:off x="1960619" y="1967641"/>
            <a:ext cx="2754306" cy="1408988"/>
          </a:xfrm>
          <a:prstGeom prst="rect">
            <a:avLst/>
          </a:prstGeom>
          <a:noFill/>
          <a:ln>
            <a:noFill/>
          </a:ln>
        </p:spPr>
      </p:pic>
      <p:pic>
        <p:nvPicPr>
          <p:cNvPr id="497" name="Google Shape;497;p29"/>
          <p:cNvPicPr preferRelativeResize="0"/>
          <p:nvPr/>
        </p:nvPicPr>
        <p:blipFill rotWithShape="1">
          <a:blip r:embed="rId3">
            <a:alphaModFix/>
          </a:blip>
          <a:srcRect b="0" l="0" r="0" t="0"/>
          <a:stretch/>
        </p:blipFill>
        <p:spPr>
          <a:xfrm>
            <a:off x="880659" y="1705476"/>
            <a:ext cx="4222864" cy="2160240"/>
          </a:xfrm>
          <a:prstGeom prst="rect">
            <a:avLst/>
          </a:prstGeom>
          <a:noFill/>
          <a:ln>
            <a:noFill/>
          </a:ln>
        </p:spPr>
      </p:pic>
      <p:pic>
        <p:nvPicPr>
          <p:cNvPr id="498" name="Google Shape;498;p29"/>
          <p:cNvPicPr preferRelativeResize="0"/>
          <p:nvPr/>
        </p:nvPicPr>
        <p:blipFill rotWithShape="1">
          <a:blip r:embed="rId4">
            <a:alphaModFix/>
          </a:blip>
          <a:srcRect b="0" l="0" r="0" t="0"/>
          <a:stretch/>
        </p:blipFill>
        <p:spPr>
          <a:xfrm>
            <a:off x="3542547" y="1697092"/>
            <a:ext cx="4222864" cy="2160240"/>
          </a:xfrm>
          <a:prstGeom prst="rect">
            <a:avLst/>
          </a:prstGeom>
          <a:noFill/>
          <a:ln>
            <a:noFill/>
          </a:ln>
        </p:spPr>
      </p:pic>
      <p:sp>
        <p:nvSpPr>
          <p:cNvPr id="499" name="Google Shape;499;p29"/>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500" name="Google Shape;500;p29"/>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01" name="Google Shape;501;p29"/>
          <p:cNvPicPr preferRelativeResize="0"/>
          <p:nvPr/>
        </p:nvPicPr>
        <p:blipFill rotWithShape="1">
          <a:blip r:embed="rId5">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nfograhic">
  <p:cSld name="Title and Infograhic">
    <p:spTree>
      <p:nvGrpSpPr>
        <p:cNvPr id="502" name="Shape 502"/>
        <p:cNvGrpSpPr/>
        <p:nvPr/>
      </p:nvGrpSpPr>
      <p:grpSpPr>
        <a:xfrm>
          <a:off x="0" y="0"/>
          <a:ext cx="0" cy="0"/>
          <a:chOff x="0" y="0"/>
          <a:chExt cx="0" cy="0"/>
        </a:xfrm>
      </p:grpSpPr>
      <p:sp>
        <p:nvSpPr>
          <p:cNvPr id="503" name="Google Shape;503;p3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4" name="Google Shape;504;p3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505" name="Google Shape;505;p30"/>
          <p:cNvPicPr preferRelativeResize="0"/>
          <p:nvPr/>
        </p:nvPicPr>
        <p:blipFill rotWithShape="1">
          <a:blip r:embed="rId2">
            <a:alphaModFix/>
          </a:blip>
          <a:srcRect b="0" l="0" r="0" t="0"/>
          <a:stretch/>
        </p:blipFill>
        <p:spPr>
          <a:xfrm>
            <a:off x="914602" y="2566307"/>
            <a:ext cx="2538282" cy="1298479"/>
          </a:xfrm>
          <a:prstGeom prst="rect">
            <a:avLst/>
          </a:prstGeom>
          <a:noFill/>
          <a:ln>
            <a:noFill/>
          </a:ln>
        </p:spPr>
      </p:pic>
      <p:pic>
        <p:nvPicPr>
          <p:cNvPr id="506" name="Google Shape;506;p30"/>
          <p:cNvPicPr preferRelativeResize="0"/>
          <p:nvPr/>
        </p:nvPicPr>
        <p:blipFill rotWithShape="1">
          <a:blip r:embed="rId3">
            <a:alphaModFix/>
          </a:blip>
          <a:srcRect b="0" l="0" r="0" t="0"/>
          <a:stretch/>
        </p:blipFill>
        <p:spPr>
          <a:xfrm>
            <a:off x="918760" y="1581506"/>
            <a:ext cx="7431156" cy="2999208"/>
          </a:xfrm>
          <a:prstGeom prst="rect">
            <a:avLst/>
          </a:prstGeom>
          <a:noFill/>
          <a:ln>
            <a:noFill/>
          </a:ln>
        </p:spPr>
      </p:pic>
      <p:sp>
        <p:nvSpPr>
          <p:cNvPr id="507" name="Google Shape;507;p30"/>
          <p:cNvSpPr txBox="1"/>
          <p:nvPr>
            <p:ph idx="1" type="body"/>
          </p:nvPr>
        </p:nvSpPr>
        <p:spPr>
          <a:xfrm>
            <a:off x="1263041" y="2104600"/>
            <a:ext cx="830454" cy="29204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800"/>
              <a:buFont typeface="Arial"/>
              <a:buNone/>
              <a:defRPr b="1" i="0" sz="18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08" name="Google Shape;508;p30"/>
          <p:cNvSpPr txBox="1"/>
          <p:nvPr>
            <p:ph idx="2" type="body"/>
          </p:nvPr>
        </p:nvSpPr>
        <p:spPr>
          <a:xfrm>
            <a:off x="2470356" y="3778988"/>
            <a:ext cx="784195" cy="30595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800"/>
              <a:buFont typeface="Arial"/>
              <a:buNone/>
              <a:defRPr b="1"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09" name="Google Shape;509;p30"/>
          <p:cNvSpPr txBox="1"/>
          <p:nvPr>
            <p:ph idx="3" type="body"/>
          </p:nvPr>
        </p:nvSpPr>
        <p:spPr>
          <a:xfrm>
            <a:off x="3530790" y="2108961"/>
            <a:ext cx="824532" cy="28768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0" name="Google Shape;510;p30"/>
          <p:cNvSpPr txBox="1"/>
          <p:nvPr>
            <p:ph idx="4" type="body"/>
          </p:nvPr>
        </p:nvSpPr>
        <p:spPr>
          <a:xfrm>
            <a:off x="4729642" y="3771033"/>
            <a:ext cx="745627" cy="30595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1" name="Google Shape;511;p30"/>
          <p:cNvSpPr txBox="1"/>
          <p:nvPr>
            <p:ph idx="5" type="body"/>
          </p:nvPr>
        </p:nvSpPr>
        <p:spPr>
          <a:xfrm>
            <a:off x="5904099" y="2107682"/>
            <a:ext cx="758842" cy="29204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800"/>
              <a:buFont typeface="Arial"/>
              <a:buNone/>
              <a:defRPr b="1" i="0" sz="18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2" name="Google Shape;512;p30"/>
          <p:cNvSpPr txBox="1"/>
          <p:nvPr>
            <p:ph idx="6" type="body"/>
          </p:nvPr>
        </p:nvSpPr>
        <p:spPr>
          <a:xfrm>
            <a:off x="7023857" y="3762859"/>
            <a:ext cx="784195" cy="30595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3" name="Google Shape;513;p30"/>
          <p:cNvSpPr txBox="1"/>
          <p:nvPr>
            <p:ph idx="7" type="body"/>
          </p:nvPr>
        </p:nvSpPr>
        <p:spPr>
          <a:xfrm>
            <a:off x="2156171" y="125799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200"/>
              <a:buFont typeface="Arial"/>
              <a:buNone/>
              <a:defRPr b="1" i="0" sz="12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4" name="Google Shape;514;p30"/>
          <p:cNvSpPr txBox="1"/>
          <p:nvPr>
            <p:ph idx="8" type="body"/>
          </p:nvPr>
        </p:nvSpPr>
        <p:spPr>
          <a:xfrm>
            <a:off x="2156171" y="152366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5" name="Google Shape;515;p30"/>
          <p:cNvSpPr txBox="1"/>
          <p:nvPr>
            <p:ph idx="9" type="body"/>
          </p:nvPr>
        </p:nvSpPr>
        <p:spPr>
          <a:xfrm>
            <a:off x="4513908" y="125799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6" name="Google Shape;516;p30"/>
          <p:cNvSpPr txBox="1"/>
          <p:nvPr>
            <p:ph idx="13" type="body"/>
          </p:nvPr>
        </p:nvSpPr>
        <p:spPr>
          <a:xfrm>
            <a:off x="4513908" y="152366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7" name="Google Shape;517;p30"/>
          <p:cNvSpPr txBox="1"/>
          <p:nvPr>
            <p:ph idx="14" type="body"/>
          </p:nvPr>
        </p:nvSpPr>
        <p:spPr>
          <a:xfrm>
            <a:off x="6720777" y="125799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8" name="Google Shape;518;p30"/>
          <p:cNvSpPr txBox="1"/>
          <p:nvPr>
            <p:ph idx="15" type="body"/>
          </p:nvPr>
        </p:nvSpPr>
        <p:spPr>
          <a:xfrm>
            <a:off x="6720777" y="152366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9" name="Google Shape;519;p30"/>
          <p:cNvSpPr txBox="1"/>
          <p:nvPr>
            <p:ph idx="16" type="body"/>
          </p:nvPr>
        </p:nvSpPr>
        <p:spPr>
          <a:xfrm>
            <a:off x="995265" y="3791876"/>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0" name="Google Shape;520;p30"/>
          <p:cNvSpPr txBox="1"/>
          <p:nvPr>
            <p:ph idx="17" type="body"/>
          </p:nvPr>
        </p:nvSpPr>
        <p:spPr>
          <a:xfrm>
            <a:off x="995265" y="4057543"/>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1" name="Google Shape;521;p30"/>
          <p:cNvSpPr txBox="1"/>
          <p:nvPr>
            <p:ph idx="18" type="body"/>
          </p:nvPr>
        </p:nvSpPr>
        <p:spPr>
          <a:xfrm>
            <a:off x="3326285" y="3779691"/>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2" name="Google Shape;522;p30"/>
          <p:cNvSpPr txBox="1"/>
          <p:nvPr>
            <p:ph idx="19" type="body"/>
          </p:nvPr>
        </p:nvSpPr>
        <p:spPr>
          <a:xfrm>
            <a:off x="3326285" y="4045358"/>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3" name="Google Shape;523;p30"/>
          <p:cNvSpPr txBox="1"/>
          <p:nvPr>
            <p:ph idx="20" type="body"/>
          </p:nvPr>
        </p:nvSpPr>
        <p:spPr>
          <a:xfrm>
            <a:off x="5599996" y="375897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4" name="Google Shape;524;p30"/>
          <p:cNvSpPr txBox="1"/>
          <p:nvPr>
            <p:ph idx="21" type="body"/>
          </p:nvPr>
        </p:nvSpPr>
        <p:spPr>
          <a:xfrm>
            <a:off x="5599996" y="4024639"/>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525" name="Google Shape;525;p30"/>
          <p:cNvPicPr preferRelativeResize="0"/>
          <p:nvPr/>
        </p:nvPicPr>
        <p:blipFill rotWithShape="1">
          <a:blip r:embed="rId2">
            <a:alphaModFix/>
          </a:blip>
          <a:srcRect b="0" l="0" r="0" t="0"/>
          <a:stretch/>
        </p:blipFill>
        <p:spPr>
          <a:xfrm>
            <a:off x="914602" y="2566307"/>
            <a:ext cx="2538282" cy="1298479"/>
          </a:xfrm>
          <a:prstGeom prst="rect">
            <a:avLst/>
          </a:prstGeom>
          <a:noFill/>
          <a:ln>
            <a:noFill/>
          </a:ln>
        </p:spPr>
      </p:pic>
      <p:pic>
        <p:nvPicPr>
          <p:cNvPr id="526" name="Google Shape;526;p30"/>
          <p:cNvPicPr preferRelativeResize="0"/>
          <p:nvPr/>
        </p:nvPicPr>
        <p:blipFill rotWithShape="1">
          <a:blip r:embed="rId3">
            <a:alphaModFix/>
          </a:blip>
          <a:srcRect b="0" l="0" r="0" t="0"/>
          <a:stretch/>
        </p:blipFill>
        <p:spPr>
          <a:xfrm>
            <a:off x="918760" y="1581506"/>
            <a:ext cx="7431156" cy="2999208"/>
          </a:xfrm>
          <a:prstGeom prst="rect">
            <a:avLst/>
          </a:prstGeom>
          <a:noFill/>
          <a:ln>
            <a:noFill/>
          </a:ln>
        </p:spPr>
      </p:pic>
      <p:sp>
        <p:nvSpPr>
          <p:cNvPr id="527" name="Google Shape;527;p30"/>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528" name="Google Shape;528;p30"/>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29" name="Google Shape;529;p30"/>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nfographic 2">
  <p:cSld name="Title and Infographic 2">
    <p:spTree>
      <p:nvGrpSpPr>
        <p:cNvPr id="530" name="Shape 530"/>
        <p:cNvGrpSpPr/>
        <p:nvPr/>
      </p:nvGrpSpPr>
      <p:grpSpPr>
        <a:xfrm>
          <a:off x="0" y="0"/>
          <a:ext cx="0" cy="0"/>
          <a:chOff x="0" y="0"/>
          <a:chExt cx="0" cy="0"/>
        </a:xfrm>
      </p:grpSpPr>
      <p:sp>
        <p:nvSpPr>
          <p:cNvPr id="531" name="Google Shape;531;p3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2" name="Google Shape;532;p3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descr="C:\Users\diyajoseph\Desktop\New folder (3)\Infographics-01-01.png" id="533" name="Google Shape;533;p31"/>
          <p:cNvPicPr preferRelativeResize="0"/>
          <p:nvPr/>
        </p:nvPicPr>
        <p:blipFill rotWithShape="1">
          <a:blip r:embed="rId2">
            <a:alphaModFix/>
          </a:blip>
          <a:srcRect b="0" l="0" r="0" t="0"/>
          <a:stretch/>
        </p:blipFill>
        <p:spPr>
          <a:xfrm>
            <a:off x="4349184" y="1331625"/>
            <a:ext cx="3644856" cy="3644859"/>
          </a:xfrm>
          <a:prstGeom prst="rect">
            <a:avLst/>
          </a:prstGeom>
          <a:noFill/>
          <a:ln>
            <a:noFill/>
          </a:ln>
        </p:spPr>
      </p:pic>
      <p:sp>
        <p:nvSpPr>
          <p:cNvPr id="534" name="Google Shape;534;p31"/>
          <p:cNvSpPr txBox="1"/>
          <p:nvPr>
            <p:ph idx="1" type="body"/>
          </p:nvPr>
        </p:nvSpPr>
        <p:spPr>
          <a:xfrm>
            <a:off x="630238" y="1347788"/>
            <a:ext cx="3182128" cy="27717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35" name="Google Shape;535;p31"/>
          <p:cNvSpPr txBox="1"/>
          <p:nvPr>
            <p:ph idx="2" type="body"/>
          </p:nvPr>
        </p:nvSpPr>
        <p:spPr>
          <a:xfrm>
            <a:off x="6433953" y="1722104"/>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36" name="Google Shape;536;p31"/>
          <p:cNvSpPr txBox="1"/>
          <p:nvPr>
            <p:ph idx="3" type="body"/>
          </p:nvPr>
        </p:nvSpPr>
        <p:spPr>
          <a:xfrm>
            <a:off x="6433953" y="1987771"/>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37" name="Google Shape;537;p31"/>
          <p:cNvSpPr txBox="1"/>
          <p:nvPr>
            <p:ph idx="4" type="body"/>
          </p:nvPr>
        </p:nvSpPr>
        <p:spPr>
          <a:xfrm>
            <a:off x="4628562" y="3026158"/>
            <a:ext cx="1182772" cy="3866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100"/>
              <a:buFont typeface="Arial"/>
              <a:buNone/>
              <a:defRPr b="1" i="0" sz="11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38" name="Google Shape;538;p31"/>
          <p:cNvSpPr txBox="1"/>
          <p:nvPr>
            <p:ph idx="5" type="body"/>
          </p:nvPr>
        </p:nvSpPr>
        <p:spPr>
          <a:xfrm>
            <a:off x="7003447" y="278373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39" name="Google Shape;539;p31"/>
          <p:cNvSpPr txBox="1"/>
          <p:nvPr>
            <p:ph idx="6" type="body"/>
          </p:nvPr>
        </p:nvSpPr>
        <p:spPr>
          <a:xfrm>
            <a:off x="7009593" y="3303767"/>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0" name="Google Shape;540;p31"/>
          <p:cNvSpPr txBox="1"/>
          <p:nvPr>
            <p:ph idx="7" type="body"/>
          </p:nvPr>
        </p:nvSpPr>
        <p:spPr>
          <a:xfrm>
            <a:off x="7009593" y="3569434"/>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1" name="Google Shape;541;p31"/>
          <p:cNvSpPr txBox="1"/>
          <p:nvPr>
            <p:ph idx="8" type="body"/>
          </p:nvPr>
        </p:nvSpPr>
        <p:spPr>
          <a:xfrm>
            <a:off x="6433953" y="4034311"/>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2" name="Google Shape;542;p31"/>
          <p:cNvSpPr txBox="1"/>
          <p:nvPr>
            <p:ph idx="9" type="body"/>
          </p:nvPr>
        </p:nvSpPr>
        <p:spPr>
          <a:xfrm>
            <a:off x="6433953" y="4299978"/>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3" name="Google Shape;543;p31"/>
          <p:cNvSpPr txBox="1"/>
          <p:nvPr>
            <p:ph idx="13" type="body"/>
          </p:nvPr>
        </p:nvSpPr>
        <p:spPr>
          <a:xfrm>
            <a:off x="7001132" y="2524953"/>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4" name="Google Shape;544;p31"/>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pic>
        <p:nvPicPr>
          <p:cNvPr id="545" name="Google Shape;545;p31"/>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orient="horz" pos="849">
          <p15:clr>
            <a:srgbClr val="FBAE40"/>
          </p15:clr>
        </p15:guide>
        <p15:guide id="3" orient="horz" pos="2663">
          <p15:clr>
            <a:srgbClr val="FBAE40"/>
          </p15:clr>
        </p15:guide>
        <p15:guide id="4" pos="25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nfographic 3">
  <p:cSld name="Title and Infographic 3">
    <p:spTree>
      <p:nvGrpSpPr>
        <p:cNvPr id="546" name="Shape 546"/>
        <p:cNvGrpSpPr/>
        <p:nvPr/>
      </p:nvGrpSpPr>
      <p:grpSpPr>
        <a:xfrm>
          <a:off x="0" y="0"/>
          <a:ext cx="0" cy="0"/>
          <a:chOff x="0" y="0"/>
          <a:chExt cx="0" cy="0"/>
        </a:xfrm>
      </p:grpSpPr>
      <p:sp>
        <p:nvSpPr>
          <p:cNvPr id="547" name="Google Shape;547;p3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8" name="Google Shape;548;p3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549" name="Google Shape;549;p32"/>
          <p:cNvSpPr txBox="1"/>
          <p:nvPr>
            <p:ph idx="1" type="body"/>
          </p:nvPr>
        </p:nvSpPr>
        <p:spPr>
          <a:xfrm>
            <a:off x="2184783" y="1316876"/>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0" name="Google Shape;550;p32"/>
          <p:cNvSpPr txBox="1"/>
          <p:nvPr>
            <p:ph idx="2" type="body"/>
          </p:nvPr>
        </p:nvSpPr>
        <p:spPr>
          <a:xfrm>
            <a:off x="2184783" y="1496505"/>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1" name="Google Shape;551;p32"/>
          <p:cNvSpPr txBox="1"/>
          <p:nvPr>
            <p:ph idx="3" type="body"/>
          </p:nvPr>
        </p:nvSpPr>
        <p:spPr>
          <a:xfrm>
            <a:off x="2184783" y="1708544"/>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2" name="Google Shape;552;p32"/>
          <p:cNvSpPr txBox="1"/>
          <p:nvPr>
            <p:ph idx="4" type="body"/>
          </p:nvPr>
        </p:nvSpPr>
        <p:spPr>
          <a:xfrm>
            <a:off x="1648313" y="2160534"/>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1"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3" name="Google Shape;553;p32"/>
          <p:cNvSpPr txBox="1"/>
          <p:nvPr>
            <p:ph idx="5" type="body"/>
          </p:nvPr>
        </p:nvSpPr>
        <p:spPr>
          <a:xfrm>
            <a:off x="1648313" y="2340163"/>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4" name="Google Shape;554;p32"/>
          <p:cNvSpPr txBox="1"/>
          <p:nvPr>
            <p:ph idx="6" type="body"/>
          </p:nvPr>
        </p:nvSpPr>
        <p:spPr>
          <a:xfrm>
            <a:off x="1648313" y="2552202"/>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5" name="Google Shape;555;p32"/>
          <p:cNvSpPr txBox="1"/>
          <p:nvPr>
            <p:ph idx="7" type="body"/>
          </p:nvPr>
        </p:nvSpPr>
        <p:spPr>
          <a:xfrm>
            <a:off x="1670695" y="3113991"/>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6" name="Google Shape;556;p32"/>
          <p:cNvSpPr txBox="1"/>
          <p:nvPr>
            <p:ph idx="8" type="body"/>
          </p:nvPr>
        </p:nvSpPr>
        <p:spPr>
          <a:xfrm>
            <a:off x="1670695" y="3293620"/>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7" name="Google Shape;557;p32"/>
          <p:cNvSpPr txBox="1"/>
          <p:nvPr>
            <p:ph idx="9" type="body"/>
          </p:nvPr>
        </p:nvSpPr>
        <p:spPr>
          <a:xfrm>
            <a:off x="1670695" y="3505659"/>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8" name="Google Shape;558;p32"/>
          <p:cNvSpPr txBox="1"/>
          <p:nvPr>
            <p:ph idx="13" type="body"/>
          </p:nvPr>
        </p:nvSpPr>
        <p:spPr>
          <a:xfrm>
            <a:off x="2154251" y="3833167"/>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9" name="Google Shape;559;p32"/>
          <p:cNvSpPr txBox="1"/>
          <p:nvPr>
            <p:ph idx="14" type="body"/>
          </p:nvPr>
        </p:nvSpPr>
        <p:spPr>
          <a:xfrm>
            <a:off x="2154251" y="4012796"/>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0" name="Google Shape;560;p32"/>
          <p:cNvSpPr txBox="1"/>
          <p:nvPr>
            <p:ph idx="15" type="body"/>
          </p:nvPr>
        </p:nvSpPr>
        <p:spPr>
          <a:xfrm>
            <a:off x="2154251" y="4224835"/>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1" name="Google Shape;561;p32"/>
          <p:cNvSpPr txBox="1"/>
          <p:nvPr>
            <p:ph idx="16" type="body"/>
          </p:nvPr>
        </p:nvSpPr>
        <p:spPr>
          <a:xfrm>
            <a:off x="5711844" y="1274684"/>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2" name="Google Shape;562;p32"/>
          <p:cNvSpPr txBox="1"/>
          <p:nvPr>
            <p:ph idx="17" type="body"/>
          </p:nvPr>
        </p:nvSpPr>
        <p:spPr>
          <a:xfrm>
            <a:off x="5711844" y="1454313"/>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3" name="Google Shape;563;p32"/>
          <p:cNvSpPr txBox="1"/>
          <p:nvPr>
            <p:ph idx="18" type="body"/>
          </p:nvPr>
        </p:nvSpPr>
        <p:spPr>
          <a:xfrm>
            <a:off x="5711844" y="1666352"/>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4" name="Google Shape;564;p32"/>
          <p:cNvSpPr txBox="1"/>
          <p:nvPr>
            <p:ph idx="19" type="body"/>
          </p:nvPr>
        </p:nvSpPr>
        <p:spPr>
          <a:xfrm>
            <a:off x="6247590" y="2081713"/>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5" name="Google Shape;565;p32"/>
          <p:cNvSpPr txBox="1"/>
          <p:nvPr>
            <p:ph idx="20" type="body"/>
          </p:nvPr>
        </p:nvSpPr>
        <p:spPr>
          <a:xfrm>
            <a:off x="6247590" y="2261342"/>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6" name="Google Shape;566;p32"/>
          <p:cNvSpPr txBox="1"/>
          <p:nvPr>
            <p:ph idx="21" type="body"/>
          </p:nvPr>
        </p:nvSpPr>
        <p:spPr>
          <a:xfrm>
            <a:off x="6247590" y="2473381"/>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7" name="Google Shape;567;p32"/>
          <p:cNvSpPr txBox="1"/>
          <p:nvPr>
            <p:ph idx="22" type="body"/>
          </p:nvPr>
        </p:nvSpPr>
        <p:spPr>
          <a:xfrm>
            <a:off x="6247590" y="3009669"/>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8" name="Google Shape;568;p32"/>
          <p:cNvSpPr txBox="1"/>
          <p:nvPr>
            <p:ph idx="23" type="body"/>
          </p:nvPr>
        </p:nvSpPr>
        <p:spPr>
          <a:xfrm>
            <a:off x="6247590" y="3189298"/>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9" name="Google Shape;569;p32"/>
          <p:cNvSpPr txBox="1"/>
          <p:nvPr>
            <p:ph idx="24" type="body"/>
          </p:nvPr>
        </p:nvSpPr>
        <p:spPr>
          <a:xfrm>
            <a:off x="6247590" y="3401337"/>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0" name="Google Shape;570;p32"/>
          <p:cNvSpPr txBox="1"/>
          <p:nvPr>
            <p:ph idx="25" type="body"/>
          </p:nvPr>
        </p:nvSpPr>
        <p:spPr>
          <a:xfrm>
            <a:off x="5911033" y="3827718"/>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1" name="Google Shape;571;p32"/>
          <p:cNvSpPr txBox="1"/>
          <p:nvPr>
            <p:ph idx="26" type="body"/>
          </p:nvPr>
        </p:nvSpPr>
        <p:spPr>
          <a:xfrm>
            <a:off x="5911033" y="4007347"/>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2" name="Google Shape;572;p32"/>
          <p:cNvSpPr txBox="1"/>
          <p:nvPr>
            <p:ph idx="27" type="body"/>
          </p:nvPr>
        </p:nvSpPr>
        <p:spPr>
          <a:xfrm>
            <a:off x="5911033" y="4219386"/>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grpSp>
        <p:nvGrpSpPr>
          <p:cNvPr id="573" name="Google Shape;573;p32"/>
          <p:cNvGrpSpPr/>
          <p:nvPr/>
        </p:nvGrpSpPr>
        <p:grpSpPr>
          <a:xfrm>
            <a:off x="3064089" y="1322496"/>
            <a:ext cx="3130304" cy="3130304"/>
            <a:chOff x="1725851" y="197234"/>
            <a:chExt cx="4799362" cy="4799363"/>
          </a:xfrm>
        </p:grpSpPr>
        <p:sp>
          <p:nvSpPr>
            <p:cNvPr id="574" name="Google Shape;574;p32"/>
            <p:cNvSpPr/>
            <p:nvPr/>
          </p:nvSpPr>
          <p:spPr>
            <a:xfrm>
              <a:off x="2160294" y="631678"/>
              <a:ext cx="3930473" cy="3930474"/>
            </a:xfrm>
            <a:prstGeom prst="blockArc">
              <a:avLst>
                <a:gd fmla="val 13500000" name="adj1"/>
                <a:gd fmla="val 16200000" name="adj2"/>
                <a:gd fmla="val 3430" name="adj3"/>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2"/>
            <p:cNvSpPr/>
            <p:nvPr/>
          </p:nvSpPr>
          <p:spPr>
            <a:xfrm>
              <a:off x="2160294" y="631678"/>
              <a:ext cx="3930473" cy="3930474"/>
            </a:xfrm>
            <a:prstGeom prst="blockArc">
              <a:avLst>
                <a:gd fmla="val 10800000" name="adj1"/>
                <a:gd fmla="val 13500000" name="adj2"/>
                <a:gd fmla="val 3430" name="adj3"/>
              </a:avLst>
            </a:prstGeom>
            <a:solidFill>
              <a:srgbClr val="9D9D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2"/>
            <p:cNvSpPr/>
            <p:nvPr/>
          </p:nvSpPr>
          <p:spPr>
            <a:xfrm>
              <a:off x="2160294" y="631678"/>
              <a:ext cx="3930473" cy="3930474"/>
            </a:xfrm>
            <a:prstGeom prst="blockArc">
              <a:avLst>
                <a:gd fmla="val 8100000" name="adj1"/>
                <a:gd fmla="val 10800000" name="adj2"/>
                <a:gd fmla="val 3430" name="adj3"/>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2"/>
            <p:cNvSpPr/>
            <p:nvPr/>
          </p:nvSpPr>
          <p:spPr>
            <a:xfrm>
              <a:off x="2160294" y="631678"/>
              <a:ext cx="3930473" cy="3930474"/>
            </a:xfrm>
            <a:prstGeom prst="blockArc">
              <a:avLst>
                <a:gd fmla="val 5400000" name="adj1"/>
                <a:gd fmla="val 8100000" name="adj2"/>
                <a:gd fmla="val 3430" name="adj3"/>
              </a:avLst>
            </a:prstGeom>
            <a:solidFill>
              <a:srgbClr val="B4B4B4"/>
            </a:solidFill>
            <a:ln cap="flat" cmpd="sng" w="9525">
              <a:solidFill>
                <a:srgbClr val="A8A8A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78" name="Google Shape;578;p32"/>
            <p:cNvSpPr/>
            <p:nvPr/>
          </p:nvSpPr>
          <p:spPr>
            <a:xfrm>
              <a:off x="2160294" y="631678"/>
              <a:ext cx="3930473" cy="3930474"/>
            </a:xfrm>
            <a:prstGeom prst="blockArc">
              <a:avLst>
                <a:gd fmla="val 2700000" name="adj1"/>
                <a:gd fmla="val 5400000" name="adj2"/>
                <a:gd fmla="val 3430" name="adj3"/>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2"/>
            <p:cNvSpPr/>
            <p:nvPr/>
          </p:nvSpPr>
          <p:spPr>
            <a:xfrm>
              <a:off x="2160294" y="631678"/>
              <a:ext cx="3930473" cy="3930474"/>
            </a:xfrm>
            <a:prstGeom prst="blockArc">
              <a:avLst>
                <a:gd fmla="val 0" name="adj1"/>
                <a:gd fmla="val 2700000" name="adj2"/>
                <a:gd fmla="val 3430" name="adj3"/>
              </a:avLst>
            </a:prstGeom>
            <a:solidFill>
              <a:srgbClr val="F632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2"/>
            <p:cNvSpPr/>
            <p:nvPr/>
          </p:nvSpPr>
          <p:spPr>
            <a:xfrm>
              <a:off x="2160294" y="631678"/>
              <a:ext cx="3930473" cy="3930474"/>
            </a:xfrm>
            <a:prstGeom prst="blockArc">
              <a:avLst>
                <a:gd fmla="val 18900000" name="adj1"/>
                <a:gd fmla="val 0" name="adj2"/>
                <a:gd fmla="val 3430" name="adj3"/>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2"/>
            <p:cNvSpPr/>
            <p:nvPr/>
          </p:nvSpPr>
          <p:spPr>
            <a:xfrm>
              <a:off x="2160294" y="631678"/>
              <a:ext cx="3930473" cy="3930474"/>
            </a:xfrm>
            <a:prstGeom prst="blockArc">
              <a:avLst>
                <a:gd fmla="val 16200000" name="adj1"/>
                <a:gd fmla="val 18900000" name="adj2"/>
                <a:gd fmla="val 3430" name="adj3"/>
              </a:avLst>
            </a:prstGeom>
            <a:solidFill>
              <a:srgbClr val="F632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2"/>
            <p:cNvSpPr/>
            <p:nvPr/>
          </p:nvSpPr>
          <p:spPr>
            <a:xfrm>
              <a:off x="3128723" y="1600108"/>
              <a:ext cx="1993614" cy="1993614"/>
            </a:xfrm>
            <a:custGeom>
              <a:rect b="b" l="l" r="r" t="t"/>
              <a:pathLst>
                <a:path extrusionOk="0" h="1993614" w="1993614">
                  <a:moveTo>
                    <a:pt x="0" y="996807"/>
                  </a:moveTo>
                  <a:cubicBezTo>
                    <a:pt x="0" y="446286"/>
                    <a:pt x="446286" y="0"/>
                    <a:pt x="996807" y="0"/>
                  </a:cubicBezTo>
                  <a:cubicBezTo>
                    <a:pt x="1547328" y="0"/>
                    <a:pt x="1993614" y="446286"/>
                    <a:pt x="1993614" y="996807"/>
                  </a:cubicBezTo>
                  <a:cubicBezTo>
                    <a:pt x="1993614" y="1547328"/>
                    <a:pt x="1547328" y="1993614"/>
                    <a:pt x="996807" y="1993614"/>
                  </a:cubicBezTo>
                  <a:cubicBezTo>
                    <a:pt x="446286" y="1993614"/>
                    <a:pt x="0" y="1547328"/>
                    <a:pt x="0" y="996807"/>
                  </a:cubicBezTo>
                  <a:close/>
                </a:path>
              </a:pathLst>
            </a:custGeom>
            <a:noFill/>
            <a:ln cap="flat" cmpd="sng" w="50800">
              <a:solidFill>
                <a:srgbClr val="4C4C4C"/>
              </a:solidFill>
              <a:prstDash val="solid"/>
              <a:miter lim="800000"/>
              <a:headEnd len="sm" w="sm" type="none"/>
              <a:tailEnd len="sm" w="sm" type="none"/>
            </a:ln>
            <a:effectLst>
              <a:outerShdw blurRad="50800" rotWithShape="0" algn="tr" dir="8100000" dist="38100">
                <a:srgbClr val="000000">
                  <a:alpha val="40000"/>
                </a:srgbClr>
              </a:outerShdw>
            </a:effectLst>
          </p:spPr>
          <p:txBody>
            <a:bodyPr anchorCtr="0" anchor="ctr" bIns="307175" lIns="307175" spcFirstLastPara="1" rIns="307175" wrap="square" tIns="307175">
              <a:noAutofit/>
            </a:bodyPr>
            <a:lstStyle/>
            <a:p>
              <a:pPr indent="0" lvl="0" marL="0" marR="0" rtl="0" algn="ctr">
                <a:lnSpc>
                  <a:spcPct val="90000"/>
                </a:lnSpc>
                <a:spcBef>
                  <a:spcPts val="0"/>
                </a:spcBef>
                <a:spcAft>
                  <a:spcPts val="0"/>
                </a:spcAft>
                <a:buNone/>
              </a:pPr>
              <a:r>
                <a:t/>
              </a:r>
              <a:endParaRPr sz="1200">
                <a:solidFill>
                  <a:srgbClr val="4C4C4C"/>
                </a:solidFill>
                <a:latin typeface="Roboto"/>
                <a:ea typeface="Roboto"/>
                <a:cs typeface="Roboto"/>
                <a:sym typeface="Roboto"/>
              </a:endParaRPr>
            </a:p>
          </p:txBody>
        </p:sp>
        <p:sp>
          <p:nvSpPr>
            <p:cNvPr id="583" name="Google Shape;583;p32"/>
            <p:cNvSpPr/>
            <p:nvPr/>
          </p:nvSpPr>
          <p:spPr>
            <a:xfrm>
              <a:off x="3657379" y="19723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F6323E"/>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None/>
              </a:pPr>
              <a:r>
                <a:t/>
              </a:r>
              <a:endParaRPr sz="2100">
                <a:solidFill>
                  <a:schemeClr val="lt1"/>
                </a:solidFill>
                <a:latin typeface="Calibri"/>
                <a:ea typeface="Calibri"/>
                <a:cs typeface="Calibri"/>
                <a:sym typeface="Calibri"/>
              </a:endParaRPr>
            </a:p>
          </p:txBody>
        </p:sp>
        <p:sp>
          <p:nvSpPr>
            <p:cNvPr id="584" name="Google Shape;584;p32"/>
            <p:cNvSpPr/>
            <p:nvPr/>
          </p:nvSpPr>
          <p:spPr>
            <a:xfrm>
              <a:off x="5023178" y="762966"/>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CCCCCC"/>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None/>
              </a:pPr>
              <a:r>
                <a:t/>
              </a:r>
              <a:endParaRPr sz="2100">
                <a:solidFill>
                  <a:schemeClr val="lt1"/>
                </a:solidFill>
                <a:latin typeface="Calibri"/>
                <a:ea typeface="Calibri"/>
                <a:cs typeface="Calibri"/>
                <a:sym typeface="Calibri"/>
              </a:endParaRPr>
            </a:p>
          </p:txBody>
        </p:sp>
        <p:sp>
          <p:nvSpPr>
            <p:cNvPr id="585" name="Google Shape;585;p32"/>
            <p:cNvSpPr/>
            <p:nvPr/>
          </p:nvSpPr>
          <p:spPr>
            <a:xfrm>
              <a:off x="5588911" y="21287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F6323E"/>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None/>
              </a:pPr>
              <a:r>
                <a:t/>
              </a:r>
              <a:endParaRPr sz="2100">
                <a:solidFill>
                  <a:schemeClr val="lt1"/>
                </a:solidFill>
                <a:latin typeface="Calibri"/>
                <a:ea typeface="Calibri"/>
                <a:cs typeface="Calibri"/>
                <a:sym typeface="Calibri"/>
              </a:endParaRPr>
            </a:p>
          </p:txBody>
        </p:sp>
        <p:sp>
          <p:nvSpPr>
            <p:cNvPr id="586" name="Google Shape;586;p32"/>
            <p:cNvSpPr/>
            <p:nvPr/>
          </p:nvSpPr>
          <p:spPr>
            <a:xfrm>
              <a:off x="5023177" y="3494562"/>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9D9D9D"/>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None/>
              </a:pPr>
              <a:r>
                <a:t/>
              </a:r>
              <a:endParaRPr sz="2100">
                <a:solidFill>
                  <a:schemeClr val="lt1"/>
                </a:solidFill>
                <a:latin typeface="Calibri"/>
                <a:ea typeface="Calibri"/>
                <a:cs typeface="Calibri"/>
                <a:sym typeface="Calibri"/>
              </a:endParaRPr>
            </a:p>
          </p:txBody>
        </p:sp>
        <p:sp>
          <p:nvSpPr>
            <p:cNvPr id="587" name="Google Shape;587;p32"/>
            <p:cNvSpPr/>
            <p:nvPr/>
          </p:nvSpPr>
          <p:spPr>
            <a:xfrm>
              <a:off x="3657379" y="4060295"/>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F6323E"/>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None/>
              </a:pPr>
              <a:r>
                <a:t/>
              </a:r>
              <a:endParaRPr sz="4000">
                <a:solidFill>
                  <a:schemeClr val="lt1"/>
                </a:solidFill>
                <a:latin typeface="Calibri"/>
                <a:ea typeface="Calibri"/>
                <a:cs typeface="Calibri"/>
                <a:sym typeface="Calibri"/>
              </a:endParaRPr>
            </a:p>
          </p:txBody>
        </p:sp>
        <p:sp>
          <p:nvSpPr>
            <p:cNvPr id="588" name="Google Shape;588;p32"/>
            <p:cNvSpPr/>
            <p:nvPr/>
          </p:nvSpPr>
          <p:spPr>
            <a:xfrm>
              <a:off x="2291582" y="34945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A8A8A8"/>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None/>
              </a:pPr>
              <a:r>
                <a:t/>
              </a:r>
              <a:endParaRPr sz="4000">
                <a:solidFill>
                  <a:schemeClr val="lt1"/>
                </a:solidFill>
                <a:latin typeface="Calibri"/>
                <a:ea typeface="Calibri"/>
                <a:cs typeface="Calibri"/>
                <a:sym typeface="Calibri"/>
              </a:endParaRPr>
            </a:p>
          </p:txBody>
        </p:sp>
        <p:sp>
          <p:nvSpPr>
            <p:cNvPr id="589" name="Google Shape;589;p32"/>
            <p:cNvSpPr/>
            <p:nvPr/>
          </p:nvSpPr>
          <p:spPr>
            <a:xfrm>
              <a:off x="1725851" y="21287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chemeClr val="dk1"/>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None/>
              </a:pPr>
              <a:r>
                <a:t/>
              </a:r>
              <a:endParaRPr sz="4000">
                <a:solidFill>
                  <a:schemeClr val="lt1"/>
                </a:solidFill>
                <a:latin typeface="Calibri"/>
                <a:ea typeface="Calibri"/>
                <a:cs typeface="Calibri"/>
                <a:sym typeface="Calibri"/>
              </a:endParaRPr>
            </a:p>
          </p:txBody>
        </p:sp>
        <p:sp>
          <p:nvSpPr>
            <p:cNvPr id="590" name="Google Shape;590;p32"/>
            <p:cNvSpPr/>
            <p:nvPr/>
          </p:nvSpPr>
          <p:spPr>
            <a:xfrm>
              <a:off x="2291581" y="762965"/>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989898"/>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None/>
              </a:pPr>
              <a:r>
                <a:t/>
              </a:r>
              <a:endParaRPr sz="4000">
                <a:solidFill>
                  <a:schemeClr val="lt1"/>
                </a:solidFill>
                <a:latin typeface="Calibri"/>
                <a:ea typeface="Calibri"/>
                <a:cs typeface="Calibri"/>
                <a:sym typeface="Calibri"/>
              </a:endParaRPr>
            </a:p>
          </p:txBody>
        </p:sp>
      </p:grpSp>
      <p:pic>
        <p:nvPicPr>
          <p:cNvPr id="591" name="Google Shape;591;p32"/>
          <p:cNvPicPr preferRelativeResize="0"/>
          <p:nvPr/>
        </p:nvPicPr>
        <p:blipFill rotWithShape="1">
          <a:blip r:embed="rId2">
            <a:alphaModFix/>
          </a:blip>
          <a:srcRect b="0" l="0" r="0" t="0"/>
          <a:stretch/>
        </p:blipFill>
        <p:spPr>
          <a:xfrm>
            <a:off x="3906518" y="1572770"/>
            <a:ext cx="365816" cy="365816"/>
          </a:xfrm>
          <a:prstGeom prst="rect">
            <a:avLst/>
          </a:prstGeom>
          <a:noFill/>
          <a:ln>
            <a:noFill/>
          </a:ln>
        </p:spPr>
      </p:pic>
      <p:pic>
        <p:nvPicPr>
          <p:cNvPr id="592" name="Google Shape;592;p32"/>
          <p:cNvPicPr preferRelativeResize="0"/>
          <p:nvPr/>
        </p:nvPicPr>
        <p:blipFill rotWithShape="1">
          <a:blip r:embed="rId3">
            <a:alphaModFix/>
          </a:blip>
          <a:srcRect b="0" l="0" r="0" t="0"/>
          <a:stretch/>
        </p:blipFill>
        <p:spPr>
          <a:xfrm>
            <a:off x="4972122" y="3840710"/>
            <a:ext cx="365816" cy="365816"/>
          </a:xfrm>
          <a:prstGeom prst="rect">
            <a:avLst/>
          </a:prstGeom>
          <a:noFill/>
          <a:ln>
            <a:noFill/>
          </a:ln>
        </p:spPr>
      </p:pic>
      <p:pic>
        <p:nvPicPr>
          <p:cNvPr id="593" name="Google Shape;593;p32"/>
          <p:cNvPicPr preferRelativeResize="0"/>
          <p:nvPr/>
        </p:nvPicPr>
        <p:blipFill rotWithShape="1">
          <a:blip r:embed="rId4">
            <a:alphaModFix/>
          </a:blip>
          <a:srcRect b="0" l="0" r="0" t="0"/>
          <a:stretch/>
        </p:blipFill>
        <p:spPr>
          <a:xfrm>
            <a:off x="3285784" y="3229619"/>
            <a:ext cx="365816" cy="365816"/>
          </a:xfrm>
          <a:prstGeom prst="rect">
            <a:avLst/>
          </a:prstGeom>
          <a:noFill/>
          <a:ln>
            <a:noFill/>
          </a:ln>
        </p:spPr>
      </p:pic>
      <p:pic>
        <p:nvPicPr>
          <p:cNvPr id="594" name="Google Shape;594;p32"/>
          <p:cNvPicPr preferRelativeResize="0"/>
          <p:nvPr/>
        </p:nvPicPr>
        <p:blipFill rotWithShape="1">
          <a:blip r:embed="rId5">
            <a:alphaModFix/>
          </a:blip>
          <a:srcRect b="0" l="0" r="0" t="0"/>
          <a:stretch/>
        </p:blipFill>
        <p:spPr>
          <a:xfrm>
            <a:off x="3260129" y="2284117"/>
            <a:ext cx="365816" cy="365816"/>
          </a:xfrm>
          <a:prstGeom prst="rect">
            <a:avLst/>
          </a:prstGeom>
          <a:noFill/>
          <a:ln>
            <a:noFill/>
          </a:ln>
        </p:spPr>
      </p:pic>
      <p:pic>
        <p:nvPicPr>
          <p:cNvPr id="595" name="Google Shape;595;p32"/>
          <p:cNvPicPr preferRelativeResize="0"/>
          <p:nvPr/>
        </p:nvPicPr>
        <p:blipFill rotWithShape="1">
          <a:blip r:embed="rId6">
            <a:alphaModFix/>
          </a:blip>
          <a:srcRect b="0" l="0" r="0" t="0"/>
          <a:stretch/>
        </p:blipFill>
        <p:spPr>
          <a:xfrm>
            <a:off x="4871063" y="1518775"/>
            <a:ext cx="365816" cy="365816"/>
          </a:xfrm>
          <a:prstGeom prst="rect">
            <a:avLst/>
          </a:prstGeom>
          <a:noFill/>
          <a:ln>
            <a:noFill/>
          </a:ln>
        </p:spPr>
      </p:pic>
      <p:pic>
        <p:nvPicPr>
          <p:cNvPr id="596" name="Google Shape;596;p32"/>
          <p:cNvPicPr preferRelativeResize="0"/>
          <p:nvPr/>
        </p:nvPicPr>
        <p:blipFill rotWithShape="1">
          <a:blip r:embed="rId7">
            <a:alphaModFix/>
          </a:blip>
          <a:srcRect b="0" l="0" r="0" t="0"/>
          <a:stretch/>
        </p:blipFill>
        <p:spPr>
          <a:xfrm>
            <a:off x="5606880" y="2182634"/>
            <a:ext cx="365816" cy="365816"/>
          </a:xfrm>
          <a:prstGeom prst="rect">
            <a:avLst/>
          </a:prstGeom>
          <a:noFill/>
          <a:ln>
            <a:noFill/>
          </a:ln>
        </p:spPr>
      </p:pic>
      <p:pic>
        <p:nvPicPr>
          <p:cNvPr id="597" name="Google Shape;597;p32"/>
          <p:cNvPicPr preferRelativeResize="0"/>
          <p:nvPr/>
        </p:nvPicPr>
        <p:blipFill rotWithShape="1">
          <a:blip r:embed="rId8">
            <a:alphaModFix/>
          </a:blip>
          <a:srcRect b="0" l="0" r="0" t="0"/>
          <a:stretch/>
        </p:blipFill>
        <p:spPr>
          <a:xfrm>
            <a:off x="5641355" y="3145032"/>
            <a:ext cx="365816" cy="365816"/>
          </a:xfrm>
          <a:prstGeom prst="rect">
            <a:avLst/>
          </a:prstGeom>
          <a:noFill/>
          <a:ln>
            <a:noFill/>
          </a:ln>
        </p:spPr>
      </p:pic>
      <p:pic>
        <p:nvPicPr>
          <p:cNvPr id="598" name="Google Shape;598;p32"/>
          <p:cNvPicPr preferRelativeResize="0"/>
          <p:nvPr/>
        </p:nvPicPr>
        <p:blipFill rotWithShape="1">
          <a:blip r:embed="rId9">
            <a:alphaModFix/>
          </a:blip>
          <a:srcRect b="0" l="0" r="0" t="0"/>
          <a:stretch/>
        </p:blipFill>
        <p:spPr>
          <a:xfrm>
            <a:off x="4014639" y="3877794"/>
            <a:ext cx="365816" cy="365816"/>
          </a:xfrm>
          <a:prstGeom prst="rect">
            <a:avLst/>
          </a:prstGeom>
          <a:noFill/>
          <a:ln>
            <a:noFill/>
          </a:ln>
        </p:spPr>
      </p:pic>
      <p:sp>
        <p:nvSpPr>
          <p:cNvPr id="599" name="Google Shape;599;p32"/>
          <p:cNvSpPr txBox="1"/>
          <p:nvPr>
            <p:ph idx="28" type="body"/>
          </p:nvPr>
        </p:nvSpPr>
        <p:spPr>
          <a:xfrm>
            <a:off x="4052675" y="2723156"/>
            <a:ext cx="1182772" cy="3866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100"/>
              <a:buFont typeface="Arial"/>
              <a:buNone/>
              <a:defRPr b="1" i="0" sz="11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00" name="Google Shape;600;p32"/>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601" name="Google Shape;601;p32"/>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02" name="Google Shape;602;p32"/>
          <p:cNvPicPr preferRelativeResize="0"/>
          <p:nvPr/>
        </p:nvPicPr>
        <p:blipFill rotWithShape="1">
          <a:blip r:embed="rId10">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603" name="Shape 603"/>
        <p:cNvGrpSpPr/>
        <p:nvPr/>
      </p:nvGrpSpPr>
      <p:grpSpPr>
        <a:xfrm>
          <a:off x="0" y="0"/>
          <a:ext cx="0" cy="0"/>
          <a:chOff x="0" y="0"/>
          <a:chExt cx="0" cy="0"/>
        </a:xfrm>
      </p:grpSpPr>
      <p:sp>
        <p:nvSpPr>
          <p:cNvPr id="604" name="Google Shape;604;p3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5" name="Google Shape;605;p3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606" name="Google Shape;606;p33"/>
          <p:cNvSpPr txBox="1"/>
          <p:nvPr>
            <p:ph idx="1" type="body"/>
          </p:nvPr>
        </p:nvSpPr>
        <p:spPr>
          <a:xfrm>
            <a:off x="630238" y="1455738"/>
            <a:ext cx="2933700" cy="3060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07" name="Google Shape;607;p33"/>
          <p:cNvSpPr/>
          <p:nvPr>
            <p:ph idx="2" type="chart"/>
          </p:nvPr>
        </p:nvSpPr>
        <p:spPr>
          <a:xfrm>
            <a:off x="3676650" y="1466850"/>
            <a:ext cx="4845050" cy="3048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08" name="Google Shape;608;p33"/>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609" name="Google Shape;609;p33"/>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10" name="Google Shape;610;p33"/>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pos="2245">
          <p15:clr>
            <a:srgbClr val="FBAE40"/>
          </p15:clr>
        </p15:guide>
        <p15:guide id="3" orient="horz" pos="917">
          <p15:clr>
            <a:srgbClr val="FBAE40"/>
          </p15:clr>
        </p15:guide>
        <p15:guide id="4" orient="horz" pos="2845">
          <p15:clr>
            <a:srgbClr val="FBAE40"/>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34" Type="http://schemas.openxmlformats.org/officeDocument/2006/relationships/theme" Target="../theme/theme2.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30238" y="544498"/>
            <a:ext cx="6196824" cy="569927"/>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Proxima Nova"/>
                <a:ea typeface="Proxima Nova"/>
                <a:cs typeface="Proxima Nova"/>
                <a:sym typeface="Proxima Nova"/>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Proxima Nova"/>
                <a:ea typeface="Proxima Nova"/>
                <a:cs typeface="Proxima Nova"/>
                <a:sym typeface="Proxima Nova"/>
              </a:defRPr>
            </a:lvl1pPr>
            <a:lvl2pPr indent="0" lvl="1" marL="0" marR="0" rtl="0" algn="r">
              <a:spcBef>
                <a:spcPts val="0"/>
              </a:spcBef>
              <a:buNone/>
              <a:defRPr b="0" i="0" sz="900" u="none" cap="none" strike="noStrike">
                <a:solidFill>
                  <a:srgbClr val="888888"/>
                </a:solidFill>
                <a:latin typeface="Proxima Nova"/>
                <a:ea typeface="Proxima Nova"/>
                <a:cs typeface="Proxima Nova"/>
                <a:sym typeface="Proxima Nova"/>
              </a:defRPr>
            </a:lvl2pPr>
            <a:lvl3pPr indent="0" lvl="2" marL="0" marR="0" rtl="0" algn="r">
              <a:spcBef>
                <a:spcPts val="0"/>
              </a:spcBef>
              <a:buNone/>
              <a:defRPr b="0" i="0" sz="900" u="none" cap="none" strike="noStrike">
                <a:solidFill>
                  <a:srgbClr val="888888"/>
                </a:solidFill>
                <a:latin typeface="Proxima Nova"/>
                <a:ea typeface="Proxima Nova"/>
                <a:cs typeface="Proxima Nova"/>
                <a:sym typeface="Proxima Nova"/>
              </a:defRPr>
            </a:lvl3pPr>
            <a:lvl4pPr indent="0" lvl="3" marL="0" marR="0" rtl="0" algn="r">
              <a:spcBef>
                <a:spcPts val="0"/>
              </a:spcBef>
              <a:buNone/>
              <a:defRPr b="0" i="0" sz="900" u="none" cap="none" strike="noStrike">
                <a:solidFill>
                  <a:srgbClr val="888888"/>
                </a:solidFill>
                <a:latin typeface="Proxima Nova"/>
                <a:ea typeface="Proxima Nova"/>
                <a:cs typeface="Proxima Nova"/>
                <a:sym typeface="Proxima Nova"/>
              </a:defRPr>
            </a:lvl4pPr>
            <a:lvl5pPr indent="0" lvl="4" marL="0" marR="0" rtl="0" algn="r">
              <a:spcBef>
                <a:spcPts val="0"/>
              </a:spcBef>
              <a:buNone/>
              <a:defRPr b="0" i="0" sz="900" u="none" cap="none" strike="noStrike">
                <a:solidFill>
                  <a:srgbClr val="888888"/>
                </a:solidFill>
                <a:latin typeface="Proxima Nova"/>
                <a:ea typeface="Proxima Nova"/>
                <a:cs typeface="Proxima Nova"/>
                <a:sym typeface="Proxima Nova"/>
              </a:defRPr>
            </a:lvl5pPr>
            <a:lvl6pPr indent="0" lvl="5" marL="0" marR="0" rtl="0" algn="r">
              <a:spcBef>
                <a:spcPts val="0"/>
              </a:spcBef>
              <a:buNone/>
              <a:defRPr b="0" i="0" sz="900" u="none" cap="none" strike="noStrike">
                <a:solidFill>
                  <a:srgbClr val="888888"/>
                </a:solidFill>
                <a:latin typeface="Proxima Nova"/>
                <a:ea typeface="Proxima Nova"/>
                <a:cs typeface="Proxima Nova"/>
                <a:sym typeface="Proxima Nova"/>
              </a:defRPr>
            </a:lvl6pPr>
            <a:lvl7pPr indent="0" lvl="6" marL="0" marR="0" rtl="0" algn="r">
              <a:spcBef>
                <a:spcPts val="0"/>
              </a:spcBef>
              <a:buNone/>
              <a:defRPr b="0" i="0" sz="900" u="none" cap="none" strike="noStrike">
                <a:solidFill>
                  <a:srgbClr val="888888"/>
                </a:solidFill>
                <a:latin typeface="Proxima Nova"/>
                <a:ea typeface="Proxima Nova"/>
                <a:cs typeface="Proxima Nova"/>
                <a:sym typeface="Proxima Nova"/>
              </a:defRPr>
            </a:lvl7pPr>
            <a:lvl8pPr indent="0" lvl="7" marL="0" marR="0" rtl="0" algn="r">
              <a:spcBef>
                <a:spcPts val="0"/>
              </a:spcBef>
              <a:buNone/>
              <a:defRPr b="0" i="0" sz="900" u="none" cap="none" strike="noStrike">
                <a:solidFill>
                  <a:srgbClr val="888888"/>
                </a:solidFill>
                <a:latin typeface="Proxima Nova"/>
                <a:ea typeface="Proxima Nova"/>
                <a:cs typeface="Proxima Nova"/>
                <a:sym typeface="Proxima Nova"/>
              </a:defRPr>
            </a:lvl8pPr>
            <a:lvl9pPr indent="0" lvl="8" marL="0" marR="0" rtl="0" algn="r">
              <a:spcBef>
                <a:spcPts val="0"/>
              </a:spcBef>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13" name="Google Shape;13;p1"/>
          <p:cNvPicPr preferRelativeResize="0"/>
          <p:nvPr/>
        </p:nvPicPr>
        <p:blipFill rotWithShape="1">
          <a:blip r:embed="rId1">
            <a:alphaModFix/>
          </a:blip>
          <a:srcRect b="0" l="0" r="0" t="0"/>
          <a:stretch/>
        </p:blipFill>
        <p:spPr>
          <a:xfrm>
            <a:off x="7929762" y="209484"/>
            <a:ext cx="814046" cy="21721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398">
          <p15:clr>
            <a:srgbClr val="F26B43"/>
          </p15:clr>
        </p15:guide>
        <p15:guide id="2" orient="horz" pos="191">
          <p15:clr>
            <a:srgbClr val="F26B43"/>
          </p15:clr>
        </p15:guide>
        <p15:guide id="3" orient="horz" pos="344">
          <p15:clr>
            <a:srgbClr val="F26B43"/>
          </p15:clr>
        </p15:guide>
        <p15:guide id="4" pos="39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4.jpg"/><Relationship Id="rId4" Type="http://schemas.openxmlformats.org/officeDocument/2006/relationships/image" Target="../media/image2.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4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6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7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5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4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7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5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6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5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7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5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49.png"/><Relationship Id="rId4" Type="http://schemas.openxmlformats.org/officeDocument/2006/relationships/image" Target="../media/image48.png"/><Relationship Id="rId5" Type="http://schemas.openxmlformats.org/officeDocument/2006/relationships/image" Target="../media/image6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58.png"/><Relationship Id="rId4" Type="http://schemas.openxmlformats.org/officeDocument/2006/relationships/image" Target="../media/image7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5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6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5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6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6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6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6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6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6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34"/>
          <p:cNvSpPr txBox="1"/>
          <p:nvPr/>
        </p:nvSpPr>
        <p:spPr>
          <a:xfrm>
            <a:off x="555037" y="2114911"/>
            <a:ext cx="6895272" cy="1171985"/>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IN" sz="4000">
                <a:solidFill>
                  <a:schemeClr val="dk1"/>
                </a:solidFill>
                <a:latin typeface="Proxima Nova"/>
                <a:ea typeface="Proxima Nova"/>
                <a:cs typeface="Proxima Nova"/>
                <a:sym typeface="Proxima Nova"/>
              </a:rPr>
              <a:t>Executive Post Graduate Certificate in Cloud Computing and DevOps</a:t>
            </a:r>
            <a:endParaRPr sz="4000">
              <a:solidFill>
                <a:schemeClr val="dk1"/>
              </a:solidFill>
              <a:latin typeface="Proxima Nova"/>
              <a:ea typeface="Proxima Nova"/>
              <a:cs typeface="Proxima Nova"/>
              <a:sym typeface="Proxima Nova"/>
            </a:endParaRPr>
          </a:p>
        </p:txBody>
      </p:sp>
      <p:pic>
        <p:nvPicPr>
          <p:cNvPr id="616" name="Google Shape;616;p34"/>
          <p:cNvPicPr preferRelativeResize="0"/>
          <p:nvPr/>
        </p:nvPicPr>
        <p:blipFill rotWithShape="1">
          <a:blip r:embed="rId3">
            <a:alphaModFix/>
          </a:blip>
          <a:srcRect b="0" l="0" r="0" t="0"/>
          <a:stretch/>
        </p:blipFill>
        <p:spPr>
          <a:xfrm>
            <a:off x="7582370" y="0"/>
            <a:ext cx="1356542" cy="1577482"/>
          </a:xfrm>
          <a:prstGeom prst="rect">
            <a:avLst/>
          </a:prstGeom>
          <a:noFill/>
          <a:ln>
            <a:noFill/>
          </a:ln>
        </p:spPr>
      </p:pic>
      <p:sp>
        <p:nvSpPr>
          <p:cNvPr id="617" name="Google Shape;617;p34"/>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latin typeface="Proxima Nova"/>
                <a:ea typeface="Proxima Nova"/>
                <a:cs typeface="Proxima Nova"/>
                <a:sym typeface="Proxima Nova"/>
              </a:rPr>
              <a:t>‹#›</a:t>
            </a:fld>
            <a:endParaRPr sz="900">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pic>
        <p:nvPicPr>
          <p:cNvPr id="622" name="Google Shape;622;p35"/>
          <p:cNvPicPr preferRelativeResize="0"/>
          <p:nvPr>
            <p:ph idx="2" type="pic"/>
          </p:nvPr>
        </p:nvPicPr>
        <p:blipFill rotWithShape="1">
          <a:blip r:embed="rId3">
            <a:alphaModFix/>
          </a:blip>
          <a:srcRect b="7698" l="0" r="0" t="7698"/>
          <a:stretch/>
        </p:blipFill>
        <p:spPr>
          <a:xfrm>
            <a:off x="0" y="0"/>
            <a:ext cx="9144000" cy="5143500"/>
          </a:xfrm>
          <a:prstGeom prst="rect">
            <a:avLst/>
          </a:prstGeom>
          <a:noFill/>
          <a:ln>
            <a:noFill/>
          </a:ln>
        </p:spPr>
      </p:pic>
      <p:sp>
        <p:nvSpPr>
          <p:cNvPr id="623" name="Google Shape;623;p35"/>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900"/>
              <a:buFont typeface="Proxima Nova"/>
              <a:buNone/>
            </a:pPr>
            <a:fld id="{00000000-1234-1234-1234-123412341234}" type="slidenum">
              <a:rPr lang="en-IN"/>
              <a:t>‹#›</a:t>
            </a:fld>
            <a:endParaRPr/>
          </a:p>
        </p:txBody>
      </p:sp>
      <p:pic>
        <p:nvPicPr>
          <p:cNvPr id="624" name="Google Shape;624;p35"/>
          <p:cNvPicPr preferRelativeResize="0"/>
          <p:nvPr/>
        </p:nvPicPr>
        <p:blipFill rotWithShape="1">
          <a:blip r:embed="rId4">
            <a:alphaModFix/>
          </a:blip>
          <a:srcRect b="0" l="0" r="0" t="0"/>
          <a:stretch/>
        </p:blipFill>
        <p:spPr>
          <a:xfrm>
            <a:off x="635172" y="0"/>
            <a:ext cx="3259768" cy="4041774"/>
          </a:xfrm>
          <a:prstGeom prst="rect">
            <a:avLst/>
          </a:prstGeom>
          <a:noFill/>
          <a:ln>
            <a:noFill/>
          </a:ln>
        </p:spPr>
      </p:pic>
      <p:pic>
        <p:nvPicPr>
          <p:cNvPr id="625" name="Google Shape;625;p35"/>
          <p:cNvPicPr preferRelativeResize="0"/>
          <p:nvPr/>
        </p:nvPicPr>
        <p:blipFill rotWithShape="1">
          <a:blip r:embed="rId5">
            <a:alphaModFix/>
          </a:blip>
          <a:srcRect b="0" l="0" r="0" t="0"/>
          <a:stretch/>
        </p:blipFill>
        <p:spPr>
          <a:xfrm>
            <a:off x="7929288" y="210064"/>
            <a:ext cx="813630" cy="217218"/>
          </a:xfrm>
          <a:prstGeom prst="rect">
            <a:avLst/>
          </a:prstGeom>
          <a:noFill/>
          <a:ln>
            <a:noFill/>
          </a:ln>
        </p:spPr>
      </p:pic>
      <p:sp>
        <p:nvSpPr>
          <p:cNvPr id="626" name="Google Shape;626;p35"/>
          <p:cNvSpPr txBox="1"/>
          <p:nvPr/>
        </p:nvSpPr>
        <p:spPr>
          <a:xfrm>
            <a:off x="733779" y="682036"/>
            <a:ext cx="3000900" cy="11382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1" i="0" lang="en-IN" sz="1800" u="none" cap="none" strike="noStrike">
                <a:solidFill>
                  <a:srgbClr val="FFFFFF"/>
                </a:solidFill>
                <a:latin typeface="Proxima Nova"/>
                <a:ea typeface="Proxima Nova"/>
                <a:cs typeface="Proxima Nova"/>
                <a:sym typeface="Proxima Nova"/>
              </a:rPr>
              <a:t>Course:</a:t>
            </a:r>
            <a:r>
              <a:rPr b="0" i="0" lang="en-IN" sz="1800" u="none" cap="none" strike="noStrike">
                <a:solidFill>
                  <a:schemeClr val="lt1"/>
                </a:solidFill>
                <a:latin typeface="Proxima Nova"/>
                <a:ea typeface="Proxima Nova"/>
                <a:cs typeface="Proxima Nova"/>
                <a:sym typeface="Proxima Nova"/>
              </a:rPr>
              <a:t> </a:t>
            </a:r>
            <a:r>
              <a:rPr lang="en-IN" sz="1800">
                <a:solidFill>
                  <a:schemeClr val="lt1"/>
                </a:solidFill>
                <a:latin typeface="Proxima Nova"/>
                <a:ea typeface="Proxima Nova"/>
                <a:cs typeface="Proxima Nova"/>
                <a:sym typeface="Proxima Nova"/>
              </a:rPr>
              <a:t>Cloud Computing</a:t>
            </a:r>
            <a:endParaRPr sz="1800">
              <a:solidFill>
                <a:schemeClr val="lt1"/>
              </a:solidFill>
              <a:latin typeface="Proxima Nova"/>
              <a:ea typeface="Proxima Nova"/>
              <a:cs typeface="Proxima Nova"/>
              <a:sym typeface="Proxima Nova"/>
            </a:endParaRPr>
          </a:p>
          <a:p>
            <a:pPr indent="0" lvl="0" marL="0" marR="0" rtl="0" algn="ctr">
              <a:lnSpc>
                <a:spcPct val="90000"/>
              </a:lnSpc>
              <a:spcBef>
                <a:spcPts val="1000"/>
              </a:spcBef>
              <a:spcAft>
                <a:spcPts val="0"/>
              </a:spcAft>
              <a:buClr>
                <a:srgbClr val="000000"/>
              </a:buClr>
              <a:buSzPts val="1800"/>
              <a:buFont typeface="Arial"/>
              <a:buNone/>
            </a:pPr>
            <a:r>
              <a:rPr b="1" i="0" lang="en-IN" sz="1800" u="none" cap="none" strike="noStrike">
                <a:solidFill>
                  <a:srgbClr val="FFFFFF"/>
                </a:solidFill>
                <a:latin typeface="Proxima Nova"/>
                <a:ea typeface="Proxima Nova"/>
                <a:cs typeface="Proxima Nova"/>
                <a:sym typeface="Proxima Nova"/>
              </a:rPr>
              <a:t>Lecture </a:t>
            </a:r>
            <a:r>
              <a:rPr b="1" lang="en-IN" sz="1800">
                <a:solidFill>
                  <a:srgbClr val="FFFFFF"/>
                </a:solidFill>
                <a:latin typeface="Proxima Nova"/>
                <a:ea typeface="Proxima Nova"/>
                <a:cs typeface="Proxima Nova"/>
                <a:sym typeface="Proxima Nova"/>
              </a:rPr>
              <a:t>o</a:t>
            </a:r>
            <a:r>
              <a:rPr b="1" i="0" lang="en-IN" sz="1800" u="none" cap="none" strike="noStrike">
                <a:solidFill>
                  <a:srgbClr val="FFFFFF"/>
                </a:solidFill>
                <a:latin typeface="Proxima Nova"/>
                <a:ea typeface="Proxima Nova"/>
                <a:cs typeface="Proxima Nova"/>
                <a:sym typeface="Proxima Nova"/>
              </a:rPr>
              <a:t>n:</a:t>
            </a:r>
            <a:r>
              <a:rPr b="0" i="0" lang="en-IN" sz="1800" u="none" cap="none" strike="noStrike">
                <a:solidFill>
                  <a:srgbClr val="FFFFFF"/>
                </a:solidFill>
                <a:latin typeface="Proxima Nova"/>
                <a:ea typeface="Proxima Nova"/>
                <a:cs typeface="Proxima Nova"/>
                <a:sym typeface="Proxima Nova"/>
              </a:rPr>
              <a:t> </a:t>
            </a:r>
            <a:r>
              <a:rPr lang="en-IN" sz="1800">
                <a:solidFill>
                  <a:schemeClr val="lt1"/>
                </a:solidFill>
                <a:latin typeface="Proxima Nova"/>
                <a:ea typeface="Proxima Nova"/>
                <a:cs typeface="Proxima Nova"/>
                <a:sym typeface="Proxima Nova"/>
              </a:rPr>
              <a:t>Deployment Models, Security and Future of Cloud Computing</a:t>
            </a:r>
            <a:endParaRPr b="0" i="0" sz="1800" u="none" cap="none" strike="noStrike">
              <a:solidFill>
                <a:schemeClr val="dk1"/>
              </a:solidFill>
              <a:latin typeface="Calibri"/>
              <a:ea typeface="Calibri"/>
              <a:cs typeface="Calibri"/>
              <a:sym typeface="Calibri"/>
            </a:endParaRPr>
          </a:p>
          <a:p>
            <a:pPr indent="0" lvl="0" marL="0" marR="0" rtl="0" algn="ctr">
              <a:lnSpc>
                <a:spcPct val="90000"/>
              </a:lnSpc>
              <a:spcBef>
                <a:spcPts val="1000"/>
              </a:spcBef>
              <a:spcAft>
                <a:spcPts val="0"/>
              </a:spcAft>
              <a:buClr>
                <a:srgbClr val="000000"/>
              </a:buClr>
              <a:buSzPts val="1800"/>
              <a:buFont typeface="Arial"/>
              <a:buNone/>
            </a:pPr>
            <a:r>
              <a:rPr b="1" i="0" lang="en-IN" sz="1800" u="none" cap="none" strike="noStrike">
                <a:solidFill>
                  <a:srgbClr val="FFFFFF"/>
                </a:solidFill>
                <a:latin typeface="Proxima Nova"/>
                <a:ea typeface="Proxima Nova"/>
                <a:cs typeface="Proxima Nova"/>
                <a:sym typeface="Proxima Nova"/>
              </a:rPr>
              <a:t>Instructor:</a:t>
            </a:r>
            <a:r>
              <a:rPr b="0" i="0" lang="en-IN" sz="1800" u="none" cap="none" strike="noStrike">
                <a:solidFill>
                  <a:schemeClr val="lt1"/>
                </a:solidFill>
                <a:latin typeface="Proxima Nova"/>
                <a:ea typeface="Proxima Nova"/>
                <a:cs typeface="Proxima Nova"/>
                <a:sym typeface="Proxima Nova"/>
              </a:rPr>
              <a:t> </a:t>
            </a:r>
            <a:r>
              <a:rPr lang="en-IN" sz="1800">
                <a:solidFill>
                  <a:schemeClr val="lt1"/>
                </a:solidFill>
                <a:latin typeface="Proxima Nova"/>
                <a:ea typeface="Proxima Nova"/>
                <a:cs typeface="Proxima Nova"/>
                <a:sym typeface="Proxima Nova"/>
              </a:rPr>
              <a:t>Chandrashekar Ramanathan</a:t>
            </a:r>
            <a:endParaRPr b="0" i="0" sz="1800" u="none" cap="none" strike="noStrike">
              <a:solidFill>
                <a:schemeClr val="lt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36"/>
          <p:cNvSpPr txBox="1"/>
          <p:nvPr>
            <p:ph idx="12" type="sldNum"/>
          </p:nvPr>
        </p:nvSpPr>
        <p:spPr>
          <a:xfrm>
            <a:off x="6467475"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latin typeface="Proxima Nova"/>
                <a:ea typeface="Proxima Nova"/>
                <a:cs typeface="Proxima Nova"/>
                <a:sym typeface="Proxima Nova"/>
              </a:rPr>
              <a:t>‹#›</a:t>
            </a:fld>
            <a:endParaRPr sz="900">
              <a:latin typeface="Proxima Nova"/>
              <a:ea typeface="Proxima Nova"/>
              <a:cs typeface="Proxima Nova"/>
              <a:sym typeface="Proxima Nova"/>
            </a:endParaRPr>
          </a:p>
        </p:txBody>
      </p:sp>
      <p:sp>
        <p:nvSpPr>
          <p:cNvPr id="632" name="Google Shape;632;p36"/>
          <p:cNvSpPr txBox="1"/>
          <p:nvPr/>
        </p:nvSpPr>
        <p:spPr>
          <a:xfrm>
            <a:off x="638175" y="654907"/>
            <a:ext cx="4432418" cy="52322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IN" sz="2800">
                <a:solidFill>
                  <a:schemeClr val="lt1"/>
                </a:solidFill>
                <a:latin typeface="Calibri"/>
                <a:ea typeface="Calibri"/>
                <a:cs typeface="Calibri"/>
                <a:sym typeface="Calibri"/>
              </a:rPr>
              <a:t>Brief Recap</a:t>
            </a:r>
            <a:endParaRPr sz="2800">
              <a:solidFill>
                <a:schemeClr val="lt1"/>
              </a:solidFill>
              <a:latin typeface="Calibri"/>
              <a:ea typeface="Calibri"/>
              <a:cs typeface="Calibri"/>
              <a:sym typeface="Calibri"/>
            </a:endParaRPr>
          </a:p>
        </p:txBody>
      </p:sp>
      <p:sp>
        <p:nvSpPr>
          <p:cNvPr id="633" name="Google Shape;633;p36"/>
          <p:cNvSpPr txBox="1"/>
          <p:nvPr/>
        </p:nvSpPr>
        <p:spPr>
          <a:xfrm>
            <a:off x="638175" y="1507524"/>
            <a:ext cx="488787"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1</a:t>
            </a:r>
            <a:endParaRPr sz="1800">
              <a:solidFill>
                <a:schemeClr val="lt1"/>
              </a:solidFill>
              <a:latin typeface="Calibri"/>
              <a:ea typeface="Calibri"/>
              <a:cs typeface="Calibri"/>
              <a:sym typeface="Calibri"/>
            </a:endParaRPr>
          </a:p>
        </p:txBody>
      </p:sp>
      <p:sp>
        <p:nvSpPr>
          <p:cNvPr id="634" name="Google Shape;634;p36"/>
          <p:cNvSpPr txBox="1"/>
          <p:nvPr/>
        </p:nvSpPr>
        <p:spPr>
          <a:xfrm>
            <a:off x="1126962" y="1507524"/>
            <a:ext cx="6489896" cy="3693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IN" sz="1800">
                <a:solidFill>
                  <a:schemeClr val="lt1"/>
                </a:solidFill>
                <a:latin typeface="Calibri"/>
                <a:ea typeface="Calibri"/>
                <a:cs typeface="Calibri"/>
                <a:sym typeface="Calibri"/>
              </a:rPr>
              <a:t>Cloud Computing: Overview </a:t>
            </a:r>
            <a:endParaRPr/>
          </a:p>
        </p:txBody>
      </p:sp>
      <p:sp>
        <p:nvSpPr>
          <p:cNvPr id="635" name="Google Shape;635;p36"/>
          <p:cNvSpPr txBox="1"/>
          <p:nvPr/>
        </p:nvSpPr>
        <p:spPr>
          <a:xfrm>
            <a:off x="642293" y="1931780"/>
            <a:ext cx="488787"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2</a:t>
            </a:r>
            <a:endParaRPr sz="1800">
              <a:solidFill>
                <a:schemeClr val="lt1"/>
              </a:solidFill>
              <a:latin typeface="Calibri"/>
              <a:ea typeface="Calibri"/>
              <a:cs typeface="Calibri"/>
              <a:sym typeface="Calibri"/>
            </a:endParaRPr>
          </a:p>
        </p:txBody>
      </p:sp>
      <p:sp>
        <p:nvSpPr>
          <p:cNvPr id="636" name="Google Shape;636;p36"/>
          <p:cNvSpPr txBox="1"/>
          <p:nvPr/>
        </p:nvSpPr>
        <p:spPr>
          <a:xfrm>
            <a:off x="638175" y="2371267"/>
            <a:ext cx="488787"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3</a:t>
            </a:r>
            <a:endParaRPr/>
          </a:p>
        </p:txBody>
      </p:sp>
      <p:sp>
        <p:nvSpPr>
          <p:cNvPr id="637" name="Google Shape;637;p36"/>
          <p:cNvSpPr txBox="1"/>
          <p:nvPr/>
        </p:nvSpPr>
        <p:spPr>
          <a:xfrm>
            <a:off x="1126962" y="2371267"/>
            <a:ext cx="7393795" cy="3693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IN" sz="1800">
                <a:solidFill>
                  <a:schemeClr val="lt1"/>
                </a:solidFill>
                <a:latin typeface="Calibri"/>
                <a:ea typeface="Calibri"/>
                <a:cs typeface="Calibri"/>
                <a:sym typeface="Calibri"/>
              </a:rPr>
              <a:t>Cloud Computing: </a:t>
            </a:r>
            <a:r>
              <a:rPr lang="en-IN" sz="1800">
                <a:solidFill>
                  <a:schemeClr val="lt1"/>
                </a:solidFill>
                <a:latin typeface="Calibri"/>
                <a:ea typeface="Calibri"/>
                <a:cs typeface="Calibri"/>
                <a:sym typeface="Calibri"/>
              </a:rPr>
              <a:t>Advantages and Disadvantages </a:t>
            </a:r>
            <a:endParaRPr/>
          </a:p>
        </p:txBody>
      </p:sp>
      <p:sp>
        <p:nvSpPr>
          <p:cNvPr id="638" name="Google Shape;638;p36"/>
          <p:cNvSpPr txBox="1"/>
          <p:nvPr/>
        </p:nvSpPr>
        <p:spPr>
          <a:xfrm>
            <a:off x="1131080" y="1931780"/>
            <a:ext cx="7393795" cy="3693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IN" sz="1800">
                <a:solidFill>
                  <a:schemeClr val="lt1"/>
                </a:solidFill>
                <a:latin typeface="Calibri"/>
                <a:ea typeface="Calibri"/>
                <a:cs typeface="Calibri"/>
                <a:sym typeface="Calibri"/>
              </a:rPr>
              <a:t>Cloud Services: Types </a:t>
            </a:r>
            <a:endParaRPr sz="18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37"/>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latin typeface="Proxima Nova"/>
                <a:ea typeface="Proxima Nova"/>
                <a:cs typeface="Proxima Nova"/>
                <a:sym typeface="Proxima Nova"/>
              </a:rPr>
              <a:t>‹#›</a:t>
            </a:fld>
            <a:endParaRPr sz="900">
              <a:latin typeface="Proxima Nova"/>
              <a:ea typeface="Proxima Nova"/>
              <a:cs typeface="Proxima Nova"/>
              <a:sym typeface="Proxima Nova"/>
            </a:endParaRPr>
          </a:p>
        </p:txBody>
      </p:sp>
      <p:sp>
        <p:nvSpPr>
          <p:cNvPr id="644" name="Google Shape;644;p37"/>
          <p:cNvSpPr txBox="1"/>
          <p:nvPr/>
        </p:nvSpPr>
        <p:spPr>
          <a:xfrm>
            <a:off x="638175" y="654907"/>
            <a:ext cx="44325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2800">
                <a:solidFill>
                  <a:schemeClr val="lt1"/>
                </a:solidFill>
                <a:latin typeface="Calibri"/>
                <a:ea typeface="Calibri"/>
                <a:cs typeface="Calibri"/>
                <a:sym typeface="Calibri"/>
              </a:rPr>
              <a:t>Today’s Agenda</a:t>
            </a:r>
            <a:endParaRPr sz="2800">
              <a:solidFill>
                <a:schemeClr val="lt1"/>
              </a:solidFill>
              <a:latin typeface="Calibri"/>
              <a:ea typeface="Calibri"/>
              <a:cs typeface="Calibri"/>
              <a:sym typeface="Calibri"/>
            </a:endParaRPr>
          </a:p>
        </p:txBody>
      </p:sp>
      <p:sp>
        <p:nvSpPr>
          <p:cNvPr id="645" name="Google Shape;645;p37"/>
          <p:cNvSpPr txBox="1"/>
          <p:nvPr/>
        </p:nvSpPr>
        <p:spPr>
          <a:xfrm>
            <a:off x="1126962" y="1507524"/>
            <a:ext cx="6489900" cy="369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sz="1800">
                <a:solidFill>
                  <a:schemeClr val="lt1"/>
                </a:solidFill>
                <a:latin typeface="Calibri"/>
                <a:ea typeface="Calibri"/>
                <a:cs typeface="Calibri"/>
                <a:sym typeface="Calibri"/>
              </a:rPr>
              <a:t>Cloud Deployment Models: </a:t>
            </a:r>
            <a:r>
              <a:rPr lang="en-IN" sz="1800">
                <a:solidFill>
                  <a:schemeClr val="lt1"/>
                </a:solidFill>
                <a:latin typeface="Calibri"/>
                <a:ea typeface="Calibri"/>
                <a:cs typeface="Calibri"/>
                <a:sym typeface="Calibri"/>
              </a:rPr>
              <a:t>Types</a:t>
            </a:r>
            <a:endParaRPr/>
          </a:p>
        </p:txBody>
      </p:sp>
      <p:sp>
        <p:nvSpPr>
          <p:cNvPr id="646" name="Google Shape;646;p37"/>
          <p:cNvSpPr txBox="1"/>
          <p:nvPr/>
        </p:nvSpPr>
        <p:spPr>
          <a:xfrm>
            <a:off x="638175" y="1507524"/>
            <a:ext cx="4887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1</a:t>
            </a:r>
            <a:endParaRPr sz="1800">
              <a:solidFill>
                <a:schemeClr val="lt1"/>
              </a:solidFill>
              <a:latin typeface="Calibri"/>
              <a:ea typeface="Calibri"/>
              <a:cs typeface="Calibri"/>
              <a:sym typeface="Calibri"/>
            </a:endParaRPr>
          </a:p>
        </p:txBody>
      </p:sp>
      <p:sp>
        <p:nvSpPr>
          <p:cNvPr id="647" name="Google Shape;647;p37"/>
          <p:cNvSpPr txBox="1"/>
          <p:nvPr/>
        </p:nvSpPr>
        <p:spPr>
          <a:xfrm>
            <a:off x="642293" y="1931780"/>
            <a:ext cx="4887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2</a:t>
            </a:r>
            <a:endParaRPr sz="1800">
              <a:solidFill>
                <a:schemeClr val="lt1"/>
              </a:solidFill>
              <a:latin typeface="Calibri"/>
              <a:ea typeface="Calibri"/>
              <a:cs typeface="Calibri"/>
              <a:sym typeface="Calibri"/>
            </a:endParaRPr>
          </a:p>
        </p:txBody>
      </p:sp>
      <p:sp>
        <p:nvSpPr>
          <p:cNvPr id="648" name="Google Shape;648;p37"/>
          <p:cNvSpPr txBox="1"/>
          <p:nvPr/>
        </p:nvSpPr>
        <p:spPr>
          <a:xfrm>
            <a:off x="1131080" y="1931780"/>
            <a:ext cx="73938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Cloud Security and Compliance Practices</a:t>
            </a:r>
            <a:endParaRPr sz="1800">
              <a:solidFill>
                <a:schemeClr val="lt1"/>
              </a:solidFill>
              <a:latin typeface="Calibri"/>
              <a:ea typeface="Calibri"/>
              <a:cs typeface="Calibri"/>
              <a:sym typeface="Calibri"/>
            </a:endParaRPr>
          </a:p>
        </p:txBody>
      </p:sp>
      <p:sp>
        <p:nvSpPr>
          <p:cNvPr id="649" name="Google Shape;649;p37"/>
          <p:cNvSpPr txBox="1"/>
          <p:nvPr/>
        </p:nvSpPr>
        <p:spPr>
          <a:xfrm>
            <a:off x="638175" y="2371267"/>
            <a:ext cx="4887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3</a:t>
            </a:r>
            <a:endParaRPr/>
          </a:p>
        </p:txBody>
      </p:sp>
      <p:sp>
        <p:nvSpPr>
          <p:cNvPr id="650" name="Google Shape;650;p37"/>
          <p:cNvSpPr txBox="1"/>
          <p:nvPr/>
        </p:nvSpPr>
        <p:spPr>
          <a:xfrm>
            <a:off x="1126962" y="2371267"/>
            <a:ext cx="7393800" cy="369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sz="1800">
                <a:solidFill>
                  <a:schemeClr val="lt1"/>
                </a:solidFill>
                <a:latin typeface="Calibri"/>
                <a:ea typeface="Calibri"/>
                <a:cs typeface="Calibri"/>
                <a:sym typeface="Calibri"/>
              </a:rPr>
              <a:t>Emerging Trends and Future of Cloud Computing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38"/>
          <p:cNvSpPr txBox="1"/>
          <p:nvPr/>
        </p:nvSpPr>
        <p:spPr>
          <a:xfrm>
            <a:off x="1168038" y="3796925"/>
            <a:ext cx="6807900" cy="738900"/>
          </a:xfrm>
          <a:prstGeom prst="rect">
            <a:avLst/>
          </a:prstGeom>
          <a:noFill/>
          <a:ln>
            <a:noFill/>
          </a:ln>
        </p:spPr>
        <p:txBody>
          <a:bodyPr anchorCtr="0" anchor="t" bIns="45700" lIns="91425" spcFirstLastPara="1" rIns="91425" wrap="square" tIns="45700">
            <a:spAutoFit/>
          </a:bodyPr>
          <a:lstStyle/>
          <a:p>
            <a:pPr indent="0" lvl="0" marL="0" rtl="0" algn="l">
              <a:spcBef>
                <a:spcPts val="1200"/>
              </a:spcBef>
              <a:spcAft>
                <a:spcPts val="0"/>
              </a:spcAft>
              <a:buNone/>
            </a:pPr>
            <a:r>
              <a:rPr lang="en-IN">
                <a:solidFill>
                  <a:schemeClr val="dk1"/>
                </a:solidFill>
                <a:latin typeface="Proxima Nova"/>
                <a:ea typeface="Proxima Nova"/>
                <a:cs typeface="Proxima Nova"/>
                <a:sym typeface="Proxima Nova"/>
              </a:rPr>
              <a:t>Each model grants users anytime, anywhere access to the files and applications that drive their business, but they differ in their approach to resource management, security and control</a:t>
            </a:r>
            <a:endParaRPr>
              <a:solidFill>
                <a:schemeClr val="dk1"/>
              </a:solidFill>
              <a:latin typeface="Proxima Nova"/>
              <a:ea typeface="Proxima Nova"/>
              <a:cs typeface="Proxima Nova"/>
              <a:sym typeface="Proxima Nova"/>
            </a:endParaRPr>
          </a:p>
        </p:txBody>
      </p:sp>
      <p:sp>
        <p:nvSpPr>
          <p:cNvPr id="656" name="Google Shape;656;p38"/>
          <p:cNvSpPr txBox="1"/>
          <p:nvPr>
            <p:ph idx="1" type="body"/>
          </p:nvPr>
        </p:nvSpPr>
        <p:spPr>
          <a:xfrm>
            <a:off x="1168038" y="1212950"/>
            <a:ext cx="6807900" cy="135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rPr lang="en-IN" sz="1400"/>
              <a:t>Cloud deployment models determine how cloud services are made available to users and how resources are managed and distributed</a:t>
            </a:r>
            <a:endParaRPr sz="1400"/>
          </a:p>
        </p:txBody>
      </p:sp>
      <p:sp>
        <p:nvSpPr>
          <p:cNvPr id="657" name="Google Shape;657;p38"/>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Cloud Deployment Models</a:t>
            </a:r>
            <a:endParaRPr b="0" i="0" sz="2340">
              <a:solidFill>
                <a:schemeClr val="lt1"/>
              </a:solidFill>
              <a:latin typeface="Proxima Nova"/>
              <a:ea typeface="Proxima Nova"/>
              <a:cs typeface="Proxima Nova"/>
              <a:sym typeface="Proxima Nova"/>
            </a:endParaRPr>
          </a:p>
        </p:txBody>
      </p:sp>
      <p:sp>
        <p:nvSpPr>
          <p:cNvPr id="658" name="Google Shape;658;p38"/>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9" name="Google Shape;659;p38"/>
          <p:cNvSpPr/>
          <p:nvPr/>
        </p:nvSpPr>
        <p:spPr>
          <a:xfrm>
            <a:off x="3202649" y="2669113"/>
            <a:ext cx="2744100" cy="453000"/>
          </a:xfrm>
          <a:prstGeom prst="roundRect">
            <a:avLst>
              <a:gd fmla="val 50000" name="adj"/>
            </a:avLst>
          </a:prstGeom>
          <a:solidFill>
            <a:srgbClr val="CC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IN" sz="1600">
                <a:solidFill>
                  <a:srgbClr val="FFFFFF"/>
                </a:solidFill>
                <a:latin typeface="Roboto"/>
                <a:ea typeface="Roboto"/>
                <a:cs typeface="Roboto"/>
                <a:sym typeface="Roboto"/>
              </a:rPr>
              <a:t>Cloud Deployment Models</a:t>
            </a:r>
            <a:endParaRPr sz="1600">
              <a:solidFill>
                <a:srgbClr val="FFFFFF"/>
              </a:solidFill>
              <a:latin typeface="Roboto"/>
              <a:ea typeface="Roboto"/>
              <a:cs typeface="Roboto"/>
              <a:sym typeface="Roboto"/>
            </a:endParaRPr>
          </a:p>
        </p:txBody>
      </p:sp>
      <p:sp>
        <p:nvSpPr>
          <p:cNvPr id="660" name="Google Shape;660;p38"/>
          <p:cNvSpPr/>
          <p:nvPr/>
        </p:nvSpPr>
        <p:spPr>
          <a:xfrm>
            <a:off x="5757795" y="3442700"/>
            <a:ext cx="1821300" cy="349800"/>
          </a:xfrm>
          <a:prstGeom prst="roundRect">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IN" sz="1500">
                <a:solidFill>
                  <a:srgbClr val="FFFFFF"/>
                </a:solidFill>
                <a:latin typeface="Roboto"/>
                <a:ea typeface="Roboto"/>
                <a:cs typeface="Roboto"/>
                <a:sym typeface="Roboto"/>
              </a:rPr>
              <a:t>Community Cloud</a:t>
            </a:r>
            <a:endParaRPr sz="1500">
              <a:solidFill>
                <a:srgbClr val="FFFFFF"/>
              </a:solidFill>
              <a:latin typeface="Roboto"/>
              <a:ea typeface="Roboto"/>
              <a:cs typeface="Roboto"/>
              <a:sym typeface="Roboto"/>
            </a:endParaRPr>
          </a:p>
        </p:txBody>
      </p:sp>
      <p:sp>
        <p:nvSpPr>
          <p:cNvPr id="661" name="Google Shape;661;p38"/>
          <p:cNvSpPr/>
          <p:nvPr/>
        </p:nvSpPr>
        <p:spPr>
          <a:xfrm>
            <a:off x="1564912" y="3442700"/>
            <a:ext cx="1821300" cy="349800"/>
          </a:xfrm>
          <a:prstGeom prst="roundRect">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IN" sz="1500">
                <a:solidFill>
                  <a:srgbClr val="FFFFFF"/>
                </a:solidFill>
                <a:latin typeface="Roboto"/>
                <a:ea typeface="Roboto"/>
                <a:cs typeface="Roboto"/>
                <a:sym typeface="Roboto"/>
              </a:rPr>
              <a:t>Multi-cloud</a:t>
            </a:r>
            <a:endParaRPr sz="1500">
              <a:solidFill>
                <a:srgbClr val="FFFFFF"/>
              </a:solidFill>
              <a:latin typeface="Roboto"/>
              <a:ea typeface="Roboto"/>
              <a:cs typeface="Roboto"/>
              <a:sym typeface="Roboto"/>
            </a:endParaRPr>
          </a:p>
        </p:txBody>
      </p:sp>
      <p:cxnSp>
        <p:nvCxnSpPr>
          <p:cNvPr id="662" name="Google Shape;662;p38"/>
          <p:cNvCxnSpPr>
            <a:stCxn id="659" idx="2"/>
            <a:endCxn id="660" idx="0"/>
          </p:cNvCxnSpPr>
          <p:nvPr/>
        </p:nvCxnSpPr>
        <p:spPr>
          <a:xfrm flipH="1" rot="-5400000">
            <a:off x="5461199" y="2235613"/>
            <a:ext cx="320700" cy="2093700"/>
          </a:xfrm>
          <a:prstGeom prst="bentConnector3">
            <a:avLst>
              <a:gd fmla="val 49982" name="adj1"/>
            </a:avLst>
          </a:prstGeom>
          <a:noFill/>
          <a:ln cap="flat" cmpd="sng" w="9525">
            <a:solidFill>
              <a:srgbClr val="C2C2C2"/>
            </a:solidFill>
            <a:prstDash val="solid"/>
            <a:round/>
            <a:headEnd len="sm" w="sm" type="none"/>
            <a:tailEnd len="sm" w="sm" type="none"/>
          </a:ln>
        </p:spPr>
      </p:cxnSp>
      <p:cxnSp>
        <p:nvCxnSpPr>
          <p:cNvPr id="663" name="Google Shape;663;p38"/>
          <p:cNvCxnSpPr>
            <a:stCxn id="661" idx="0"/>
            <a:endCxn id="659" idx="2"/>
          </p:cNvCxnSpPr>
          <p:nvPr/>
        </p:nvCxnSpPr>
        <p:spPr>
          <a:xfrm rot="-5400000">
            <a:off x="3364762" y="2232800"/>
            <a:ext cx="320700" cy="2099100"/>
          </a:xfrm>
          <a:prstGeom prst="bentConnector3">
            <a:avLst>
              <a:gd fmla="val 49982" name="adj1"/>
            </a:avLst>
          </a:prstGeom>
          <a:noFill/>
          <a:ln cap="flat" cmpd="sng" w="9525">
            <a:solidFill>
              <a:srgbClr val="C2C2C2"/>
            </a:solidFill>
            <a:prstDash val="solid"/>
            <a:round/>
            <a:headEnd len="sm" w="sm" type="none"/>
            <a:tailEnd len="sm" w="sm" type="none"/>
          </a:ln>
        </p:spPr>
      </p:cxnSp>
      <p:sp>
        <p:nvSpPr>
          <p:cNvPr id="664" name="Google Shape;664;p38"/>
          <p:cNvSpPr/>
          <p:nvPr/>
        </p:nvSpPr>
        <p:spPr>
          <a:xfrm>
            <a:off x="3661358" y="3423667"/>
            <a:ext cx="1821300" cy="349800"/>
          </a:xfrm>
          <a:prstGeom prst="roundRect">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IN" sz="1500">
                <a:solidFill>
                  <a:srgbClr val="FFFFFF"/>
                </a:solidFill>
                <a:latin typeface="Roboto"/>
                <a:ea typeface="Roboto"/>
                <a:cs typeface="Roboto"/>
                <a:sym typeface="Roboto"/>
              </a:rPr>
              <a:t>Intercloud</a:t>
            </a:r>
            <a:endParaRPr sz="1500">
              <a:solidFill>
                <a:srgbClr val="FFFFFF"/>
              </a:solidFill>
              <a:latin typeface="Roboto"/>
              <a:ea typeface="Roboto"/>
              <a:cs typeface="Roboto"/>
              <a:sym typeface="Roboto"/>
            </a:endParaRPr>
          </a:p>
        </p:txBody>
      </p:sp>
      <p:cxnSp>
        <p:nvCxnSpPr>
          <p:cNvPr id="665" name="Google Shape;665;p38"/>
          <p:cNvCxnSpPr>
            <a:stCxn id="664" idx="0"/>
            <a:endCxn id="659" idx="2"/>
          </p:cNvCxnSpPr>
          <p:nvPr/>
        </p:nvCxnSpPr>
        <p:spPr>
          <a:xfrm rot="-5400000">
            <a:off x="4422608" y="3271567"/>
            <a:ext cx="301500" cy="2700"/>
          </a:xfrm>
          <a:prstGeom prst="bentConnector3">
            <a:avLst>
              <a:gd fmla="val 50009" name="adj1"/>
            </a:avLst>
          </a:prstGeom>
          <a:noFill/>
          <a:ln cap="flat" cmpd="sng" w="9525">
            <a:solidFill>
              <a:srgbClr val="C2C2C2"/>
            </a:solidFill>
            <a:prstDash val="solid"/>
            <a:round/>
            <a:headEnd len="sm" w="sm" type="none"/>
            <a:tailEnd len="sm" w="sm" type="none"/>
          </a:ln>
        </p:spPr>
      </p:cxnSp>
      <p:sp>
        <p:nvSpPr>
          <p:cNvPr id="666" name="Google Shape;666;p38"/>
          <p:cNvSpPr/>
          <p:nvPr/>
        </p:nvSpPr>
        <p:spPr>
          <a:xfrm>
            <a:off x="5757795" y="1951809"/>
            <a:ext cx="1821300" cy="349800"/>
          </a:xfrm>
          <a:prstGeom prst="roundRect">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IN" sz="1500">
                <a:solidFill>
                  <a:srgbClr val="FFFFFF"/>
                </a:solidFill>
                <a:latin typeface="Roboto"/>
                <a:ea typeface="Roboto"/>
                <a:cs typeface="Roboto"/>
                <a:sym typeface="Roboto"/>
              </a:rPr>
              <a:t>Hybrid Cloud</a:t>
            </a:r>
            <a:endParaRPr sz="1500">
              <a:solidFill>
                <a:srgbClr val="FFFFFF"/>
              </a:solidFill>
              <a:latin typeface="Roboto"/>
              <a:ea typeface="Roboto"/>
              <a:cs typeface="Roboto"/>
              <a:sym typeface="Roboto"/>
            </a:endParaRPr>
          </a:p>
        </p:txBody>
      </p:sp>
      <p:sp>
        <p:nvSpPr>
          <p:cNvPr id="667" name="Google Shape;667;p38"/>
          <p:cNvSpPr/>
          <p:nvPr/>
        </p:nvSpPr>
        <p:spPr>
          <a:xfrm>
            <a:off x="1564912" y="1951809"/>
            <a:ext cx="1821300" cy="349800"/>
          </a:xfrm>
          <a:prstGeom prst="roundRect">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IN" sz="1500">
                <a:solidFill>
                  <a:srgbClr val="FFFFFF"/>
                </a:solidFill>
                <a:latin typeface="Roboto"/>
                <a:ea typeface="Roboto"/>
                <a:cs typeface="Roboto"/>
                <a:sym typeface="Roboto"/>
              </a:rPr>
              <a:t>Public Cloud</a:t>
            </a:r>
            <a:endParaRPr sz="1500">
              <a:solidFill>
                <a:srgbClr val="FFFFFF"/>
              </a:solidFill>
              <a:latin typeface="Roboto"/>
              <a:ea typeface="Roboto"/>
              <a:cs typeface="Roboto"/>
              <a:sym typeface="Roboto"/>
            </a:endParaRPr>
          </a:p>
        </p:txBody>
      </p:sp>
      <p:cxnSp>
        <p:nvCxnSpPr>
          <p:cNvPr id="668" name="Google Shape;668;p38"/>
          <p:cNvCxnSpPr>
            <a:endCxn id="666" idx="2"/>
          </p:cNvCxnSpPr>
          <p:nvPr/>
        </p:nvCxnSpPr>
        <p:spPr>
          <a:xfrm flipH="1" rot="10800000">
            <a:off x="4482945" y="2301609"/>
            <a:ext cx="2185500" cy="212400"/>
          </a:xfrm>
          <a:prstGeom prst="bentConnector2">
            <a:avLst/>
          </a:prstGeom>
          <a:noFill/>
          <a:ln cap="flat" cmpd="sng" w="9525">
            <a:solidFill>
              <a:srgbClr val="C2C2C2"/>
            </a:solidFill>
            <a:prstDash val="solid"/>
            <a:round/>
            <a:headEnd len="sm" w="sm" type="none"/>
            <a:tailEnd len="sm" w="sm" type="none"/>
          </a:ln>
        </p:spPr>
      </p:cxnSp>
      <p:cxnSp>
        <p:nvCxnSpPr>
          <p:cNvPr id="669" name="Google Shape;669;p38"/>
          <p:cNvCxnSpPr>
            <a:stCxn id="667" idx="2"/>
          </p:cNvCxnSpPr>
          <p:nvPr/>
        </p:nvCxnSpPr>
        <p:spPr>
          <a:xfrm flipH="1" rot="-5400000">
            <a:off x="3462112" y="1315059"/>
            <a:ext cx="212400" cy="2185500"/>
          </a:xfrm>
          <a:prstGeom prst="bentConnector2">
            <a:avLst/>
          </a:prstGeom>
          <a:noFill/>
          <a:ln cap="flat" cmpd="sng" w="9525">
            <a:solidFill>
              <a:srgbClr val="C2C2C2"/>
            </a:solidFill>
            <a:prstDash val="solid"/>
            <a:round/>
            <a:headEnd len="sm" w="sm" type="none"/>
            <a:tailEnd len="sm" w="sm" type="none"/>
          </a:ln>
        </p:spPr>
      </p:cxnSp>
      <p:sp>
        <p:nvSpPr>
          <p:cNvPr id="670" name="Google Shape;670;p38"/>
          <p:cNvSpPr/>
          <p:nvPr/>
        </p:nvSpPr>
        <p:spPr>
          <a:xfrm>
            <a:off x="3661358" y="1932775"/>
            <a:ext cx="1821300" cy="349800"/>
          </a:xfrm>
          <a:prstGeom prst="roundRect">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IN" sz="1500">
                <a:solidFill>
                  <a:srgbClr val="FFFFFF"/>
                </a:solidFill>
                <a:latin typeface="Roboto"/>
                <a:ea typeface="Roboto"/>
                <a:cs typeface="Roboto"/>
                <a:sym typeface="Roboto"/>
              </a:rPr>
              <a:t>Private Cloud</a:t>
            </a:r>
            <a:endParaRPr sz="1500">
              <a:solidFill>
                <a:srgbClr val="FFFFFF"/>
              </a:solidFill>
              <a:latin typeface="Roboto"/>
              <a:ea typeface="Roboto"/>
              <a:cs typeface="Roboto"/>
              <a:sym typeface="Roboto"/>
            </a:endParaRPr>
          </a:p>
        </p:txBody>
      </p:sp>
      <p:cxnSp>
        <p:nvCxnSpPr>
          <p:cNvPr id="671" name="Google Shape;671;p38"/>
          <p:cNvCxnSpPr>
            <a:stCxn id="670" idx="2"/>
            <a:endCxn id="659" idx="0"/>
          </p:cNvCxnSpPr>
          <p:nvPr/>
        </p:nvCxnSpPr>
        <p:spPr>
          <a:xfrm flipH="1" rot="-5400000">
            <a:off x="4380158" y="2474425"/>
            <a:ext cx="386400" cy="2700"/>
          </a:xfrm>
          <a:prstGeom prst="bentConnector3">
            <a:avLst>
              <a:gd fmla="val 50018" name="adj1"/>
            </a:avLst>
          </a:prstGeom>
          <a:noFill/>
          <a:ln cap="flat" cmpd="sng" w="9525">
            <a:solidFill>
              <a:srgbClr val="C2C2C2"/>
            </a:solidFill>
            <a:prstDash val="solid"/>
            <a:round/>
            <a:headEnd len="sm" w="sm" type="none"/>
            <a:tailEnd len="sm" w="sm" type="none"/>
          </a:ln>
        </p:spPr>
      </p:cxnSp>
      <p:sp>
        <p:nvSpPr>
          <p:cNvPr id="672" name="Google Shape;672;p38"/>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39"/>
          <p:cNvSpPr txBox="1"/>
          <p:nvPr/>
        </p:nvSpPr>
        <p:spPr>
          <a:xfrm>
            <a:off x="4308700" y="1967800"/>
            <a:ext cx="4071000" cy="2269200"/>
          </a:xfrm>
          <a:prstGeom prst="rect">
            <a:avLst/>
          </a:prstGeom>
          <a:noFill/>
          <a:ln>
            <a:noFill/>
          </a:ln>
        </p:spPr>
        <p:txBody>
          <a:bodyPr anchorCtr="0" anchor="t" bIns="45700" lIns="91425" spcFirstLastPara="1" rIns="91425" wrap="square" tIns="45700">
            <a:noAutofit/>
          </a:bodyPr>
          <a:lstStyle/>
          <a:p>
            <a:pPr indent="-317500" lvl="0" marL="457200" rtl="0" algn="l">
              <a:spcBef>
                <a:spcPts val="1200"/>
              </a:spcBef>
              <a:spcAft>
                <a:spcPts val="0"/>
              </a:spcAft>
              <a:buClr>
                <a:schemeClr val="dk1"/>
              </a:buClr>
              <a:buSzPts val="1400"/>
              <a:buFont typeface="Proxima Nova"/>
              <a:buChar char="●"/>
            </a:pPr>
            <a:r>
              <a:rPr b="1" lang="en-IN">
                <a:solidFill>
                  <a:schemeClr val="dk1"/>
                </a:solidFill>
                <a:latin typeface="Proxima Nova"/>
                <a:ea typeface="Proxima Nova"/>
                <a:cs typeface="Proxima Nova"/>
                <a:sym typeface="Proxima Nova"/>
              </a:rPr>
              <a:t>Microsoft Azure</a:t>
            </a:r>
            <a:r>
              <a:rPr lang="en-IN">
                <a:solidFill>
                  <a:schemeClr val="dk1"/>
                </a:solidFill>
                <a:latin typeface="Proxima Nova"/>
                <a:ea typeface="Proxima Nova"/>
                <a:cs typeface="Proxima Nova"/>
                <a:sym typeface="Proxima Nova"/>
              </a:rPr>
              <a:t> offers a robust public cloud platform, providing services such as virtual machines, databases and AI services</a:t>
            </a:r>
            <a:br>
              <a:rPr lang="en-IN">
                <a:solidFill>
                  <a:schemeClr val="dk1"/>
                </a:solidFill>
                <a:latin typeface="Proxima Nova"/>
                <a:ea typeface="Proxima Nova"/>
                <a:cs typeface="Proxima Nova"/>
                <a:sym typeface="Proxima Nova"/>
              </a:rPr>
            </a:br>
            <a:endParaRPr>
              <a:solidFill>
                <a:schemeClr val="dk1"/>
              </a:solidFill>
              <a:latin typeface="Proxima Nova"/>
              <a:ea typeface="Proxima Nova"/>
              <a:cs typeface="Proxima Nova"/>
              <a:sym typeface="Proxima Nova"/>
            </a:endParaRPr>
          </a:p>
          <a:p>
            <a:pPr indent="-317500" lvl="0" marL="457200" rtl="0" algn="l">
              <a:spcBef>
                <a:spcPts val="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Public cloud offerings from Azure include SaaS applications, individual virtual machines and enterprise-grade infrastructures</a:t>
            </a:r>
            <a:endParaRPr>
              <a:solidFill>
                <a:schemeClr val="dk1"/>
              </a:solidFill>
              <a:latin typeface="Proxima Nova"/>
              <a:ea typeface="Proxima Nova"/>
              <a:cs typeface="Proxima Nova"/>
              <a:sym typeface="Proxima Nova"/>
            </a:endParaRPr>
          </a:p>
        </p:txBody>
      </p:sp>
      <p:pic>
        <p:nvPicPr>
          <p:cNvPr id="678" name="Google Shape;678;p39"/>
          <p:cNvPicPr preferRelativeResize="0"/>
          <p:nvPr/>
        </p:nvPicPr>
        <p:blipFill>
          <a:blip r:embed="rId3">
            <a:alphaModFix/>
          </a:blip>
          <a:stretch>
            <a:fillRect/>
          </a:stretch>
        </p:blipFill>
        <p:spPr>
          <a:xfrm>
            <a:off x="764300" y="1956325"/>
            <a:ext cx="3990650" cy="2446500"/>
          </a:xfrm>
          <a:prstGeom prst="rect">
            <a:avLst/>
          </a:prstGeom>
          <a:noFill/>
          <a:ln>
            <a:noFill/>
          </a:ln>
        </p:spPr>
      </p:pic>
      <p:sp>
        <p:nvSpPr>
          <p:cNvPr id="679" name="Google Shape;679;p39"/>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Public Cloud</a:t>
            </a:r>
            <a:endParaRPr b="0" i="0" sz="2340">
              <a:solidFill>
                <a:schemeClr val="lt1"/>
              </a:solidFill>
              <a:latin typeface="Proxima Nova"/>
              <a:ea typeface="Proxima Nova"/>
              <a:cs typeface="Proxima Nova"/>
              <a:sym typeface="Proxima Nova"/>
            </a:endParaRPr>
          </a:p>
        </p:txBody>
      </p:sp>
      <p:sp>
        <p:nvSpPr>
          <p:cNvPr id="680" name="Google Shape;680;p39"/>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1" name="Google Shape;681;p39"/>
          <p:cNvSpPr txBox="1"/>
          <p:nvPr>
            <p:ph idx="1" type="body"/>
          </p:nvPr>
        </p:nvSpPr>
        <p:spPr>
          <a:xfrm>
            <a:off x="3403800" y="1431400"/>
            <a:ext cx="2336400" cy="3078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1200"/>
              </a:spcBef>
              <a:spcAft>
                <a:spcPts val="0"/>
              </a:spcAft>
              <a:buNone/>
            </a:pPr>
            <a:r>
              <a:rPr b="1" lang="en-IN" sz="1400"/>
              <a:t>Example: Microsoft Azure</a:t>
            </a:r>
            <a:endParaRPr b="1" sz="1400"/>
          </a:p>
        </p:txBody>
      </p:sp>
      <p:sp>
        <p:nvSpPr>
          <p:cNvPr id="682" name="Google Shape;682;p39"/>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40"/>
          <p:cNvSpPr txBox="1"/>
          <p:nvPr>
            <p:ph idx="1" type="body"/>
          </p:nvPr>
        </p:nvSpPr>
        <p:spPr>
          <a:xfrm>
            <a:off x="548375" y="1895650"/>
            <a:ext cx="4826100" cy="22473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Public clouds are hosted by cloud service providers and distributed over the open internet. They free customers from having to purchase, manage and maintain their own IT infrastructure</a:t>
            </a:r>
            <a:br>
              <a:rPr lang="en-IN" sz="1400"/>
            </a:br>
            <a:endParaRPr sz="1400"/>
          </a:p>
          <a:p>
            <a:pPr indent="-317500" lvl="0" marL="457200" rtl="0" algn="l">
              <a:lnSpc>
                <a:spcPct val="100000"/>
              </a:lnSpc>
              <a:spcBef>
                <a:spcPts val="0"/>
              </a:spcBef>
              <a:spcAft>
                <a:spcPts val="0"/>
              </a:spcAft>
              <a:buSzPts val="1400"/>
              <a:buChar char="●"/>
            </a:pPr>
            <a:r>
              <a:rPr b="1" lang="en-IN" sz="1400"/>
              <a:t>Multi-tenant environment</a:t>
            </a:r>
            <a:r>
              <a:rPr lang="en-IN" sz="1400"/>
              <a:t>: Resources are shared among many users</a:t>
            </a:r>
            <a:br>
              <a:rPr lang="en-IN" sz="1400"/>
            </a:br>
            <a:endParaRPr sz="1400"/>
          </a:p>
          <a:p>
            <a:pPr indent="-317500" lvl="0" marL="457200" rtl="0" algn="l">
              <a:lnSpc>
                <a:spcPct val="100000"/>
              </a:lnSpc>
              <a:spcBef>
                <a:spcPts val="0"/>
              </a:spcBef>
              <a:spcAft>
                <a:spcPts val="0"/>
              </a:spcAft>
              <a:buSzPts val="1400"/>
              <a:buChar char="●"/>
            </a:pPr>
            <a:r>
              <a:rPr b="1" lang="en-IN" sz="1400"/>
              <a:t>High performance and rapid access</a:t>
            </a:r>
            <a:r>
              <a:rPr lang="en-IN" sz="1400"/>
              <a:t>: Provided through high-bandwidth network connectivity</a:t>
            </a:r>
            <a:endParaRPr sz="1400"/>
          </a:p>
        </p:txBody>
      </p:sp>
      <p:pic>
        <p:nvPicPr>
          <p:cNvPr id="688" name="Google Shape;688;p40"/>
          <p:cNvPicPr preferRelativeResize="0"/>
          <p:nvPr/>
        </p:nvPicPr>
        <p:blipFill>
          <a:blip r:embed="rId3">
            <a:alphaModFix/>
          </a:blip>
          <a:stretch>
            <a:fillRect/>
          </a:stretch>
        </p:blipFill>
        <p:spPr>
          <a:xfrm>
            <a:off x="5374475" y="1382537"/>
            <a:ext cx="3273526" cy="3273526"/>
          </a:xfrm>
          <a:prstGeom prst="rect">
            <a:avLst/>
          </a:prstGeom>
          <a:noFill/>
          <a:ln>
            <a:noFill/>
          </a:ln>
        </p:spPr>
      </p:pic>
      <p:sp>
        <p:nvSpPr>
          <p:cNvPr id="689" name="Google Shape;689;p40"/>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Public Cloud</a:t>
            </a:r>
            <a:endParaRPr b="0" i="0" sz="2340">
              <a:solidFill>
                <a:schemeClr val="lt1"/>
              </a:solidFill>
              <a:latin typeface="Proxima Nova"/>
              <a:ea typeface="Proxima Nova"/>
              <a:cs typeface="Proxima Nova"/>
              <a:sym typeface="Proxima Nova"/>
            </a:endParaRPr>
          </a:p>
        </p:txBody>
      </p:sp>
      <p:sp>
        <p:nvSpPr>
          <p:cNvPr id="690" name="Google Shape;690;p40"/>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1" name="Google Shape;691;p40"/>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41"/>
          <p:cNvSpPr txBox="1"/>
          <p:nvPr/>
        </p:nvSpPr>
        <p:spPr>
          <a:xfrm>
            <a:off x="3890012" y="2044688"/>
            <a:ext cx="4071000" cy="2269200"/>
          </a:xfrm>
          <a:prstGeom prst="rect">
            <a:avLst/>
          </a:prstGeom>
          <a:noFill/>
          <a:ln>
            <a:noFill/>
          </a:ln>
        </p:spPr>
        <p:txBody>
          <a:bodyPr anchorCtr="0" anchor="t" bIns="45700" lIns="91425" spcFirstLastPara="1" rIns="91425" wrap="square" tIns="45700">
            <a:noAutofit/>
          </a:bodyPr>
          <a:lstStyle/>
          <a:p>
            <a:pPr indent="-317500" lvl="0" marL="457200" rtl="0" algn="l">
              <a:spcBef>
                <a:spcPts val="1200"/>
              </a:spcBef>
              <a:spcAft>
                <a:spcPts val="0"/>
              </a:spcAft>
              <a:buClr>
                <a:schemeClr val="dk1"/>
              </a:buClr>
              <a:buSzPts val="1400"/>
              <a:buFont typeface="Proxima Nova"/>
              <a:buChar char="●"/>
            </a:pPr>
            <a:r>
              <a:rPr b="1" lang="en-IN">
                <a:solidFill>
                  <a:schemeClr val="dk1"/>
                </a:solidFill>
                <a:latin typeface="Proxima Nova"/>
                <a:ea typeface="Proxima Nova"/>
                <a:cs typeface="Proxima Nova"/>
                <a:sym typeface="Proxima Nova"/>
              </a:rPr>
              <a:t>Microsoft Azure Stack</a:t>
            </a:r>
            <a:r>
              <a:rPr lang="en-IN">
                <a:solidFill>
                  <a:schemeClr val="dk1"/>
                </a:solidFill>
                <a:latin typeface="Proxima Nova"/>
                <a:ea typeface="Proxima Nova"/>
                <a:cs typeface="Proxima Nova"/>
                <a:sym typeface="Proxima Nova"/>
              </a:rPr>
              <a:t> allows organisations to deploy Azure services in their own data centre, creating a private cloud environment with dedicated resources</a:t>
            </a:r>
            <a:br>
              <a:rPr lang="en-IN">
                <a:solidFill>
                  <a:schemeClr val="dk1"/>
                </a:solidFill>
                <a:latin typeface="Proxima Nova"/>
                <a:ea typeface="Proxima Nova"/>
                <a:cs typeface="Proxima Nova"/>
                <a:sym typeface="Proxima Nova"/>
              </a:rPr>
            </a:br>
            <a:endParaRPr>
              <a:solidFill>
                <a:schemeClr val="dk1"/>
              </a:solidFill>
              <a:latin typeface="Proxima Nova"/>
              <a:ea typeface="Proxima Nova"/>
              <a:cs typeface="Proxima Nova"/>
              <a:sym typeface="Proxima Nova"/>
            </a:endParaRPr>
          </a:p>
          <a:p>
            <a:pPr indent="-317500" lvl="0" marL="457200" rtl="0" algn="l">
              <a:spcBef>
                <a:spcPts val="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This setup provides a higher level of security and privacy by offering dedicated resources to the company</a:t>
            </a:r>
            <a:endParaRPr>
              <a:solidFill>
                <a:schemeClr val="dk1"/>
              </a:solidFill>
              <a:latin typeface="Proxima Nova"/>
              <a:ea typeface="Proxima Nova"/>
              <a:cs typeface="Proxima Nova"/>
              <a:sym typeface="Proxima Nova"/>
            </a:endParaRPr>
          </a:p>
        </p:txBody>
      </p:sp>
      <p:sp>
        <p:nvSpPr>
          <p:cNvPr id="697" name="Google Shape;697;p41"/>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Private Cloud</a:t>
            </a:r>
            <a:endParaRPr b="0" i="0" sz="2340">
              <a:solidFill>
                <a:schemeClr val="lt1"/>
              </a:solidFill>
              <a:latin typeface="Proxima Nova"/>
              <a:ea typeface="Proxima Nova"/>
              <a:cs typeface="Proxima Nova"/>
              <a:sym typeface="Proxima Nova"/>
            </a:endParaRPr>
          </a:p>
        </p:txBody>
      </p:sp>
      <p:sp>
        <p:nvSpPr>
          <p:cNvPr id="698" name="Google Shape;698;p41"/>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699" name="Google Shape;699;p41"/>
          <p:cNvPicPr preferRelativeResize="0"/>
          <p:nvPr/>
        </p:nvPicPr>
        <p:blipFill>
          <a:blip r:embed="rId3">
            <a:alphaModFix/>
          </a:blip>
          <a:stretch>
            <a:fillRect/>
          </a:stretch>
        </p:blipFill>
        <p:spPr>
          <a:xfrm>
            <a:off x="1182988" y="2107725"/>
            <a:ext cx="2143125" cy="2143125"/>
          </a:xfrm>
          <a:prstGeom prst="rect">
            <a:avLst/>
          </a:prstGeom>
          <a:noFill/>
          <a:ln>
            <a:noFill/>
          </a:ln>
        </p:spPr>
      </p:pic>
      <p:sp>
        <p:nvSpPr>
          <p:cNvPr id="700" name="Google Shape;700;p41"/>
          <p:cNvSpPr txBox="1"/>
          <p:nvPr>
            <p:ph idx="1" type="body"/>
          </p:nvPr>
        </p:nvSpPr>
        <p:spPr>
          <a:xfrm>
            <a:off x="3202050" y="1407550"/>
            <a:ext cx="2739900" cy="3078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1200"/>
              </a:spcBef>
              <a:spcAft>
                <a:spcPts val="0"/>
              </a:spcAft>
              <a:buNone/>
            </a:pPr>
            <a:r>
              <a:rPr b="1" lang="en-IN" sz="1400"/>
              <a:t>Example: Microsoft Azure Stack</a:t>
            </a:r>
            <a:endParaRPr b="1" sz="1400"/>
          </a:p>
        </p:txBody>
      </p:sp>
      <p:sp>
        <p:nvSpPr>
          <p:cNvPr id="701" name="Google Shape;701;p41"/>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42"/>
          <p:cNvSpPr txBox="1"/>
          <p:nvPr>
            <p:ph idx="1" type="body"/>
          </p:nvPr>
        </p:nvSpPr>
        <p:spPr>
          <a:xfrm>
            <a:off x="286225" y="1895650"/>
            <a:ext cx="4782300" cy="18162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Private clouds consist of computing resources dedicated exclusively to an organisation. They offer self-service, scalability and elasticity with added control and customisation</a:t>
            </a:r>
            <a:br>
              <a:rPr lang="en-IN" sz="1400"/>
            </a:br>
            <a:endParaRPr sz="1400"/>
          </a:p>
          <a:p>
            <a:pPr indent="-317500" lvl="0" marL="457200" rtl="0" algn="l">
              <a:lnSpc>
                <a:spcPct val="100000"/>
              </a:lnSpc>
              <a:spcBef>
                <a:spcPts val="0"/>
              </a:spcBef>
              <a:spcAft>
                <a:spcPts val="0"/>
              </a:spcAft>
              <a:buSzPts val="1400"/>
              <a:buChar char="●"/>
            </a:pPr>
            <a:r>
              <a:rPr b="1" lang="en-IN" sz="1400"/>
              <a:t>Higher security and privacy</a:t>
            </a:r>
            <a:r>
              <a:rPr lang="en-IN" sz="1400"/>
              <a:t>: Housed on private networks not accessible to public traffic; suitable for sectors such as government, healthcare and finance</a:t>
            </a:r>
            <a:endParaRPr sz="1400"/>
          </a:p>
        </p:txBody>
      </p:sp>
      <p:sp>
        <p:nvSpPr>
          <p:cNvPr id="707" name="Google Shape;707;p42"/>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Private Cloud</a:t>
            </a:r>
            <a:endParaRPr b="0" i="0" sz="2340">
              <a:solidFill>
                <a:schemeClr val="lt1"/>
              </a:solidFill>
              <a:latin typeface="Proxima Nova"/>
              <a:ea typeface="Proxima Nova"/>
              <a:cs typeface="Proxima Nova"/>
              <a:sym typeface="Proxima Nova"/>
            </a:endParaRPr>
          </a:p>
        </p:txBody>
      </p:sp>
      <p:sp>
        <p:nvSpPr>
          <p:cNvPr id="708" name="Google Shape;708;p42"/>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709" name="Google Shape;709;p42"/>
          <p:cNvPicPr preferRelativeResize="0"/>
          <p:nvPr/>
        </p:nvPicPr>
        <p:blipFill>
          <a:blip r:embed="rId3">
            <a:alphaModFix/>
          </a:blip>
          <a:stretch>
            <a:fillRect/>
          </a:stretch>
        </p:blipFill>
        <p:spPr>
          <a:xfrm>
            <a:off x="5281375" y="1098375"/>
            <a:ext cx="3467049" cy="3467049"/>
          </a:xfrm>
          <a:prstGeom prst="rect">
            <a:avLst/>
          </a:prstGeom>
          <a:noFill/>
          <a:ln>
            <a:noFill/>
          </a:ln>
        </p:spPr>
      </p:pic>
      <p:sp>
        <p:nvSpPr>
          <p:cNvPr id="710" name="Google Shape;710;p42"/>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43"/>
          <p:cNvSpPr txBox="1"/>
          <p:nvPr>
            <p:ph idx="1" type="body"/>
          </p:nvPr>
        </p:nvSpPr>
        <p:spPr>
          <a:xfrm>
            <a:off x="1910250" y="1955250"/>
            <a:ext cx="5323500" cy="13854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Microsoft Azure offers hybrid cloud solutions that enable integration between on-premises infrastructure and Azure</a:t>
            </a:r>
            <a:br>
              <a:rPr lang="en-IN" sz="1400"/>
            </a:br>
            <a:endParaRPr sz="1400"/>
          </a:p>
          <a:p>
            <a:pPr indent="-317500" lvl="0" marL="457200" rtl="0" algn="l">
              <a:lnSpc>
                <a:spcPct val="100000"/>
              </a:lnSpc>
              <a:spcBef>
                <a:spcPts val="0"/>
              </a:spcBef>
              <a:spcAft>
                <a:spcPts val="0"/>
              </a:spcAft>
              <a:buSzPts val="1400"/>
              <a:buChar char="●"/>
            </a:pPr>
            <a:r>
              <a:rPr lang="en-IN" sz="1400"/>
              <a:t>It allows organisations to run sensitive applications and services in a secure private cloud while hosting less sensitive, customer-facing endpoints </a:t>
            </a:r>
            <a:r>
              <a:rPr lang="en-IN" sz="1400"/>
              <a:t>in</a:t>
            </a:r>
            <a:r>
              <a:rPr lang="en-IN" sz="1400"/>
              <a:t> the public cloud</a:t>
            </a:r>
            <a:endParaRPr sz="1400"/>
          </a:p>
        </p:txBody>
      </p:sp>
      <p:sp>
        <p:nvSpPr>
          <p:cNvPr id="716" name="Google Shape;716;p43"/>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Hybrid Cloud</a:t>
            </a:r>
            <a:endParaRPr b="0" i="0" sz="2340">
              <a:solidFill>
                <a:schemeClr val="lt1"/>
              </a:solidFill>
              <a:latin typeface="Proxima Nova"/>
              <a:ea typeface="Proxima Nova"/>
              <a:cs typeface="Proxima Nova"/>
              <a:sym typeface="Proxima Nova"/>
            </a:endParaRPr>
          </a:p>
        </p:txBody>
      </p:sp>
      <p:sp>
        <p:nvSpPr>
          <p:cNvPr id="717" name="Google Shape;717;p43"/>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8" name="Google Shape;718;p43"/>
          <p:cNvSpPr txBox="1"/>
          <p:nvPr>
            <p:ph idx="1" type="body"/>
          </p:nvPr>
        </p:nvSpPr>
        <p:spPr>
          <a:xfrm>
            <a:off x="2474850" y="1383750"/>
            <a:ext cx="4194300" cy="3078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1200"/>
              </a:spcBef>
              <a:spcAft>
                <a:spcPts val="0"/>
              </a:spcAft>
              <a:buNone/>
            </a:pPr>
            <a:r>
              <a:rPr b="1" lang="en-IN" sz="1400"/>
              <a:t>Example: Microsoft Azure Hybrid Cloud Solutions</a:t>
            </a:r>
            <a:endParaRPr b="1" sz="1400"/>
          </a:p>
        </p:txBody>
      </p:sp>
      <p:sp>
        <p:nvSpPr>
          <p:cNvPr id="719" name="Google Shape;719;p43"/>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pic>
        <p:nvPicPr>
          <p:cNvPr id="724" name="Google Shape;724;p44"/>
          <p:cNvPicPr preferRelativeResize="0"/>
          <p:nvPr/>
        </p:nvPicPr>
        <p:blipFill>
          <a:blip r:embed="rId3">
            <a:alphaModFix/>
          </a:blip>
          <a:stretch>
            <a:fillRect/>
          </a:stretch>
        </p:blipFill>
        <p:spPr>
          <a:xfrm>
            <a:off x="528138" y="1220800"/>
            <a:ext cx="8087731" cy="3820976"/>
          </a:xfrm>
          <a:prstGeom prst="rect">
            <a:avLst/>
          </a:prstGeom>
          <a:noFill/>
          <a:ln>
            <a:noFill/>
          </a:ln>
        </p:spPr>
      </p:pic>
      <p:sp>
        <p:nvSpPr>
          <p:cNvPr id="725" name="Google Shape;725;p44"/>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Hybrid Cloud</a:t>
            </a:r>
            <a:endParaRPr b="0" i="0" sz="2340">
              <a:solidFill>
                <a:schemeClr val="lt1"/>
              </a:solidFill>
              <a:latin typeface="Proxima Nova"/>
              <a:ea typeface="Proxima Nova"/>
              <a:cs typeface="Proxima Nova"/>
              <a:sym typeface="Proxima Nova"/>
            </a:endParaRPr>
          </a:p>
        </p:txBody>
      </p:sp>
      <p:sp>
        <p:nvSpPr>
          <p:cNvPr id="726" name="Google Shape;726;p44"/>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7" name="Google Shape;727;p44"/>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45"/>
          <p:cNvSpPr txBox="1"/>
          <p:nvPr>
            <p:ph idx="1" type="body"/>
          </p:nvPr>
        </p:nvSpPr>
        <p:spPr>
          <a:xfrm>
            <a:off x="1305850" y="1499175"/>
            <a:ext cx="6391500" cy="24627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Hybrid clouds are a combination of private and public clouds, connected together with technology that enables data and applications to work together</a:t>
            </a:r>
            <a:br>
              <a:rPr lang="en-IN" sz="1400"/>
            </a:br>
            <a:endParaRPr sz="1400"/>
          </a:p>
          <a:p>
            <a:pPr indent="-317500" lvl="0" marL="457200" rtl="0" algn="l">
              <a:lnSpc>
                <a:spcPct val="100000"/>
              </a:lnSpc>
              <a:spcBef>
                <a:spcPts val="0"/>
              </a:spcBef>
              <a:spcAft>
                <a:spcPts val="0"/>
              </a:spcAft>
              <a:buSzPts val="1400"/>
              <a:buChar char="●"/>
            </a:pPr>
            <a:r>
              <a:rPr lang="en-IN" sz="1400"/>
              <a:t>This architecture offers a flexible, secure and cost-effective environment that supports the portability and automated deployment of the workload across multiple environments</a:t>
            </a:r>
            <a:br>
              <a:rPr lang="en-IN" sz="1400"/>
            </a:br>
            <a:endParaRPr sz="1400"/>
          </a:p>
          <a:p>
            <a:pPr indent="-317500" lvl="0" marL="457200" rtl="0" algn="l">
              <a:lnSpc>
                <a:spcPct val="100000"/>
              </a:lnSpc>
              <a:spcBef>
                <a:spcPts val="0"/>
              </a:spcBef>
              <a:spcAft>
                <a:spcPts val="0"/>
              </a:spcAft>
              <a:buSzPts val="1400"/>
              <a:buChar char="●"/>
            </a:pPr>
            <a:r>
              <a:rPr lang="en-IN" sz="1400"/>
              <a:t>Hybrid clouds are ideal for scenarios </a:t>
            </a:r>
            <a:r>
              <a:rPr lang="en-IN" sz="1400"/>
              <a:t>such</a:t>
            </a:r>
            <a:r>
              <a:rPr lang="en-IN" sz="1400"/>
              <a:t> as DevOps, where applications can be developed and tested in the public cloud and then moved to a private cloud for production based on business needs or security factors</a:t>
            </a:r>
            <a:endParaRPr sz="1400"/>
          </a:p>
        </p:txBody>
      </p:sp>
      <p:sp>
        <p:nvSpPr>
          <p:cNvPr id="733" name="Google Shape;733;p45"/>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734" name="Google Shape;734;p45"/>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Hybrid Cloud</a:t>
            </a:r>
            <a:endParaRPr sz="2340">
              <a:solidFill>
                <a:schemeClr val="lt1"/>
              </a:solidFill>
              <a:latin typeface="Proxima Nova"/>
              <a:ea typeface="Proxima Nova"/>
              <a:cs typeface="Proxima Nova"/>
              <a:sym typeface="Proxima Nova"/>
            </a:endParaRPr>
          </a:p>
        </p:txBody>
      </p:sp>
      <p:sp>
        <p:nvSpPr>
          <p:cNvPr id="735" name="Google Shape;735;p45"/>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46"/>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Multi-</a:t>
            </a:r>
            <a:r>
              <a:rPr lang="en-IN" sz="2340">
                <a:solidFill>
                  <a:schemeClr val="lt1"/>
                </a:solidFill>
                <a:latin typeface="Proxima Nova"/>
                <a:ea typeface="Proxima Nova"/>
                <a:cs typeface="Proxima Nova"/>
                <a:sym typeface="Proxima Nova"/>
              </a:rPr>
              <a:t>Cloud</a:t>
            </a:r>
            <a:endParaRPr b="0" i="0" sz="2340">
              <a:solidFill>
                <a:schemeClr val="lt1"/>
              </a:solidFill>
              <a:latin typeface="Proxima Nova"/>
              <a:ea typeface="Proxima Nova"/>
              <a:cs typeface="Proxima Nova"/>
              <a:sym typeface="Proxima Nova"/>
            </a:endParaRPr>
          </a:p>
        </p:txBody>
      </p:sp>
      <p:sp>
        <p:nvSpPr>
          <p:cNvPr id="741" name="Google Shape;741;p46"/>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742" name="Google Shape;742;p46"/>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3" name="Google Shape;743;p46"/>
          <p:cNvSpPr txBox="1"/>
          <p:nvPr/>
        </p:nvSpPr>
        <p:spPr>
          <a:xfrm>
            <a:off x="3890012" y="1968488"/>
            <a:ext cx="4071000" cy="2269200"/>
          </a:xfrm>
          <a:prstGeom prst="rect">
            <a:avLst/>
          </a:prstGeom>
          <a:noFill/>
          <a:ln>
            <a:noFill/>
          </a:ln>
        </p:spPr>
        <p:txBody>
          <a:bodyPr anchorCtr="0" anchor="t" bIns="45700" lIns="91425" spcFirstLastPara="1" rIns="91425" wrap="square" tIns="45700">
            <a:noAutofit/>
          </a:bodyPr>
          <a:lstStyle/>
          <a:p>
            <a:pPr indent="-317500" lvl="0" marL="457200" rtl="0" algn="l">
              <a:spcBef>
                <a:spcPts val="1200"/>
              </a:spcBef>
              <a:spcAft>
                <a:spcPts val="0"/>
              </a:spcAft>
              <a:buClr>
                <a:schemeClr val="dk1"/>
              </a:buClr>
              <a:buSzPts val="1400"/>
              <a:buFont typeface="Proxima Nova"/>
              <a:buChar char="●"/>
            </a:pPr>
            <a:r>
              <a:rPr b="1" lang="en-IN">
                <a:solidFill>
                  <a:schemeClr val="dk1"/>
                </a:solidFill>
                <a:latin typeface="Proxima Nova"/>
                <a:ea typeface="Proxima Nova"/>
                <a:cs typeface="Proxima Nova"/>
                <a:sym typeface="Proxima Nova"/>
              </a:rPr>
              <a:t>Microsoft Azure Arc</a:t>
            </a:r>
            <a:r>
              <a:rPr lang="en-IN">
                <a:solidFill>
                  <a:schemeClr val="dk1"/>
                </a:solidFill>
                <a:latin typeface="Proxima Nova"/>
                <a:ea typeface="Proxima Nova"/>
                <a:cs typeface="Proxima Nova"/>
                <a:sym typeface="Proxima Nova"/>
              </a:rPr>
              <a:t> extends Azure management and services to other cloud environments such as AWS and Google Cloud, facilitating a multi-cloud strategy</a:t>
            </a:r>
            <a:br>
              <a:rPr lang="en-IN">
                <a:solidFill>
                  <a:schemeClr val="dk1"/>
                </a:solidFill>
                <a:latin typeface="Proxima Nova"/>
                <a:ea typeface="Proxima Nova"/>
                <a:cs typeface="Proxima Nova"/>
                <a:sym typeface="Proxima Nova"/>
              </a:rPr>
            </a:br>
            <a:endParaRPr>
              <a:solidFill>
                <a:schemeClr val="dk1"/>
              </a:solidFill>
              <a:latin typeface="Proxima Nova"/>
              <a:ea typeface="Proxima Nova"/>
              <a:cs typeface="Proxima Nova"/>
              <a:sym typeface="Proxima Nova"/>
            </a:endParaRPr>
          </a:p>
          <a:p>
            <a:pPr indent="-317500" lvl="0" marL="457200" rtl="0" algn="l">
              <a:spcBef>
                <a:spcPts val="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This approach allows organisations to leverage the best services from multiple cloud providers</a:t>
            </a:r>
            <a:endParaRPr>
              <a:solidFill>
                <a:schemeClr val="dk1"/>
              </a:solidFill>
              <a:latin typeface="Proxima Nova"/>
              <a:ea typeface="Proxima Nova"/>
              <a:cs typeface="Proxima Nova"/>
              <a:sym typeface="Proxima Nova"/>
            </a:endParaRPr>
          </a:p>
        </p:txBody>
      </p:sp>
      <p:pic>
        <p:nvPicPr>
          <p:cNvPr id="744" name="Google Shape;744;p46"/>
          <p:cNvPicPr preferRelativeResize="0"/>
          <p:nvPr/>
        </p:nvPicPr>
        <p:blipFill>
          <a:blip r:embed="rId3">
            <a:alphaModFix/>
          </a:blip>
          <a:stretch>
            <a:fillRect/>
          </a:stretch>
        </p:blipFill>
        <p:spPr>
          <a:xfrm>
            <a:off x="435125" y="1842375"/>
            <a:ext cx="3449575" cy="2612225"/>
          </a:xfrm>
          <a:prstGeom prst="rect">
            <a:avLst/>
          </a:prstGeom>
          <a:noFill/>
          <a:ln>
            <a:noFill/>
          </a:ln>
        </p:spPr>
      </p:pic>
      <p:sp>
        <p:nvSpPr>
          <p:cNvPr id="745" name="Google Shape;745;p46"/>
          <p:cNvSpPr txBox="1"/>
          <p:nvPr>
            <p:ph idx="1" type="body"/>
          </p:nvPr>
        </p:nvSpPr>
        <p:spPr>
          <a:xfrm>
            <a:off x="3202050" y="1407550"/>
            <a:ext cx="2739900" cy="3078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1200"/>
              </a:spcBef>
              <a:spcAft>
                <a:spcPts val="0"/>
              </a:spcAft>
              <a:buNone/>
            </a:pPr>
            <a:r>
              <a:rPr b="1" lang="en-IN" sz="1400"/>
              <a:t>Example: Microsoft Azure Arc</a:t>
            </a:r>
            <a:endParaRPr b="1"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47"/>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751" name="Google Shape;751;p47"/>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Multi Cloud</a:t>
            </a:r>
            <a:endParaRPr sz="2340">
              <a:solidFill>
                <a:schemeClr val="lt1"/>
              </a:solidFill>
              <a:latin typeface="Proxima Nova"/>
              <a:ea typeface="Proxima Nova"/>
              <a:cs typeface="Proxima Nova"/>
              <a:sym typeface="Proxima Nova"/>
            </a:endParaRPr>
          </a:p>
        </p:txBody>
      </p:sp>
      <p:sp>
        <p:nvSpPr>
          <p:cNvPr id="752" name="Google Shape;752;p47"/>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753" name="Google Shape;753;p47"/>
          <p:cNvPicPr preferRelativeResize="0"/>
          <p:nvPr/>
        </p:nvPicPr>
        <p:blipFill rotWithShape="1">
          <a:blip r:embed="rId3">
            <a:alphaModFix/>
          </a:blip>
          <a:srcRect b="7183" l="7172" r="5681" t="9572"/>
          <a:stretch/>
        </p:blipFill>
        <p:spPr>
          <a:xfrm>
            <a:off x="1147659" y="1087063"/>
            <a:ext cx="6848678" cy="3680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48"/>
          <p:cNvSpPr txBox="1"/>
          <p:nvPr>
            <p:ph idx="1" type="body"/>
          </p:nvPr>
        </p:nvSpPr>
        <p:spPr>
          <a:xfrm>
            <a:off x="1305850" y="1499175"/>
            <a:ext cx="6391500" cy="26781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Multi-cloud strategies use the best services from multiple cloud providers to deploy a solution</a:t>
            </a:r>
            <a:br>
              <a:rPr lang="en-IN" sz="1400"/>
            </a:br>
            <a:endParaRPr sz="1400"/>
          </a:p>
          <a:p>
            <a:pPr indent="-317500" lvl="0" marL="457200" rtl="0" algn="l">
              <a:lnSpc>
                <a:spcPct val="100000"/>
              </a:lnSpc>
              <a:spcBef>
                <a:spcPts val="0"/>
              </a:spcBef>
              <a:spcAft>
                <a:spcPts val="0"/>
              </a:spcAft>
              <a:buSzPts val="1400"/>
              <a:buChar char="●"/>
            </a:pPr>
            <a:r>
              <a:rPr lang="en-IN" sz="1400"/>
              <a:t>A multi-cloud solution integrates IaaS, PaaS and SaaS in a tightly or loosely coupled architecture</a:t>
            </a:r>
            <a:br>
              <a:rPr lang="en-IN" sz="1400"/>
            </a:br>
            <a:endParaRPr sz="1400"/>
          </a:p>
          <a:p>
            <a:pPr indent="-317500" lvl="0" marL="457200" rtl="0" algn="l">
              <a:lnSpc>
                <a:spcPct val="100000"/>
              </a:lnSpc>
              <a:spcBef>
                <a:spcPts val="0"/>
              </a:spcBef>
              <a:spcAft>
                <a:spcPts val="0"/>
              </a:spcAft>
              <a:buSzPts val="1400"/>
              <a:buChar char="●"/>
            </a:pPr>
            <a:r>
              <a:rPr lang="en-IN" sz="1400"/>
              <a:t>This approach avoids vendor lock-in, provides more service options and fosters innovation</a:t>
            </a:r>
            <a:br>
              <a:rPr lang="en-IN" sz="1400"/>
            </a:br>
            <a:endParaRPr sz="1400"/>
          </a:p>
          <a:p>
            <a:pPr indent="-317500" lvl="0" marL="457200" rtl="0" algn="l">
              <a:lnSpc>
                <a:spcPct val="100000"/>
              </a:lnSpc>
              <a:spcBef>
                <a:spcPts val="0"/>
              </a:spcBef>
              <a:spcAft>
                <a:spcPts val="0"/>
              </a:spcAft>
              <a:buSzPts val="1400"/>
              <a:buChar char="●"/>
            </a:pPr>
            <a:r>
              <a:rPr lang="en-IN" sz="1400"/>
              <a:t>For example, a company might use Azure for its security features, AWS for its global reach with web hosting and IBM Cloud for its data analytics capabilities</a:t>
            </a:r>
            <a:endParaRPr sz="1400"/>
          </a:p>
        </p:txBody>
      </p:sp>
      <p:sp>
        <p:nvSpPr>
          <p:cNvPr id="759" name="Google Shape;759;p48"/>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760" name="Google Shape;760;p48"/>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Multi </a:t>
            </a:r>
            <a:r>
              <a:rPr lang="en-IN" sz="2340">
                <a:solidFill>
                  <a:schemeClr val="lt1"/>
                </a:solidFill>
                <a:latin typeface="Proxima Nova"/>
                <a:ea typeface="Proxima Nova"/>
                <a:cs typeface="Proxima Nova"/>
                <a:sym typeface="Proxima Nova"/>
              </a:rPr>
              <a:t>Cloud</a:t>
            </a:r>
            <a:endParaRPr sz="2340">
              <a:solidFill>
                <a:schemeClr val="lt1"/>
              </a:solidFill>
              <a:latin typeface="Proxima Nova"/>
              <a:ea typeface="Proxima Nova"/>
              <a:cs typeface="Proxima Nova"/>
              <a:sym typeface="Proxima Nova"/>
            </a:endParaRPr>
          </a:p>
        </p:txBody>
      </p:sp>
      <p:sp>
        <p:nvSpPr>
          <p:cNvPr id="761" name="Google Shape;761;p48"/>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49"/>
          <p:cNvSpPr txBox="1"/>
          <p:nvPr/>
        </p:nvSpPr>
        <p:spPr>
          <a:xfrm>
            <a:off x="3890012" y="2120888"/>
            <a:ext cx="4071000" cy="2269200"/>
          </a:xfrm>
          <a:prstGeom prst="rect">
            <a:avLst/>
          </a:prstGeom>
          <a:noFill/>
          <a:ln>
            <a:noFill/>
          </a:ln>
        </p:spPr>
        <p:txBody>
          <a:bodyPr anchorCtr="0" anchor="t" bIns="45700" lIns="91425" spcFirstLastPara="1" rIns="91425" wrap="square" tIns="45700">
            <a:noAutofit/>
          </a:bodyPr>
          <a:lstStyle/>
          <a:p>
            <a:pPr indent="-317500" lvl="0" marL="457200" rtl="0" algn="l">
              <a:spcBef>
                <a:spcPts val="120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Azure supports intercloud connectivity through solutions such as Azure ExpressRoute, enabling secure connections between different cloud environments and on-premises infrastructure</a:t>
            </a:r>
            <a:endParaRPr>
              <a:solidFill>
                <a:schemeClr val="dk1"/>
              </a:solidFill>
              <a:latin typeface="Proxima Nova"/>
              <a:ea typeface="Proxima Nova"/>
              <a:cs typeface="Proxima Nova"/>
              <a:sym typeface="Proxima Nova"/>
            </a:endParaRPr>
          </a:p>
        </p:txBody>
      </p:sp>
      <p:sp>
        <p:nvSpPr>
          <p:cNvPr id="767" name="Google Shape;767;p49"/>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768" name="Google Shape;768;p49"/>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Intercloud</a:t>
            </a:r>
            <a:endParaRPr b="0" i="0" sz="2340">
              <a:solidFill>
                <a:schemeClr val="lt1"/>
              </a:solidFill>
              <a:latin typeface="Proxima Nova"/>
              <a:ea typeface="Proxima Nova"/>
              <a:cs typeface="Proxima Nova"/>
              <a:sym typeface="Proxima Nova"/>
            </a:endParaRPr>
          </a:p>
        </p:txBody>
      </p:sp>
      <p:sp>
        <p:nvSpPr>
          <p:cNvPr id="769" name="Google Shape;769;p49"/>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0" name="Google Shape;770;p49"/>
          <p:cNvSpPr txBox="1"/>
          <p:nvPr>
            <p:ph idx="1" type="body"/>
          </p:nvPr>
        </p:nvSpPr>
        <p:spPr>
          <a:xfrm>
            <a:off x="2611200" y="1397300"/>
            <a:ext cx="3921600" cy="3078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1200"/>
              </a:spcBef>
              <a:spcAft>
                <a:spcPts val="0"/>
              </a:spcAft>
              <a:buNone/>
            </a:pPr>
            <a:r>
              <a:rPr b="1" lang="en-IN" sz="1400"/>
              <a:t>Example: Microsoft Azure Intercloud Solutions</a:t>
            </a:r>
            <a:endParaRPr b="1" sz="1400"/>
          </a:p>
        </p:txBody>
      </p:sp>
      <p:pic>
        <p:nvPicPr>
          <p:cNvPr id="771" name="Google Shape;771;p49"/>
          <p:cNvPicPr preferRelativeResize="0"/>
          <p:nvPr/>
        </p:nvPicPr>
        <p:blipFill>
          <a:blip r:embed="rId3">
            <a:alphaModFix/>
          </a:blip>
          <a:stretch>
            <a:fillRect/>
          </a:stretch>
        </p:blipFill>
        <p:spPr>
          <a:xfrm>
            <a:off x="719150" y="1660900"/>
            <a:ext cx="2857500" cy="2857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50"/>
          <p:cNvSpPr txBox="1"/>
          <p:nvPr>
            <p:ph idx="1" type="body"/>
          </p:nvPr>
        </p:nvSpPr>
        <p:spPr>
          <a:xfrm>
            <a:off x="548375" y="1895650"/>
            <a:ext cx="4447500" cy="22473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Intercloud is a cloud computing strategy that allows the active management of data across multiple cloud environments, with each service on a different cloud infrastructure</a:t>
            </a:r>
            <a:br>
              <a:rPr lang="en-IN" sz="1400"/>
            </a:br>
            <a:endParaRPr sz="1400"/>
          </a:p>
          <a:p>
            <a:pPr indent="-317500" lvl="0" marL="457200" rtl="0" algn="l">
              <a:lnSpc>
                <a:spcPct val="100000"/>
              </a:lnSpc>
              <a:spcBef>
                <a:spcPts val="0"/>
              </a:spcBef>
              <a:spcAft>
                <a:spcPts val="0"/>
              </a:spcAft>
              <a:buSzPts val="1400"/>
              <a:buChar char="●"/>
            </a:pPr>
            <a:r>
              <a:rPr lang="en-IN" sz="1400"/>
              <a:t>This approach is important for integrating data and analytics workflows across different services and clouds, providing extra value using different remote cloud environments and expert programs</a:t>
            </a:r>
            <a:endParaRPr sz="1400"/>
          </a:p>
        </p:txBody>
      </p:sp>
      <p:sp>
        <p:nvSpPr>
          <p:cNvPr id="777" name="Google Shape;777;p50"/>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778" name="Google Shape;778;p50"/>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Intercloud</a:t>
            </a:r>
            <a:endParaRPr b="0" i="0" sz="2340">
              <a:solidFill>
                <a:schemeClr val="lt1"/>
              </a:solidFill>
              <a:latin typeface="Proxima Nova"/>
              <a:ea typeface="Proxima Nova"/>
              <a:cs typeface="Proxima Nova"/>
              <a:sym typeface="Proxima Nova"/>
            </a:endParaRPr>
          </a:p>
        </p:txBody>
      </p:sp>
      <p:sp>
        <p:nvSpPr>
          <p:cNvPr id="779" name="Google Shape;779;p50"/>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780" name="Google Shape;780;p50"/>
          <p:cNvPicPr preferRelativeResize="0"/>
          <p:nvPr/>
        </p:nvPicPr>
        <p:blipFill>
          <a:blip r:embed="rId3">
            <a:alphaModFix/>
          </a:blip>
          <a:stretch>
            <a:fillRect/>
          </a:stretch>
        </p:blipFill>
        <p:spPr>
          <a:xfrm>
            <a:off x="5195225" y="1465275"/>
            <a:ext cx="3096174" cy="30961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51"/>
          <p:cNvSpPr txBox="1"/>
          <p:nvPr/>
        </p:nvSpPr>
        <p:spPr>
          <a:xfrm>
            <a:off x="3890012" y="2120888"/>
            <a:ext cx="4071000" cy="2269200"/>
          </a:xfrm>
          <a:prstGeom prst="rect">
            <a:avLst/>
          </a:prstGeom>
          <a:noFill/>
          <a:ln>
            <a:noFill/>
          </a:ln>
        </p:spPr>
        <p:txBody>
          <a:bodyPr anchorCtr="0" anchor="t" bIns="45700" lIns="91425" spcFirstLastPara="1" rIns="91425" wrap="square" tIns="45700">
            <a:noAutofit/>
          </a:bodyPr>
          <a:lstStyle/>
          <a:p>
            <a:pPr indent="-317500" lvl="0" marL="457200" rtl="0" algn="l">
              <a:spcBef>
                <a:spcPts val="120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Microsoft Azure Government provides a dedicated community cloud environment for US government agencies and their partners, exemplifying a community cloud</a:t>
            </a:r>
            <a:endParaRPr>
              <a:solidFill>
                <a:schemeClr val="dk1"/>
              </a:solidFill>
              <a:latin typeface="Proxima Nova"/>
              <a:ea typeface="Proxima Nova"/>
              <a:cs typeface="Proxima Nova"/>
              <a:sym typeface="Proxima Nova"/>
            </a:endParaRPr>
          </a:p>
        </p:txBody>
      </p:sp>
      <p:sp>
        <p:nvSpPr>
          <p:cNvPr id="786" name="Google Shape;786;p51"/>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787" name="Google Shape;787;p51"/>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Community Cloud</a:t>
            </a:r>
            <a:endParaRPr b="0" i="0" sz="2340">
              <a:solidFill>
                <a:schemeClr val="lt1"/>
              </a:solidFill>
              <a:latin typeface="Proxima Nova"/>
              <a:ea typeface="Proxima Nova"/>
              <a:cs typeface="Proxima Nova"/>
              <a:sym typeface="Proxima Nova"/>
            </a:endParaRPr>
          </a:p>
        </p:txBody>
      </p:sp>
      <p:sp>
        <p:nvSpPr>
          <p:cNvPr id="788" name="Google Shape;788;p51"/>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9" name="Google Shape;789;p51"/>
          <p:cNvSpPr txBox="1"/>
          <p:nvPr>
            <p:ph idx="1" type="body"/>
          </p:nvPr>
        </p:nvSpPr>
        <p:spPr>
          <a:xfrm>
            <a:off x="2884050" y="1397300"/>
            <a:ext cx="3375900" cy="3078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1200"/>
              </a:spcBef>
              <a:spcAft>
                <a:spcPts val="0"/>
              </a:spcAft>
              <a:buNone/>
            </a:pPr>
            <a:r>
              <a:rPr b="1" lang="en-IN" sz="1400"/>
              <a:t>Example: Microsoft Azure Government</a:t>
            </a:r>
            <a:endParaRPr b="1" sz="1400"/>
          </a:p>
        </p:txBody>
      </p:sp>
      <p:pic>
        <p:nvPicPr>
          <p:cNvPr id="790" name="Google Shape;790;p51"/>
          <p:cNvPicPr preferRelativeResize="0"/>
          <p:nvPr/>
        </p:nvPicPr>
        <p:blipFill>
          <a:blip r:embed="rId3">
            <a:alphaModFix/>
          </a:blip>
          <a:stretch>
            <a:fillRect/>
          </a:stretch>
        </p:blipFill>
        <p:spPr>
          <a:xfrm>
            <a:off x="875700" y="2190825"/>
            <a:ext cx="2470864" cy="13536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52"/>
          <p:cNvSpPr txBox="1"/>
          <p:nvPr>
            <p:ph idx="1" type="body"/>
          </p:nvPr>
        </p:nvSpPr>
        <p:spPr>
          <a:xfrm>
            <a:off x="548375" y="1895650"/>
            <a:ext cx="4447500" cy="22473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Community clouds share resources and services based on common operational and regulatory requirements, addressing the needs of industries with stringent regulations, such as healthcare, finance and education</a:t>
            </a:r>
            <a:br>
              <a:rPr lang="en-IN" sz="1400"/>
            </a:br>
            <a:endParaRPr sz="1400"/>
          </a:p>
          <a:p>
            <a:pPr indent="-317500" lvl="0" marL="457200" rtl="0" algn="l">
              <a:lnSpc>
                <a:spcPct val="100000"/>
              </a:lnSpc>
              <a:spcBef>
                <a:spcPts val="0"/>
              </a:spcBef>
              <a:spcAft>
                <a:spcPts val="0"/>
              </a:spcAft>
              <a:buSzPts val="1400"/>
              <a:buChar char="●"/>
            </a:pPr>
            <a:r>
              <a:rPr lang="en-IN" sz="1400"/>
              <a:t>Community clouds offer more security than public clouds but are more cost-effective than private clouds, making them suitable for growing organisations within regulated sectors</a:t>
            </a:r>
            <a:endParaRPr sz="1400"/>
          </a:p>
        </p:txBody>
      </p:sp>
      <p:sp>
        <p:nvSpPr>
          <p:cNvPr id="796" name="Google Shape;796;p52"/>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797" name="Google Shape;797;p52"/>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Community Cloud</a:t>
            </a:r>
            <a:endParaRPr b="0" i="0" sz="2340">
              <a:solidFill>
                <a:schemeClr val="lt1"/>
              </a:solidFill>
              <a:latin typeface="Proxima Nova"/>
              <a:ea typeface="Proxima Nova"/>
              <a:cs typeface="Proxima Nova"/>
              <a:sym typeface="Proxima Nova"/>
            </a:endParaRPr>
          </a:p>
        </p:txBody>
      </p:sp>
      <p:sp>
        <p:nvSpPr>
          <p:cNvPr id="798" name="Google Shape;798;p52"/>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799" name="Google Shape;799;p52"/>
          <p:cNvPicPr preferRelativeResize="0"/>
          <p:nvPr/>
        </p:nvPicPr>
        <p:blipFill rotWithShape="1">
          <a:blip r:embed="rId3">
            <a:alphaModFix/>
          </a:blip>
          <a:srcRect b="0" l="15418" r="14656" t="0"/>
          <a:stretch/>
        </p:blipFill>
        <p:spPr>
          <a:xfrm>
            <a:off x="5007900" y="1620750"/>
            <a:ext cx="3310948" cy="27056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53"/>
          <p:cNvSpPr txBox="1"/>
          <p:nvPr/>
        </p:nvSpPr>
        <p:spPr>
          <a:xfrm>
            <a:off x="1168038" y="3796925"/>
            <a:ext cx="6807900" cy="738900"/>
          </a:xfrm>
          <a:prstGeom prst="rect">
            <a:avLst/>
          </a:prstGeom>
          <a:noFill/>
          <a:ln>
            <a:noFill/>
          </a:ln>
        </p:spPr>
        <p:txBody>
          <a:bodyPr anchorCtr="0" anchor="t" bIns="45700" lIns="91425" spcFirstLastPara="1" rIns="91425" wrap="square" tIns="45700">
            <a:spAutoFit/>
          </a:bodyPr>
          <a:lstStyle/>
          <a:p>
            <a:pPr indent="0" lvl="0" marL="0" rtl="0" algn="l">
              <a:spcBef>
                <a:spcPts val="1200"/>
              </a:spcBef>
              <a:spcAft>
                <a:spcPts val="0"/>
              </a:spcAft>
              <a:buNone/>
            </a:pPr>
            <a:r>
              <a:rPr lang="en-IN">
                <a:solidFill>
                  <a:schemeClr val="dk1"/>
                </a:solidFill>
                <a:latin typeface="Proxima Nova"/>
                <a:ea typeface="Proxima Nova"/>
                <a:cs typeface="Proxima Nova"/>
                <a:sym typeface="Proxima Nova"/>
              </a:rPr>
              <a:t>Traditionally, security concerns have been the primary obstacle for organisations considering cloud services. Maintaining cloud security demands different procedures and employee skill sets than in legacy IT environments</a:t>
            </a:r>
            <a:endParaRPr>
              <a:solidFill>
                <a:schemeClr val="dk1"/>
              </a:solidFill>
              <a:latin typeface="Proxima Nova"/>
              <a:ea typeface="Proxima Nova"/>
              <a:cs typeface="Proxima Nova"/>
              <a:sym typeface="Proxima Nova"/>
            </a:endParaRPr>
          </a:p>
        </p:txBody>
      </p:sp>
      <p:sp>
        <p:nvSpPr>
          <p:cNvPr id="805" name="Google Shape;805;p53"/>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06" name="Google Shape;806;p53"/>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Cloud Security and Compliance</a:t>
            </a:r>
            <a:endParaRPr b="0" i="0" sz="2340">
              <a:solidFill>
                <a:schemeClr val="lt1"/>
              </a:solidFill>
              <a:latin typeface="Proxima Nova"/>
              <a:ea typeface="Proxima Nova"/>
              <a:cs typeface="Proxima Nova"/>
              <a:sym typeface="Proxima Nova"/>
            </a:endParaRPr>
          </a:p>
        </p:txBody>
      </p:sp>
      <p:sp>
        <p:nvSpPr>
          <p:cNvPr id="807" name="Google Shape;807;p53"/>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808" name="Google Shape;808;p53"/>
          <p:cNvPicPr preferRelativeResize="0"/>
          <p:nvPr/>
        </p:nvPicPr>
        <p:blipFill>
          <a:blip r:embed="rId3">
            <a:alphaModFix/>
          </a:blip>
          <a:stretch>
            <a:fillRect/>
          </a:stretch>
        </p:blipFill>
        <p:spPr>
          <a:xfrm>
            <a:off x="1638388" y="1262025"/>
            <a:ext cx="5867234" cy="22543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54"/>
          <p:cNvSpPr txBox="1"/>
          <p:nvPr>
            <p:ph idx="1" type="body"/>
          </p:nvPr>
        </p:nvSpPr>
        <p:spPr>
          <a:xfrm>
            <a:off x="1305850" y="1499175"/>
            <a:ext cx="6391500" cy="16932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In Azure, Microsoft is responsible for securing the underlying cloud infrastructure, including physical data centres and </a:t>
            </a:r>
            <a:r>
              <a:rPr lang="en-IN" sz="1400"/>
              <a:t>network</a:t>
            </a:r>
            <a:r>
              <a:rPr lang="en-IN" sz="1400"/>
              <a:t>s</a:t>
            </a:r>
            <a:r>
              <a:rPr lang="en-IN" sz="1400"/>
              <a:t>. Customers are responsible for protecting their data, configuring network security and managing user access within their Azure environment</a:t>
            </a:r>
            <a:endParaRPr sz="1400"/>
          </a:p>
          <a:p>
            <a:pPr indent="0" lvl="0" marL="0" rtl="0" algn="l">
              <a:lnSpc>
                <a:spcPct val="100000"/>
              </a:lnSpc>
              <a:spcBef>
                <a:spcPts val="1200"/>
              </a:spcBef>
              <a:spcAft>
                <a:spcPts val="0"/>
              </a:spcAft>
              <a:buNone/>
            </a:pPr>
            <a:r>
              <a:t/>
            </a:r>
            <a:endParaRPr sz="1400"/>
          </a:p>
          <a:p>
            <a:pPr indent="-317500" lvl="0" marL="457200" rtl="0" algn="l">
              <a:lnSpc>
                <a:spcPct val="100000"/>
              </a:lnSpc>
              <a:spcBef>
                <a:spcPts val="1200"/>
              </a:spcBef>
              <a:spcAft>
                <a:spcPts val="0"/>
              </a:spcAft>
              <a:buSzPts val="1400"/>
              <a:buChar char="●"/>
            </a:pPr>
            <a:r>
              <a:rPr lang="en-IN" sz="1400"/>
              <a:t>Clearly defining data ownership and security responsibilities is crucial</a:t>
            </a:r>
            <a:endParaRPr sz="1400"/>
          </a:p>
        </p:txBody>
      </p:sp>
      <p:sp>
        <p:nvSpPr>
          <p:cNvPr id="814" name="Google Shape;814;p54"/>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15" name="Google Shape;815;p54"/>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Shared Responsibility for Security</a:t>
            </a:r>
            <a:endParaRPr sz="2340">
              <a:solidFill>
                <a:schemeClr val="lt1"/>
              </a:solidFill>
              <a:latin typeface="Proxima Nova"/>
              <a:ea typeface="Proxima Nova"/>
              <a:cs typeface="Proxima Nova"/>
              <a:sym typeface="Proxima Nova"/>
            </a:endParaRPr>
          </a:p>
        </p:txBody>
      </p:sp>
      <p:sp>
        <p:nvSpPr>
          <p:cNvPr id="816" name="Google Shape;816;p54"/>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55"/>
          <p:cNvSpPr txBox="1"/>
          <p:nvPr/>
        </p:nvSpPr>
        <p:spPr>
          <a:xfrm>
            <a:off x="1168038" y="3796925"/>
            <a:ext cx="6807900" cy="738900"/>
          </a:xfrm>
          <a:prstGeom prst="rect">
            <a:avLst/>
          </a:prstGeom>
          <a:noFill/>
          <a:ln>
            <a:noFill/>
          </a:ln>
        </p:spPr>
        <p:txBody>
          <a:bodyPr anchorCtr="0" anchor="t" bIns="45700" lIns="91425" spcFirstLastPara="1" rIns="91425" wrap="square" tIns="45700">
            <a:spAutoFit/>
          </a:bodyPr>
          <a:lstStyle/>
          <a:p>
            <a:pPr indent="0" lvl="0" marL="0" rtl="0" algn="l">
              <a:spcBef>
                <a:spcPts val="1200"/>
              </a:spcBef>
              <a:spcAft>
                <a:spcPts val="0"/>
              </a:spcAft>
              <a:buNone/>
            </a:pPr>
            <a:r>
              <a:rPr lang="en-IN">
                <a:solidFill>
                  <a:schemeClr val="dk1"/>
                </a:solidFill>
                <a:latin typeface="Proxima Nova"/>
                <a:ea typeface="Proxima Nova"/>
                <a:cs typeface="Proxima Nova"/>
                <a:sym typeface="Proxima Nova"/>
              </a:rPr>
              <a:t>Data should be encrypted at rest, in transit and in use. Customers need to maintain complete control over security keys and hardware security modules to ensure data integrity and confidentiality</a:t>
            </a:r>
            <a:endParaRPr>
              <a:solidFill>
                <a:schemeClr val="dk1"/>
              </a:solidFill>
              <a:latin typeface="Proxima Nova"/>
              <a:ea typeface="Proxima Nova"/>
              <a:cs typeface="Proxima Nova"/>
              <a:sym typeface="Proxima Nova"/>
            </a:endParaRPr>
          </a:p>
        </p:txBody>
      </p:sp>
      <p:sp>
        <p:nvSpPr>
          <p:cNvPr id="822" name="Google Shape;822;p55"/>
          <p:cNvSpPr txBox="1"/>
          <p:nvPr>
            <p:ph idx="1" type="body"/>
          </p:nvPr>
        </p:nvSpPr>
        <p:spPr>
          <a:xfrm>
            <a:off x="1168050" y="1212950"/>
            <a:ext cx="6807900" cy="738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rPr lang="en-IN" sz="1400"/>
              <a:t>Azure offers data encryption services such as Azure Disk Encryption, Azure Storage Service Encryption and Azure Key Vault for managing encryption keys and secrets</a:t>
            </a:r>
            <a:endParaRPr sz="1400"/>
          </a:p>
        </p:txBody>
      </p:sp>
      <p:sp>
        <p:nvSpPr>
          <p:cNvPr id="823" name="Google Shape;823;p55"/>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Data Encryption</a:t>
            </a:r>
            <a:endParaRPr sz="2340">
              <a:solidFill>
                <a:schemeClr val="lt1"/>
              </a:solidFill>
              <a:latin typeface="Proxima Nova"/>
              <a:ea typeface="Proxima Nova"/>
              <a:cs typeface="Proxima Nova"/>
              <a:sym typeface="Proxima Nova"/>
            </a:endParaRPr>
          </a:p>
        </p:txBody>
      </p:sp>
      <p:sp>
        <p:nvSpPr>
          <p:cNvPr id="824" name="Google Shape;824;p55"/>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825" name="Google Shape;825;p55"/>
          <p:cNvPicPr preferRelativeResize="0"/>
          <p:nvPr/>
        </p:nvPicPr>
        <p:blipFill>
          <a:blip r:embed="rId3">
            <a:alphaModFix/>
          </a:blip>
          <a:stretch>
            <a:fillRect/>
          </a:stretch>
        </p:blipFill>
        <p:spPr>
          <a:xfrm>
            <a:off x="3299112" y="2100512"/>
            <a:ext cx="2879299" cy="1547750"/>
          </a:xfrm>
          <a:prstGeom prst="rect">
            <a:avLst/>
          </a:prstGeom>
          <a:noFill/>
          <a:ln>
            <a:noFill/>
          </a:ln>
        </p:spPr>
      </p:pic>
      <p:pic>
        <p:nvPicPr>
          <p:cNvPr id="826" name="Google Shape;826;p55"/>
          <p:cNvPicPr preferRelativeResize="0"/>
          <p:nvPr/>
        </p:nvPicPr>
        <p:blipFill>
          <a:blip r:embed="rId4">
            <a:alphaModFix/>
          </a:blip>
          <a:stretch>
            <a:fillRect/>
          </a:stretch>
        </p:blipFill>
        <p:spPr>
          <a:xfrm>
            <a:off x="6519125" y="2100512"/>
            <a:ext cx="1547750" cy="1547750"/>
          </a:xfrm>
          <a:prstGeom prst="rect">
            <a:avLst/>
          </a:prstGeom>
          <a:noFill/>
          <a:ln>
            <a:noFill/>
          </a:ln>
        </p:spPr>
      </p:pic>
      <p:pic>
        <p:nvPicPr>
          <p:cNvPr id="827" name="Google Shape;827;p55"/>
          <p:cNvPicPr preferRelativeResize="0"/>
          <p:nvPr/>
        </p:nvPicPr>
        <p:blipFill>
          <a:blip r:embed="rId5">
            <a:alphaModFix/>
          </a:blip>
          <a:stretch>
            <a:fillRect/>
          </a:stretch>
        </p:blipFill>
        <p:spPr>
          <a:xfrm>
            <a:off x="619916" y="2100512"/>
            <a:ext cx="2948084" cy="1547750"/>
          </a:xfrm>
          <a:prstGeom prst="rect">
            <a:avLst/>
          </a:prstGeom>
          <a:noFill/>
          <a:ln>
            <a:noFill/>
          </a:ln>
        </p:spPr>
      </p:pic>
      <p:sp>
        <p:nvSpPr>
          <p:cNvPr id="828" name="Google Shape;828;p55"/>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56"/>
          <p:cNvSpPr txBox="1"/>
          <p:nvPr/>
        </p:nvSpPr>
        <p:spPr>
          <a:xfrm>
            <a:off x="2725300" y="2974825"/>
            <a:ext cx="5175000" cy="1385400"/>
          </a:xfrm>
          <a:prstGeom prst="rect">
            <a:avLst/>
          </a:prstGeom>
          <a:noFill/>
          <a:ln>
            <a:noFill/>
          </a:ln>
        </p:spPr>
        <p:txBody>
          <a:bodyPr anchorCtr="0" anchor="t" bIns="45700" lIns="91425" spcFirstLastPara="1" rIns="91425" wrap="square" tIns="45700">
            <a:spAutoFit/>
          </a:bodyPr>
          <a:lstStyle/>
          <a:p>
            <a:pPr indent="-317500" lvl="0" marL="457200" rtl="0" algn="l">
              <a:spcBef>
                <a:spcPts val="120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Proper communication and clear processes among IT, operations and security teams are crucial for seamless and secure cloud integrations</a:t>
            </a:r>
            <a:br>
              <a:rPr lang="en-IN">
                <a:solidFill>
                  <a:schemeClr val="dk1"/>
                </a:solidFill>
                <a:latin typeface="Proxima Nova"/>
                <a:ea typeface="Proxima Nova"/>
                <a:cs typeface="Proxima Nova"/>
                <a:sym typeface="Proxima Nova"/>
              </a:rPr>
            </a:br>
            <a:endParaRPr>
              <a:solidFill>
                <a:schemeClr val="dk1"/>
              </a:solidFill>
              <a:latin typeface="Proxima Nova"/>
              <a:ea typeface="Proxima Nova"/>
              <a:cs typeface="Proxima Nova"/>
              <a:sym typeface="Proxima Nova"/>
            </a:endParaRPr>
          </a:p>
          <a:p>
            <a:pPr indent="-317500" lvl="0" marL="457200" rtl="0" algn="l">
              <a:spcBef>
                <a:spcPts val="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Collaborative management tools help streamline these processes and enhance overall security</a:t>
            </a:r>
            <a:endParaRPr>
              <a:solidFill>
                <a:schemeClr val="dk1"/>
              </a:solidFill>
              <a:latin typeface="Proxima Nova"/>
              <a:ea typeface="Proxima Nova"/>
              <a:cs typeface="Proxima Nova"/>
              <a:sym typeface="Proxima Nova"/>
            </a:endParaRPr>
          </a:p>
        </p:txBody>
      </p:sp>
      <p:sp>
        <p:nvSpPr>
          <p:cNvPr id="834" name="Google Shape;834;p56"/>
          <p:cNvSpPr txBox="1"/>
          <p:nvPr>
            <p:ph idx="1" type="body"/>
          </p:nvPr>
        </p:nvSpPr>
        <p:spPr>
          <a:xfrm>
            <a:off x="863250" y="1212950"/>
            <a:ext cx="5175000" cy="13548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1200"/>
              </a:spcBef>
              <a:spcAft>
                <a:spcPts val="0"/>
              </a:spcAft>
              <a:buSzPts val="1400"/>
              <a:buChar char="●"/>
            </a:pPr>
            <a:r>
              <a:rPr lang="en-IN" sz="1400"/>
              <a:t>Azure DevOps and Azure Active Directory (AAD) facilitate collaborative management by providing integrated tools for secure code deployment, user authentication and access management</a:t>
            </a:r>
            <a:endParaRPr sz="1400"/>
          </a:p>
        </p:txBody>
      </p:sp>
      <p:sp>
        <p:nvSpPr>
          <p:cNvPr id="835" name="Google Shape;835;p56"/>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Collaborative Management</a:t>
            </a:r>
            <a:endParaRPr sz="2340">
              <a:solidFill>
                <a:schemeClr val="lt1"/>
              </a:solidFill>
              <a:latin typeface="Proxima Nova"/>
              <a:ea typeface="Proxima Nova"/>
              <a:cs typeface="Proxima Nova"/>
              <a:sym typeface="Proxima Nova"/>
            </a:endParaRPr>
          </a:p>
        </p:txBody>
      </p:sp>
      <p:sp>
        <p:nvSpPr>
          <p:cNvPr id="836" name="Google Shape;836;p56"/>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837" name="Google Shape;837;p56"/>
          <p:cNvPicPr preferRelativeResize="0"/>
          <p:nvPr/>
        </p:nvPicPr>
        <p:blipFill>
          <a:blip r:embed="rId3">
            <a:alphaModFix/>
          </a:blip>
          <a:stretch>
            <a:fillRect/>
          </a:stretch>
        </p:blipFill>
        <p:spPr>
          <a:xfrm>
            <a:off x="5939025" y="1171862"/>
            <a:ext cx="2075250" cy="1683525"/>
          </a:xfrm>
          <a:prstGeom prst="rect">
            <a:avLst/>
          </a:prstGeom>
          <a:noFill/>
          <a:ln>
            <a:noFill/>
          </a:ln>
        </p:spPr>
      </p:pic>
      <p:pic>
        <p:nvPicPr>
          <p:cNvPr id="838" name="Google Shape;838;p56"/>
          <p:cNvPicPr preferRelativeResize="0"/>
          <p:nvPr/>
        </p:nvPicPr>
        <p:blipFill rotWithShape="1">
          <a:blip r:embed="rId4">
            <a:alphaModFix/>
          </a:blip>
          <a:srcRect b="21398" l="17165" r="15940" t="17270"/>
          <a:stretch/>
        </p:blipFill>
        <p:spPr>
          <a:xfrm>
            <a:off x="802450" y="3083244"/>
            <a:ext cx="2075250" cy="1069081"/>
          </a:xfrm>
          <a:prstGeom prst="rect">
            <a:avLst/>
          </a:prstGeom>
          <a:noFill/>
          <a:ln>
            <a:noFill/>
          </a:ln>
        </p:spPr>
      </p:pic>
      <p:sp>
        <p:nvSpPr>
          <p:cNvPr id="839" name="Google Shape;839;p56"/>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57"/>
          <p:cNvSpPr txBox="1"/>
          <p:nvPr/>
        </p:nvSpPr>
        <p:spPr>
          <a:xfrm>
            <a:off x="1570500" y="3450450"/>
            <a:ext cx="6003000" cy="738900"/>
          </a:xfrm>
          <a:prstGeom prst="rect">
            <a:avLst/>
          </a:prstGeom>
          <a:noFill/>
          <a:ln>
            <a:noFill/>
          </a:ln>
        </p:spPr>
        <p:txBody>
          <a:bodyPr anchorCtr="0" anchor="t" bIns="45700" lIns="91425" spcFirstLastPara="1" rIns="91425" wrap="square" tIns="45700">
            <a:spAutoFit/>
          </a:bodyPr>
          <a:lstStyle/>
          <a:p>
            <a:pPr indent="-317500" lvl="0" marL="457200" rtl="0" algn="l">
              <a:spcBef>
                <a:spcPts val="120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Understanding regulatory compliance standards and establishing active monitoring of all connected systems and cloud services are vital for maintaining data visibility and regulatory compliance</a:t>
            </a:r>
            <a:endParaRPr>
              <a:solidFill>
                <a:schemeClr val="dk1"/>
              </a:solidFill>
              <a:latin typeface="Proxima Nova"/>
              <a:ea typeface="Proxima Nova"/>
              <a:cs typeface="Proxima Nova"/>
              <a:sym typeface="Proxima Nova"/>
            </a:endParaRPr>
          </a:p>
        </p:txBody>
      </p:sp>
      <p:sp>
        <p:nvSpPr>
          <p:cNvPr id="845" name="Google Shape;845;p57"/>
          <p:cNvSpPr txBox="1"/>
          <p:nvPr>
            <p:ph idx="1" type="body"/>
          </p:nvPr>
        </p:nvSpPr>
        <p:spPr>
          <a:xfrm>
            <a:off x="4308925" y="1517750"/>
            <a:ext cx="3877800" cy="17253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1200"/>
              </a:spcBef>
              <a:spcAft>
                <a:spcPts val="0"/>
              </a:spcAft>
              <a:buSzPts val="1400"/>
              <a:buChar char="●"/>
            </a:pPr>
            <a:r>
              <a:rPr lang="en-IN" sz="1400"/>
              <a:t>Azure Security Center provides continuous security assessment, advanced threat detection and security recommendations. Azure Policy helps organisations enforce compliance with regulatory standards</a:t>
            </a:r>
            <a:endParaRPr sz="1400"/>
          </a:p>
        </p:txBody>
      </p:sp>
      <p:sp>
        <p:nvSpPr>
          <p:cNvPr id="846" name="Google Shape;846;p57"/>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Security and Compliance Monitoring</a:t>
            </a:r>
            <a:endParaRPr sz="2340">
              <a:solidFill>
                <a:schemeClr val="lt1"/>
              </a:solidFill>
              <a:latin typeface="Proxima Nova"/>
              <a:ea typeface="Proxima Nova"/>
              <a:cs typeface="Proxima Nova"/>
              <a:sym typeface="Proxima Nova"/>
            </a:endParaRPr>
          </a:p>
        </p:txBody>
      </p:sp>
      <p:sp>
        <p:nvSpPr>
          <p:cNvPr id="847" name="Google Shape;847;p57"/>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848" name="Google Shape;848;p57"/>
          <p:cNvPicPr preferRelativeResize="0"/>
          <p:nvPr/>
        </p:nvPicPr>
        <p:blipFill>
          <a:blip r:embed="rId3">
            <a:alphaModFix/>
          </a:blip>
          <a:stretch>
            <a:fillRect/>
          </a:stretch>
        </p:blipFill>
        <p:spPr>
          <a:xfrm>
            <a:off x="616500" y="1615450"/>
            <a:ext cx="4046700" cy="1281450"/>
          </a:xfrm>
          <a:prstGeom prst="rect">
            <a:avLst/>
          </a:prstGeom>
          <a:noFill/>
          <a:ln>
            <a:noFill/>
          </a:ln>
        </p:spPr>
      </p:pic>
      <p:sp>
        <p:nvSpPr>
          <p:cNvPr id="849" name="Google Shape;849;p57"/>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58"/>
          <p:cNvSpPr txBox="1"/>
          <p:nvPr>
            <p:ph idx="1" type="body"/>
          </p:nvPr>
        </p:nvSpPr>
        <p:spPr>
          <a:xfrm>
            <a:off x="1305850" y="1499175"/>
            <a:ext cx="6391500" cy="21240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In recent years, cloud computing has experienced significant advancements and transformations, reshaping the way organisations operate and individuals access digital resources</a:t>
            </a:r>
            <a:endParaRPr sz="1400"/>
          </a:p>
          <a:p>
            <a:pPr indent="0" lvl="0" marL="0" rtl="0" algn="l">
              <a:lnSpc>
                <a:spcPct val="100000"/>
              </a:lnSpc>
              <a:spcBef>
                <a:spcPts val="1200"/>
              </a:spcBef>
              <a:spcAft>
                <a:spcPts val="0"/>
              </a:spcAft>
              <a:buNone/>
            </a:pPr>
            <a:r>
              <a:t/>
            </a:r>
            <a:endParaRPr sz="1400"/>
          </a:p>
          <a:p>
            <a:pPr indent="-317500" lvl="0" marL="457200" rtl="0" algn="l">
              <a:lnSpc>
                <a:spcPct val="100000"/>
              </a:lnSpc>
              <a:spcBef>
                <a:spcPts val="1200"/>
              </a:spcBef>
              <a:spcAft>
                <a:spcPts val="0"/>
              </a:spcAft>
              <a:buSzPts val="1400"/>
              <a:buChar char="●"/>
            </a:pPr>
            <a:r>
              <a:rPr lang="en-IN" sz="1400"/>
              <a:t>As technology continues to evolve, several key trends and innovations are driving the future of cloud computing. Understanding these trends is essential for staying competitive and leveraging the full potential of cloud technologies</a:t>
            </a:r>
            <a:endParaRPr sz="1400"/>
          </a:p>
        </p:txBody>
      </p:sp>
      <p:sp>
        <p:nvSpPr>
          <p:cNvPr id="855" name="Google Shape;855;p58"/>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56" name="Google Shape;856;p58"/>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7" name="Google Shape;857;p58"/>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Emerging Trends and Future of Cloud Computing</a:t>
            </a:r>
            <a:endParaRPr sz="2340">
              <a:solidFill>
                <a:schemeClr val="lt1"/>
              </a:solidFill>
              <a:latin typeface="Proxima Nova"/>
              <a:ea typeface="Proxima Nova"/>
              <a:cs typeface="Proxima Nova"/>
              <a:sym typeface="Proxima Nov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59"/>
          <p:cNvSpPr txBox="1"/>
          <p:nvPr/>
        </p:nvSpPr>
        <p:spPr>
          <a:xfrm>
            <a:off x="375225" y="3051450"/>
            <a:ext cx="5634300" cy="895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500"/>
              </a:spcBef>
              <a:spcAft>
                <a:spcPts val="0"/>
              </a:spcAft>
              <a:buClr>
                <a:srgbClr val="0D0D0D"/>
              </a:buClr>
              <a:buSzPts val="1400"/>
              <a:buFont typeface="Proxima Nova"/>
              <a:buChar char="●"/>
            </a:pPr>
            <a:r>
              <a:rPr lang="en-IN">
                <a:solidFill>
                  <a:srgbClr val="0D0D0D"/>
                </a:solidFill>
                <a:highlight>
                  <a:srgbClr val="FFFFFF"/>
                </a:highlight>
                <a:latin typeface="Proxima Nova"/>
                <a:ea typeface="Proxima Nova"/>
                <a:cs typeface="Proxima Nova"/>
                <a:sym typeface="Proxima Nova"/>
              </a:rPr>
              <a:t>These advancements have led to the rapid adoption of cloud services, primarily because these technologies allow for more efficient use of resources and faster deployment of applications</a:t>
            </a:r>
            <a:endParaRPr>
              <a:solidFill>
                <a:srgbClr val="595959"/>
              </a:solidFill>
              <a:latin typeface="Proxima Nova"/>
              <a:ea typeface="Proxima Nova"/>
              <a:cs typeface="Proxima Nova"/>
              <a:sym typeface="Proxima Nova"/>
            </a:endParaRPr>
          </a:p>
        </p:txBody>
      </p:sp>
      <p:sp>
        <p:nvSpPr>
          <p:cNvPr id="863" name="Google Shape;863;p59"/>
          <p:cNvSpPr txBox="1"/>
          <p:nvPr/>
        </p:nvSpPr>
        <p:spPr>
          <a:xfrm>
            <a:off x="375225" y="1433238"/>
            <a:ext cx="5634300" cy="1391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500"/>
              </a:spcBef>
              <a:spcAft>
                <a:spcPts val="0"/>
              </a:spcAft>
              <a:buClr>
                <a:srgbClr val="0D0D0D"/>
              </a:buClr>
              <a:buSzPts val="1400"/>
              <a:buFont typeface="Proxima Nova"/>
              <a:buAutoNum type="arabicPeriod"/>
            </a:pPr>
            <a:r>
              <a:rPr b="1" lang="en-IN">
                <a:solidFill>
                  <a:srgbClr val="0D0D0D"/>
                </a:solidFill>
                <a:highlight>
                  <a:srgbClr val="FFFFFF"/>
                </a:highlight>
                <a:latin typeface="Proxima Nova"/>
                <a:ea typeface="Proxima Nova"/>
                <a:cs typeface="Proxima Nova"/>
                <a:sym typeface="Proxima Nova"/>
              </a:rPr>
              <a:t>General Advancements in Technology</a:t>
            </a:r>
            <a:br>
              <a:rPr b="1" lang="en-IN">
                <a:solidFill>
                  <a:srgbClr val="0D0D0D"/>
                </a:solidFill>
                <a:highlight>
                  <a:srgbClr val="FFFFFF"/>
                </a:highlight>
                <a:latin typeface="Proxima Nova"/>
                <a:ea typeface="Proxima Nova"/>
                <a:cs typeface="Proxima Nova"/>
                <a:sym typeface="Proxima Nova"/>
              </a:rPr>
            </a:br>
            <a:endParaRPr b="1">
              <a:solidFill>
                <a:srgbClr val="0D0D0D"/>
              </a:solidFill>
              <a:highlight>
                <a:srgbClr val="FFFFFF"/>
              </a:highlight>
              <a:latin typeface="Proxima Nova"/>
              <a:ea typeface="Proxima Nova"/>
              <a:cs typeface="Proxima Nova"/>
              <a:sym typeface="Proxima Nova"/>
            </a:endParaRPr>
          </a:p>
          <a:p>
            <a:pPr indent="-317500" lvl="0" marL="457200" rtl="0" algn="l">
              <a:lnSpc>
                <a:spcPct val="115000"/>
              </a:lnSpc>
              <a:spcBef>
                <a:spcPts val="0"/>
              </a:spcBef>
              <a:spcAft>
                <a:spcPts val="0"/>
              </a:spcAft>
              <a:buClr>
                <a:srgbClr val="0D0D0D"/>
              </a:buClr>
              <a:buSzPts val="1400"/>
              <a:buFont typeface="Proxima Nova"/>
              <a:buChar char="●"/>
            </a:pPr>
            <a:r>
              <a:rPr lang="en-IN">
                <a:solidFill>
                  <a:srgbClr val="0D0D0D"/>
                </a:solidFill>
                <a:highlight>
                  <a:srgbClr val="FFFFFF"/>
                </a:highlight>
                <a:latin typeface="Proxima Nova"/>
                <a:ea typeface="Proxima Nova"/>
                <a:cs typeface="Proxima Nova"/>
                <a:sym typeface="Proxima Nova"/>
              </a:rPr>
              <a:t>Microsoft Azure integrates the latest technological advancements, such as quantum computing capabilities with Azure Quantum</a:t>
            </a:r>
            <a:endParaRPr>
              <a:solidFill>
                <a:srgbClr val="0D0D0D"/>
              </a:solidFill>
              <a:highlight>
                <a:srgbClr val="FFFFFF"/>
              </a:highlight>
              <a:latin typeface="Proxima Nova"/>
              <a:ea typeface="Proxima Nova"/>
              <a:cs typeface="Proxima Nova"/>
              <a:sym typeface="Proxima Nova"/>
            </a:endParaRPr>
          </a:p>
        </p:txBody>
      </p:sp>
      <p:sp>
        <p:nvSpPr>
          <p:cNvPr id="864" name="Google Shape;864;p59"/>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65" name="Google Shape;865;p59"/>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6" name="Google Shape;866;p59"/>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Current Trends in Cloud Computing</a:t>
            </a:r>
            <a:endParaRPr sz="2340">
              <a:solidFill>
                <a:schemeClr val="lt1"/>
              </a:solidFill>
              <a:latin typeface="Proxima Nova"/>
              <a:ea typeface="Proxima Nova"/>
              <a:cs typeface="Proxima Nova"/>
              <a:sym typeface="Proxima Nova"/>
            </a:endParaRPr>
          </a:p>
        </p:txBody>
      </p:sp>
      <p:pic>
        <p:nvPicPr>
          <p:cNvPr id="867" name="Google Shape;867;p59"/>
          <p:cNvPicPr preferRelativeResize="0"/>
          <p:nvPr/>
        </p:nvPicPr>
        <p:blipFill rotWithShape="1">
          <a:blip r:embed="rId3">
            <a:alphaModFix/>
          </a:blip>
          <a:srcRect b="10063" l="30097" r="29568" t="0"/>
          <a:stretch/>
        </p:blipFill>
        <p:spPr>
          <a:xfrm>
            <a:off x="6244499" y="1627325"/>
            <a:ext cx="1954774" cy="24516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pic>
        <p:nvPicPr>
          <p:cNvPr id="872" name="Google Shape;872;p60"/>
          <p:cNvPicPr preferRelativeResize="0"/>
          <p:nvPr/>
        </p:nvPicPr>
        <p:blipFill rotWithShape="1">
          <a:blip r:embed="rId3">
            <a:alphaModFix/>
          </a:blip>
          <a:srcRect b="0" l="0" r="0" t="10778"/>
          <a:stretch/>
        </p:blipFill>
        <p:spPr>
          <a:xfrm>
            <a:off x="1020527" y="1816100"/>
            <a:ext cx="7102950" cy="3189799"/>
          </a:xfrm>
          <a:prstGeom prst="rect">
            <a:avLst/>
          </a:prstGeom>
          <a:noFill/>
          <a:ln>
            <a:noFill/>
          </a:ln>
        </p:spPr>
      </p:pic>
      <p:sp>
        <p:nvSpPr>
          <p:cNvPr id="873" name="Google Shape;873;p60"/>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74" name="Google Shape;874;p60"/>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5" name="Google Shape;875;p60"/>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Current Trends in Cloud Computing</a:t>
            </a:r>
            <a:endParaRPr sz="2340">
              <a:solidFill>
                <a:schemeClr val="lt1"/>
              </a:solidFill>
              <a:latin typeface="Proxima Nova"/>
              <a:ea typeface="Proxima Nova"/>
              <a:cs typeface="Proxima Nova"/>
              <a:sym typeface="Proxima Nova"/>
            </a:endParaRPr>
          </a:p>
        </p:txBody>
      </p:sp>
      <p:sp>
        <p:nvSpPr>
          <p:cNvPr id="876" name="Google Shape;876;p60"/>
          <p:cNvSpPr txBox="1"/>
          <p:nvPr/>
        </p:nvSpPr>
        <p:spPr>
          <a:xfrm>
            <a:off x="375225" y="1433238"/>
            <a:ext cx="56343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500"/>
              </a:spcBef>
              <a:spcAft>
                <a:spcPts val="0"/>
              </a:spcAft>
              <a:buClr>
                <a:srgbClr val="0D0D0D"/>
              </a:buClr>
              <a:buSzPts val="1400"/>
              <a:buFont typeface="Proxima Nova"/>
              <a:buAutoNum type="arabicPeriod" startAt="2"/>
            </a:pPr>
            <a:r>
              <a:rPr b="1" lang="en-IN">
                <a:solidFill>
                  <a:srgbClr val="0D0D0D"/>
                </a:solidFill>
                <a:highlight>
                  <a:srgbClr val="FFFFFF"/>
                </a:highlight>
                <a:latin typeface="Proxima Nova"/>
                <a:ea typeface="Proxima Nova"/>
                <a:cs typeface="Proxima Nova"/>
                <a:sym typeface="Proxima Nova"/>
              </a:rPr>
              <a:t>More Adoptions for AI and ML</a:t>
            </a:r>
            <a:endParaRPr>
              <a:solidFill>
                <a:srgbClr val="0D0D0D"/>
              </a:solidFill>
              <a:highlight>
                <a:srgbClr val="FFFFFF"/>
              </a:highlight>
              <a:latin typeface="Proxima Nova"/>
              <a:ea typeface="Proxima Nova"/>
              <a:cs typeface="Proxima Nova"/>
              <a:sym typeface="Proxima Nov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61"/>
          <p:cNvSpPr txBox="1"/>
          <p:nvPr/>
        </p:nvSpPr>
        <p:spPr>
          <a:xfrm>
            <a:off x="311700" y="3030600"/>
            <a:ext cx="5270100" cy="1143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500"/>
              </a:spcBef>
              <a:spcAft>
                <a:spcPts val="0"/>
              </a:spcAft>
              <a:buClr>
                <a:srgbClr val="0D0D0D"/>
              </a:buClr>
              <a:buSzPts val="1400"/>
              <a:buFont typeface="Proxima Nova"/>
              <a:buChar char="●"/>
            </a:pPr>
            <a:r>
              <a:rPr lang="en-IN">
                <a:solidFill>
                  <a:srgbClr val="0D0D0D"/>
                </a:solidFill>
                <a:latin typeface="Proxima Nova"/>
                <a:ea typeface="Proxima Nova"/>
                <a:cs typeface="Proxima Nova"/>
                <a:sym typeface="Proxima Nova"/>
              </a:rPr>
              <a:t>These platforms need a lot of processing power and data bandwidth. The cloud is the most cost-effective approach for these resources, allowing developers to make data-driven decisions and create intelligent applications</a:t>
            </a:r>
            <a:endParaRPr>
              <a:solidFill>
                <a:srgbClr val="595959"/>
              </a:solidFill>
              <a:latin typeface="Proxima Nova"/>
              <a:ea typeface="Proxima Nova"/>
              <a:cs typeface="Proxima Nova"/>
              <a:sym typeface="Proxima Nova"/>
            </a:endParaRPr>
          </a:p>
        </p:txBody>
      </p:sp>
      <p:sp>
        <p:nvSpPr>
          <p:cNvPr id="882" name="Google Shape;882;p61"/>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83" name="Google Shape;883;p61"/>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4" name="Google Shape;884;p61"/>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Current Trends in Cloud Computing</a:t>
            </a:r>
            <a:endParaRPr sz="2340">
              <a:solidFill>
                <a:schemeClr val="lt1"/>
              </a:solidFill>
              <a:latin typeface="Proxima Nova"/>
              <a:ea typeface="Proxima Nova"/>
              <a:cs typeface="Proxima Nova"/>
              <a:sym typeface="Proxima Nova"/>
            </a:endParaRPr>
          </a:p>
        </p:txBody>
      </p:sp>
      <p:sp>
        <p:nvSpPr>
          <p:cNvPr id="885" name="Google Shape;885;p61"/>
          <p:cNvSpPr txBox="1"/>
          <p:nvPr/>
        </p:nvSpPr>
        <p:spPr>
          <a:xfrm>
            <a:off x="375225" y="1433238"/>
            <a:ext cx="56343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500"/>
              </a:spcBef>
              <a:spcAft>
                <a:spcPts val="0"/>
              </a:spcAft>
              <a:buClr>
                <a:srgbClr val="0D0D0D"/>
              </a:buClr>
              <a:buSzPts val="1400"/>
              <a:buFont typeface="Proxima Nova"/>
              <a:buAutoNum type="arabicPeriod" startAt="2"/>
            </a:pPr>
            <a:r>
              <a:rPr b="1" lang="en-IN">
                <a:solidFill>
                  <a:srgbClr val="0D0D0D"/>
                </a:solidFill>
                <a:highlight>
                  <a:srgbClr val="FFFFFF"/>
                </a:highlight>
                <a:latin typeface="Proxima Nova"/>
                <a:ea typeface="Proxima Nova"/>
                <a:cs typeface="Proxima Nova"/>
                <a:sym typeface="Proxima Nova"/>
              </a:rPr>
              <a:t>More Adoptions for AI and ML</a:t>
            </a:r>
            <a:endParaRPr>
              <a:solidFill>
                <a:srgbClr val="0D0D0D"/>
              </a:solidFill>
              <a:highlight>
                <a:srgbClr val="FFFFFF"/>
              </a:highlight>
              <a:latin typeface="Proxima Nova"/>
              <a:ea typeface="Proxima Nova"/>
              <a:cs typeface="Proxima Nova"/>
              <a:sym typeface="Proxima Nova"/>
            </a:endParaRPr>
          </a:p>
        </p:txBody>
      </p:sp>
      <p:pic>
        <p:nvPicPr>
          <p:cNvPr id="886" name="Google Shape;886;p61"/>
          <p:cNvPicPr preferRelativeResize="0"/>
          <p:nvPr/>
        </p:nvPicPr>
        <p:blipFill>
          <a:blip r:embed="rId3">
            <a:alphaModFix/>
          </a:blip>
          <a:stretch>
            <a:fillRect/>
          </a:stretch>
        </p:blipFill>
        <p:spPr>
          <a:xfrm>
            <a:off x="5581710" y="1381075"/>
            <a:ext cx="2838965" cy="2411525"/>
          </a:xfrm>
          <a:prstGeom prst="rect">
            <a:avLst/>
          </a:prstGeom>
          <a:noFill/>
          <a:ln>
            <a:noFill/>
          </a:ln>
        </p:spPr>
      </p:pic>
      <p:sp>
        <p:nvSpPr>
          <p:cNvPr id="887" name="Google Shape;887;p61"/>
          <p:cNvSpPr txBox="1"/>
          <p:nvPr/>
        </p:nvSpPr>
        <p:spPr>
          <a:xfrm>
            <a:off x="311700" y="1990675"/>
            <a:ext cx="5375700" cy="1143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500"/>
              </a:spcBef>
              <a:spcAft>
                <a:spcPts val="0"/>
              </a:spcAft>
              <a:buClr>
                <a:srgbClr val="0D0D0D"/>
              </a:buClr>
              <a:buSzPts val="1400"/>
              <a:buFont typeface="Proxima Nova"/>
              <a:buChar char="●"/>
            </a:pPr>
            <a:r>
              <a:rPr lang="en-IN">
                <a:solidFill>
                  <a:srgbClr val="0D0D0D"/>
                </a:solidFill>
                <a:latin typeface="Proxima Nova"/>
                <a:ea typeface="Proxima Nova"/>
                <a:cs typeface="Proxima Nova"/>
                <a:sym typeface="Proxima Nova"/>
              </a:rPr>
              <a:t>Azure Machine Learning and Azure Cognitive Services provide powerful AI and ML platforms that require significant processing power and bandwidth, which Azure efficiently delivers</a:t>
            </a:r>
            <a:endParaRPr>
              <a:solidFill>
                <a:srgbClr val="0D0D0D"/>
              </a:solidFill>
              <a:latin typeface="Proxima Nova"/>
              <a:ea typeface="Proxima Nova"/>
              <a:cs typeface="Proxima Nova"/>
              <a:sym typeface="Proxima Nov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62"/>
          <p:cNvSpPr txBox="1"/>
          <p:nvPr/>
        </p:nvSpPr>
        <p:spPr>
          <a:xfrm>
            <a:off x="375225" y="1433250"/>
            <a:ext cx="7017900" cy="2134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500"/>
              </a:spcBef>
              <a:spcAft>
                <a:spcPts val="0"/>
              </a:spcAft>
              <a:buClr>
                <a:srgbClr val="0D0D0D"/>
              </a:buClr>
              <a:buSzPts val="1400"/>
              <a:buFont typeface="Proxima Nova"/>
              <a:buAutoNum type="arabicPeriod" startAt="3"/>
            </a:pPr>
            <a:r>
              <a:rPr b="1" lang="en-IN">
                <a:solidFill>
                  <a:srgbClr val="0D0D0D"/>
                </a:solidFill>
                <a:highlight>
                  <a:srgbClr val="FFFFFF"/>
                </a:highlight>
                <a:latin typeface="Proxima Nova"/>
                <a:ea typeface="Proxima Nova"/>
                <a:cs typeface="Proxima Nova"/>
                <a:sym typeface="Proxima Nova"/>
              </a:rPr>
              <a:t>More Focus on Security Enhancements</a:t>
            </a:r>
            <a:br>
              <a:rPr lang="en-IN">
                <a:solidFill>
                  <a:srgbClr val="0D0D0D"/>
                </a:solidFill>
                <a:highlight>
                  <a:srgbClr val="FFFFFF"/>
                </a:highlight>
                <a:latin typeface="Proxima Nova"/>
                <a:ea typeface="Proxima Nova"/>
                <a:cs typeface="Proxima Nova"/>
                <a:sym typeface="Proxima Nova"/>
              </a:rPr>
            </a:br>
            <a:endParaRPr>
              <a:solidFill>
                <a:srgbClr val="0D0D0D"/>
              </a:solidFill>
              <a:highlight>
                <a:srgbClr val="FFFFFF"/>
              </a:highlight>
              <a:latin typeface="Proxima Nova"/>
              <a:ea typeface="Proxima Nova"/>
              <a:cs typeface="Proxima Nova"/>
              <a:sym typeface="Proxima Nova"/>
            </a:endParaRPr>
          </a:p>
          <a:p>
            <a:pPr indent="-317500" lvl="0" marL="457200" rtl="0" algn="l">
              <a:lnSpc>
                <a:spcPct val="115000"/>
              </a:lnSpc>
              <a:spcBef>
                <a:spcPts val="0"/>
              </a:spcBef>
              <a:spcAft>
                <a:spcPts val="0"/>
              </a:spcAft>
              <a:buClr>
                <a:srgbClr val="0D0D0D"/>
              </a:buClr>
              <a:buSzPts val="1400"/>
              <a:buFont typeface="Proxima Nova"/>
              <a:buChar char="●"/>
            </a:pPr>
            <a:r>
              <a:rPr lang="en-IN">
                <a:solidFill>
                  <a:srgbClr val="0D0D0D"/>
                </a:solidFill>
                <a:highlight>
                  <a:srgbClr val="FFFFFF"/>
                </a:highlight>
                <a:latin typeface="Proxima Nova"/>
                <a:ea typeface="Proxima Nova"/>
                <a:cs typeface="Proxima Nova"/>
                <a:sym typeface="Proxima Nova"/>
              </a:rPr>
              <a:t>Azure Security Center offers enhanced security features, including encryption, identity management, user authentication and compliance certifications</a:t>
            </a:r>
            <a:br>
              <a:rPr lang="en-IN">
                <a:solidFill>
                  <a:srgbClr val="0D0D0D"/>
                </a:solidFill>
                <a:highlight>
                  <a:srgbClr val="FFFFFF"/>
                </a:highlight>
                <a:latin typeface="Proxima Nova"/>
                <a:ea typeface="Proxima Nova"/>
                <a:cs typeface="Proxima Nova"/>
                <a:sym typeface="Proxima Nova"/>
              </a:rPr>
            </a:br>
            <a:endParaRPr>
              <a:solidFill>
                <a:srgbClr val="0D0D0D"/>
              </a:solidFill>
              <a:highlight>
                <a:srgbClr val="FFFFFF"/>
              </a:highlight>
              <a:latin typeface="Proxima Nova"/>
              <a:ea typeface="Proxima Nova"/>
              <a:cs typeface="Proxima Nova"/>
              <a:sym typeface="Proxima Nova"/>
            </a:endParaRPr>
          </a:p>
          <a:p>
            <a:pPr indent="-317500" lvl="0" marL="457200" rtl="0" algn="l">
              <a:lnSpc>
                <a:spcPct val="115000"/>
              </a:lnSpc>
              <a:spcBef>
                <a:spcPts val="0"/>
              </a:spcBef>
              <a:spcAft>
                <a:spcPts val="0"/>
              </a:spcAft>
              <a:buClr>
                <a:srgbClr val="0D0D0D"/>
              </a:buClr>
              <a:buSzPts val="1400"/>
              <a:buFont typeface="Proxima Nova"/>
              <a:buChar char="●"/>
            </a:pPr>
            <a:r>
              <a:rPr lang="en-IN">
                <a:solidFill>
                  <a:srgbClr val="0D0D0D"/>
                </a:solidFill>
                <a:highlight>
                  <a:srgbClr val="FFFFFF"/>
                </a:highlight>
                <a:latin typeface="Proxima Nova"/>
                <a:ea typeface="Proxima Nova"/>
                <a:cs typeface="Proxima Nova"/>
                <a:sym typeface="Proxima Nova"/>
              </a:rPr>
              <a:t>Cloud service providers are providing enhanced cloud security features. The integration of greater security measures, such as encryption and identity management, has made cloud computing more secure and trusted by businesses</a:t>
            </a:r>
            <a:endParaRPr>
              <a:solidFill>
                <a:srgbClr val="0D0D0D"/>
              </a:solidFill>
              <a:highlight>
                <a:srgbClr val="FFFFFF"/>
              </a:highlight>
              <a:latin typeface="Proxima Nova"/>
              <a:ea typeface="Proxima Nova"/>
              <a:cs typeface="Proxima Nova"/>
              <a:sym typeface="Proxima Nova"/>
            </a:endParaRPr>
          </a:p>
        </p:txBody>
      </p:sp>
      <p:sp>
        <p:nvSpPr>
          <p:cNvPr id="893" name="Google Shape;893;p62"/>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94" name="Google Shape;894;p62"/>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5" name="Google Shape;895;p62"/>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Current Trends in Cloud Computing</a:t>
            </a:r>
            <a:endParaRPr sz="2340">
              <a:solidFill>
                <a:schemeClr val="lt1"/>
              </a:solidFill>
              <a:latin typeface="Proxima Nova"/>
              <a:ea typeface="Proxima Nova"/>
              <a:cs typeface="Proxima Nova"/>
              <a:sym typeface="Proxima Nov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63"/>
          <p:cNvSpPr txBox="1"/>
          <p:nvPr/>
        </p:nvSpPr>
        <p:spPr>
          <a:xfrm>
            <a:off x="375225" y="1433250"/>
            <a:ext cx="7017900" cy="2382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500"/>
              </a:spcBef>
              <a:spcAft>
                <a:spcPts val="0"/>
              </a:spcAft>
              <a:buClr>
                <a:srgbClr val="0D0D0D"/>
              </a:buClr>
              <a:buSzPts val="1400"/>
              <a:buFont typeface="Proxima Nova"/>
              <a:buAutoNum type="arabicPeriod" startAt="4"/>
            </a:pPr>
            <a:r>
              <a:rPr b="1" lang="en-IN">
                <a:solidFill>
                  <a:srgbClr val="0D0D0D"/>
                </a:solidFill>
                <a:highlight>
                  <a:srgbClr val="FFFFFF"/>
                </a:highlight>
                <a:latin typeface="Proxima Nova"/>
                <a:ea typeface="Proxima Nova"/>
                <a:cs typeface="Proxima Nova"/>
                <a:sym typeface="Proxima Nova"/>
              </a:rPr>
              <a:t>Focus on Sustainability</a:t>
            </a:r>
            <a:br>
              <a:rPr b="1" lang="en-IN">
                <a:solidFill>
                  <a:srgbClr val="0D0D0D"/>
                </a:solidFill>
                <a:highlight>
                  <a:srgbClr val="FFFFFF"/>
                </a:highlight>
                <a:latin typeface="Proxima Nova"/>
                <a:ea typeface="Proxima Nova"/>
                <a:cs typeface="Proxima Nova"/>
                <a:sym typeface="Proxima Nova"/>
              </a:rPr>
            </a:br>
            <a:endParaRPr b="1">
              <a:solidFill>
                <a:srgbClr val="0D0D0D"/>
              </a:solidFill>
              <a:highlight>
                <a:srgbClr val="FFFFFF"/>
              </a:highlight>
              <a:latin typeface="Proxima Nova"/>
              <a:ea typeface="Proxima Nova"/>
              <a:cs typeface="Proxima Nova"/>
              <a:sym typeface="Proxima Nova"/>
            </a:endParaRPr>
          </a:p>
          <a:p>
            <a:pPr indent="-317500" lvl="0" marL="457200" rtl="0" algn="l">
              <a:lnSpc>
                <a:spcPct val="115000"/>
              </a:lnSpc>
              <a:spcBef>
                <a:spcPts val="0"/>
              </a:spcBef>
              <a:spcAft>
                <a:spcPts val="0"/>
              </a:spcAft>
              <a:buClr>
                <a:srgbClr val="0D0D0D"/>
              </a:buClr>
              <a:buSzPts val="1400"/>
              <a:buFont typeface="Proxima Nova"/>
              <a:buChar char="●"/>
            </a:pPr>
            <a:r>
              <a:rPr lang="en-IN">
                <a:solidFill>
                  <a:srgbClr val="0D0D0D"/>
                </a:solidFill>
                <a:highlight>
                  <a:srgbClr val="FFFFFF"/>
                </a:highlight>
                <a:latin typeface="Proxima Nova"/>
                <a:ea typeface="Proxima Nova"/>
                <a:cs typeface="Proxima Nova"/>
                <a:sym typeface="Proxima Nova"/>
              </a:rPr>
              <a:t>Microsoft has committed to becoming carbon negative by 2030, investing in renewable energy sources and implementing energy-efficient technologies in their data centres</a:t>
            </a:r>
            <a:br>
              <a:rPr lang="en-IN">
                <a:solidFill>
                  <a:srgbClr val="0D0D0D"/>
                </a:solidFill>
                <a:highlight>
                  <a:srgbClr val="FFFFFF"/>
                </a:highlight>
                <a:latin typeface="Proxima Nova"/>
                <a:ea typeface="Proxima Nova"/>
                <a:cs typeface="Proxima Nova"/>
                <a:sym typeface="Proxima Nova"/>
              </a:rPr>
            </a:br>
            <a:endParaRPr>
              <a:solidFill>
                <a:srgbClr val="0D0D0D"/>
              </a:solidFill>
              <a:highlight>
                <a:srgbClr val="FFFFFF"/>
              </a:highlight>
              <a:latin typeface="Proxima Nova"/>
              <a:ea typeface="Proxima Nova"/>
              <a:cs typeface="Proxima Nova"/>
              <a:sym typeface="Proxima Nova"/>
            </a:endParaRPr>
          </a:p>
          <a:p>
            <a:pPr indent="-317500" lvl="0" marL="457200" rtl="0" algn="l">
              <a:lnSpc>
                <a:spcPct val="115000"/>
              </a:lnSpc>
              <a:spcBef>
                <a:spcPts val="0"/>
              </a:spcBef>
              <a:spcAft>
                <a:spcPts val="0"/>
              </a:spcAft>
              <a:buClr>
                <a:srgbClr val="0D0D0D"/>
              </a:buClr>
              <a:buSzPts val="1400"/>
              <a:buFont typeface="Proxima Nova"/>
              <a:buChar char="●"/>
            </a:pPr>
            <a:r>
              <a:rPr lang="en-IN">
                <a:solidFill>
                  <a:srgbClr val="0D0D0D"/>
                </a:solidFill>
                <a:highlight>
                  <a:srgbClr val="FFFFFF"/>
                </a:highlight>
                <a:latin typeface="Proxima Nova"/>
                <a:ea typeface="Proxima Nova"/>
                <a:cs typeface="Proxima Nova"/>
                <a:sym typeface="Proxima Nova"/>
              </a:rPr>
              <a:t>Data centres use immense amounts of energy. Companies are investing in renewable energy and energy-efficient technologies, making sustainability an essential corporate governance mandate</a:t>
            </a:r>
            <a:endParaRPr>
              <a:solidFill>
                <a:srgbClr val="0D0D0D"/>
              </a:solidFill>
              <a:highlight>
                <a:srgbClr val="FFFFFF"/>
              </a:highlight>
              <a:latin typeface="Proxima Nova"/>
              <a:ea typeface="Proxima Nova"/>
              <a:cs typeface="Proxima Nova"/>
              <a:sym typeface="Proxima Nova"/>
            </a:endParaRPr>
          </a:p>
        </p:txBody>
      </p:sp>
      <p:sp>
        <p:nvSpPr>
          <p:cNvPr id="901" name="Google Shape;901;p63"/>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02" name="Google Shape;902;p63"/>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3" name="Google Shape;903;p63"/>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Current Trends in Cloud Computing</a:t>
            </a:r>
            <a:endParaRPr sz="2340">
              <a:solidFill>
                <a:schemeClr val="lt1"/>
              </a:solidFill>
              <a:latin typeface="Proxima Nova"/>
              <a:ea typeface="Proxima Nova"/>
              <a:cs typeface="Proxima Nova"/>
              <a:sym typeface="Proxima Nov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pic>
        <p:nvPicPr>
          <p:cNvPr id="908" name="Google Shape;908;p64"/>
          <p:cNvPicPr preferRelativeResize="0"/>
          <p:nvPr/>
        </p:nvPicPr>
        <p:blipFill rotWithShape="1">
          <a:blip r:embed="rId3">
            <a:alphaModFix/>
          </a:blip>
          <a:srcRect b="0" l="0" r="0" t="1438"/>
          <a:stretch/>
        </p:blipFill>
        <p:spPr>
          <a:xfrm>
            <a:off x="2064700" y="2097450"/>
            <a:ext cx="5355726" cy="2817451"/>
          </a:xfrm>
          <a:prstGeom prst="rect">
            <a:avLst/>
          </a:prstGeom>
          <a:noFill/>
          <a:ln>
            <a:noFill/>
          </a:ln>
        </p:spPr>
      </p:pic>
      <p:sp>
        <p:nvSpPr>
          <p:cNvPr id="909" name="Google Shape;909;p64"/>
          <p:cNvSpPr txBox="1"/>
          <p:nvPr>
            <p:ph idx="1" type="body"/>
          </p:nvPr>
        </p:nvSpPr>
        <p:spPr>
          <a:xfrm>
            <a:off x="1305850" y="1358550"/>
            <a:ext cx="6391500" cy="7389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Azure Functions provides a serverless compute service that automatically scales and charges only for the resources used, without the need for dedicated VM management</a:t>
            </a:r>
            <a:endParaRPr sz="1400"/>
          </a:p>
        </p:txBody>
      </p:sp>
      <p:sp>
        <p:nvSpPr>
          <p:cNvPr id="910" name="Google Shape;910;p64"/>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11" name="Google Shape;911;p64"/>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2" name="Google Shape;912;p64"/>
          <p:cNvSpPr txBox="1"/>
          <p:nvPr/>
        </p:nvSpPr>
        <p:spPr>
          <a:xfrm>
            <a:off x="386000" y="126225"/>
            <a:ext cx="48486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Innovations in Cloud Technology</a:t>
            </a:r>
            <a:endParaRPr sz="2340">
              <a:solidFill>
                <a:schemeClr val="lt1"/>
              </a:solidFill>
              <a:latin typeface="Proxima Nova"/>
              <a:ea typeface="Proxima Nova"/>
              <a:cs typeface="Proxima Nova"/>
              <a:sym typeface="Proxima Nova"/>
            </a:endParaRPr>
          </a:p>
        </p:txBody>
      </p:sp>
      <p:sp>
        <p:nvSpPr>
          <p:cNvPr id="913" name="Google Shape;913;p64"/>
          <p:cNvSpPr txBox="1"/>
          <p:nvPr/>
        </p:nvSpPr>
        <p:spPr>
          <a:xfrm>
            <a:off x="407344" y="435429"/>
            <a:ext cx="4955400" cy="751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IN" sz="1600">
                <a:solidFill>
                  <a:srgbClr val="FFFFFF"/>
                </a:solidFill>
                <a:latin typeface="Proxima Nova"/>
                <a:ea typeface="Proxima Nova"/>
                <a:cs typeface="Proxima Nova"/>
                <a:sym typeface="Proxima Nova"/>
              </a:rPr>
              <a:t>Serverless Services</a:t>
            </a:r>
            <a:endParaRPr sz="1600">
              <a:solidFill>
                <a:srgbClr val="FFFFFF"/>
              </a:solidFill>
              <a:latin typeface="Proxima Nova"/>
              <a:ea typeface="Proxima Nova"/>
              <a:cs typeface="Proxima Nova"/>
              <a:sym typeface="Proxima Nov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65"/>
          <p:cNvSpPr txBox="1"/>
          <p:nvPr>
            <p:ph idx="1" type="body"/>
          </p:nvPr>
        </p:nvSpPr>
        <p:spPr>
          <a:xfrm>
            <a:off x="1305850" y="1499175"/>
            <a:ext cx="6391500" cy="19086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Services run on demand without needing a dedicated VM. They feature automatic scaling and built-in high availability and follow a pay-for-value billing model</a:t>
            </a:r>
            <a:endParaRPr sz="1400"/>
          </a:p>
          <a:p>
            <a:pPr indent="0" lvl="0" marL="0" rtl="0" algn="l">
              <a:lnSpc>
                <a:spcPct val="100000"/>
              </a:lnSpc>
              <a:spcBef>
                <a:spcPts val="1200"/>
              </a:spcBef>
              <a:spcAft>
                <a:spcPts val="0"/>
              </a:spcAft>
              <a:buNone/>
            </a:pPr>
            <a:r>
              <a:t/>
            </a:r>
            <a:endParaRPr sz="1400"/>
          </a:p>
          <a:p>
            <a:pPr indent="-317500" lvl="0" marL="457200" rtl="0" algn="l">
              <a:lnSpc>
                <a:spcPct val="100000"/>
              </a:lnSpc>
              <a:spcBef>
                <a:spcPts val="1200"/>
              </a:spcBef>
              <a:spcAft>
                <a:spcPts val="0"/>
              </a:spcAft>
              <a:buSzPts val="1400"/>
              <a:buChar char="●"/>
            </a:pPr>
            <a:r>
              <a:rPr lang="en-IN" sz="1400"/>
              <a:t>If a service is serverless, you typically do not need to pay attention to the underlying server; resources are allocated out of a pool maintained by the cloud provider</a:t>
            </a:r>
            <a:endParaRPr sz="1400"/>
          </a:p>
        </p:txBody>
      </p:sp>
      <p:sp>
        <p:nvSpPr>
          <p:cNvPr id="919" name="Google Shape;919;p65"/>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20" name="Google Shape;920;p65"/>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1" name="Google Shape;921;p65"/>
          <p:cNvSpPr txBox="1"/>
          <p:nvPr/>
        </p:nvSpPr>
        <p:spPr>
          <a:xfrm>
            <a:off x="407344" y="435429"/>
            <a:ext cx="4955400" cy="751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IN" sz="1600">
                <a:solidFill>
                  <a:srgbClr val="FFFFFF"/>
                </a:solidFill>
                <a:latin typeface="Proxima Nova"/>
                <a:ea typeface="Proxima Nova"/>
                <a:cs typeface="Proxima Nova"/>
                <a:sym typeface="Proxima Nova"/>
              </a:rPr>
              <a:t>Serverless Services</a:t>
            </a:r>
            <a:endParaRPr sz="1600">
              <a:solidFill>
                <a:srgbClr val="FFFFFF"/>
              </a:solidFill>
              <a:latin typeface="Proxima Nova"/>
              <a:ea typeface="Proxima Nova"/>
              <a:cs typeface="Proxima Nova"/>
              <a:sym typeface="Proxima Nova"/>
            </a:endParaRPr>
          </a:p>
        </p:txBody>
      </p:sp>
      <p:sp>
        <p:nvSpPr>
          <p:cNvPr id="922" name="Google Shape;922;p65"/>
          <p:cNvSpPr txBox="1"/>
          <p:nvPr/>
        </p:nvSpPr>
        <p:spPr>
          <a:xfrm>
            <a:off x="386000" y="126225"/>
            <a:ext cx="48486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Innovations in Cloud Technology</a:t>
            </a:r>
            <a:endParaRPr sz="2340">
              <a:solidFill>
                <a:schemeClr val="lt1"/>
              </a:solidFill>
              <a:latin typeface="Proxima Nova"/>
              <a:ea typeface="Proxima Nova"/>
              <a:cs typeface="Proxima Nova"/>
              <a:sym typeface="Proxima Nov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66"/>
          <p:cNvSpPr txBox="1"/>
          <p:nvPr>
            <p:ph idx="1" type="body"/>
          </p:nvPr>
        </p:nvSpPr>
        <p:spPr>
          <a:xfrm>
            <a:off x="1305850" y="3459013"/>
            <a:ext cx="6391500" cy="5232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Containers share the host machine’s operating system kernel. Containers can run on Docker Engine or a Kubernetes service </a:t>
            </a:r>
            <a:endParaRPr sz="1400"/>
          </a:p>
        </p:txBody>
      </p:sp>
      <p:pic>
        <p:nvPicPr>
          <p:cNvPr id="928" name="Google Shape;928;p66"/>
          <p:cNvPicPr preferRelativeResize="0"/>
          <p:nvPr/>
        </p:nvPicPr>
        <p:blipFill>
          <a:blip r:embed="rId3">
            <a:alphaModFix/>
          </a:blip>
          <a:stretch>
            <a:fillRect/>
          </a:stretch>
        </p:blipFill>
        <p:spPr>
          <a:xfrm>
            <a:off x="5509338" y="1481238"/>
            <a:ext cx="2581275" cy="1771650"/>
          </a:xfrm>
          <a:prstGeom prst="rect">
            <a:avLst/>
          </a:prstGeom>
          <a:noFill/>
          <a:ln>
            <a:noFill/>
          </a:ln>
        </p:spPr>
      </p:pic>
      <p:sp>
        <p:nvSpPr>
          <p:cNvPr id="929" name="Google Shape;929;p66"/>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30" name="Google Shape;930;p66"/>
          <p:cNvSpPr txBox="1"/>
          <p:nvPr>
            <p:ph idx="1" type="body"/>
          </p:nvPr>
        </p:nvSpPr>
        <p:spPr>
          <a:xfrm>
            <a:off x="1305850" y="1499175"/>
            <a:ext cx="4292700" cy="7389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Azure Kubernetes Service (AKS) allows for easy deployment and management of </a:t>
            </a:r>
            <a:r>
              <a:rPr lang="en-IN" sz="1400"/>
              <a:t>containerized</a:t>
            </a:r>
            <a:r>
              <a:rPr lang="en-IN" sz="1400"/>
              <a:t> applications</a:t>
            </a:r>
            <a:endParaRPr sz="1400"/>
          </a:p>
        </p:txBody>
      </p:sp>
      <p:sp>
        <p:nvSpPr>
          <p:cNvPr id="931" name="Google Shape;931;p66"/>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2" name="Google Shape;932;p66"/>
          <p:cNvSpPr txBox="1"/>
          <p:nvPr>
            <p:ph idx="1" type="body"/>
          </p:nvPr>
        </p:nvSpPr>
        <p:spPr>
          <a:xfrm>
            <a:off x="1305850" y="2371400"/>
            <a:ext cx="4292700" cy="9543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Containers are lightweight software units that package application code and dependencies, requiring fewer resources and costing less than VMs</a:t>
            </a:r>
            <a:endParaRPr sz="1400"/>
          </a:p>
        </p:txBody>
      </p:sp>
      <p:sp>
        <p:nvSpPr>
          <p:cNvPr id="933" name="Google Shape;933;p66"/>
          <p:cNvSpPr txBox="1"/>
          <p:nvPr/>
        </p:nvSpPr>
        <p:spPr>
          <a:xfrm>
            <a:off x="407344" y="435429"/>
            <a:ext cx="4955400" cy="751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IN" sz="1600">
                <a:solidFill>
                  <a:srgbClr val="FFFFFF"/>
                </a:solidFill>
                <a:latin typeface="Proxima Nova"/>
                <a:ea typeface="Proxima Nova"/>
                <a:cs typeface="Proxima Nova"/>
                <a:sym typeface="Proxima Nova"/>
              </a:rPr>
              <a:t>Containers on Demand</a:t>
            </a:r>
            <a:endParaRPr sz="1600">
              <a:solidFill>
                <a:srgbClr val="FFFFFF"/>
              </a:solidFill>
              <a:latin typeface="Proxima Nova"/>
              <a:ea typeface="Proxima Nova"/>
              <a:cs typeface="Proxima Nova"/>
              <a:sym typeface="Proxima Nova"/>
            </a:endParaRPr>
          </a:p>
        </p:txBody>
      </p:sp>
      <p:sp>
        <p:nvSpPr>
          <p:cNvPr id="934" name="Google Shape;934;p66"/>
          <p:cNvSpPr txBox="1"/>
          <p:nvPr/>
        </p:nvSpPr>
        <p:spPr>
          <a:xfrm>
            <a:off x="386000" y="126225"/>
            <a:ext cx="48486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Innovations in Cloud Technology</a:t>
            </a:r>
            <a:endParaRPr sz="2340">
              <a:solidFill>
                <a:schemeClr val="lt1"/>
              </a:solidFill>
              <a:latin typeface="Proxima Nova"/>
              <a:ea typeface="Proxima Nova"/>
              <a:cs typeface="Proxima Nova"/>
              <a:sym typeface="Proxima Nov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67"/>
          <p:cNvSpPr txBox="1"/>
          <p:nvPr>
            <p:ph idx="1" type="body"/>
          </p:nvPr>
        </p:nvSpPr>
        <p:spPr>
          <a:xfrm>
            <a:off x="1305850" y="1499175"/>
            <a:ext cx="4292700" cy="9543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Azure Container Registry stores and manages container images, allowing for quick deployment and scalability of containerised applications</a:t>
            </a:r>
            <a:endParaRPr sz="1400"/>
          </a:p>
        </p:txBody>
      </p:sp>
      <p:sp>
        <p:nvSpPr>
          <p:cNvPr id="940" name="Google Shape;940;p67"/>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41" name="Google Shape;941;p67"/>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2" name="Google Shape;942;p67"/>
          <p:cNvSpPr txBox="1"/>
          <p:nvPr>
            <p:ph idx="1" type="body"/>
          </p:nvPr>
        </p:nvSpPr>
        <p:spPr>
          <a:xfrm>
            <a:off x="1305850" y="2479100"/>
            <a:ext cx="4292700" cy="9543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Docker containers and images enable rapid application deployment and scalability. Pre-built container images are vendor-agnostic and can quickly bring up full applications</a:t>
            </a:r>
            <a:endParaRPr sz="1400"/>
          </a:p>
        </p:txBody>
      </p:sp>
      <p:pic>
        <p:nvPicPr>
          <p:cNvPr id="943" name="Google Shape;943;p67"/>
          <p:cNvPicPr preferRelativeResize="0"/>
          <p:nvPr/>
        </p:nvPicPr>
        <p:blipFill>
          <a:blip r:embed="rId3">
            <a:alphaModFix/>
          </a:blip>
          <a:stretch>
            <a:fillRect/>
          </a:stretch>
        </p:blipFill>
        <p:spPr>
          <a:xfrm>
            <a:off x="5598550" y="1600200"/>
            <a:ext cx="2562225" cy="1790700"/>
          </a:xfrm>
          <a:prstGeom prst="rect">
            <a:avLst/>
          </a:prstGeom>
          <a:noFill/>
          <a:ln>
            <a:noFill/>
          </a:ln>
        </p:spPr>
      </p:pic>
      <p:sp>
        <p:nvSpPr>
          <p:cNvPr id="944" name="Google Shape;944;p67"/>
          <p:cNvSpPr txBox="1"/>
          <p:nvPr/>
        </p:nvSpPr>
        <p:spPr>
          <a:xfrm>
            <a:off x="407344" y="435429"/>
            <a:ext cx="4955400" cy="751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IN" sz="1600">
                <a:solidFill>
                  <a:srgbClr val="FFFFFF"/>
                </a:solidFill>
                <a:latin typeface="Proxima Nova"/>
                <a:ea typeface="Proxima Nova"/>
                <a:cs typeface="Proxima Nova"/>
                <a:sym typeface="Proxima Nova"/>
              </a:rPr>
              <a:t>Pre-Built Container Images</a:t>
            </a:r>
            <a:endParaRPr sz="1600">
              <a:solidFill>
                <a:srgbClr val="FFFFFF"/>
              </a:solidFill>
              <a:latin typeface="Proxima Nova"/>
              <a:ea typeface="Proxima Nova"/>
              <a:cs typeface="Proxima Nova"/>
              <a:sym typeface="Proxima Nova"/>
            </a:endParaRPr>
          </a:p>
        </p:txBody>
      </p:sp>
      <p:sp>
        <p:nvSpPr>
          <p:cNvPr id="945" name="Google Shape;945;p67"/>
          <p:cNvSpPr txBox="1"/>
          <p:nvPr/>
        </p:nvSpPr>
        <p:spPr>
          <a:xfrm>
            <a:off x="386000" y="126225"/>
            <a:ext cx="48486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Innovations in Cloud Technology</a:t>
            </a:r>
            <a:endParaRPr sz="2340">
              <a:solidFill>
                <a:schemeClr val="lt1"/>
              </a:solidFill>
              <a:latin typeface="Proxima Nova"/>
              <a:ea typeface="Proxima Nova"/>
              <a:cs typeface="Proxima Nova"/>
              <a:sym typeface="Proxima Nov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68"/>
          <p:cNvSpPr txBox="1"/>
          <p:nvPr>
            <p:ph idx="1" type="body"/>
          </p:nvPr>
        </p:nvSpPr>
        <p:spPr>
          <a:xfrm>
            <a:off x="1305850" y="1499175"/>
            <a:ext cx="6304800" cy="19086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Azure provides specialised VM instances with GPUs, TPUs and FPGAs for high-performance computing tasks</a:t>
            </a:r>
            <a:endParaRPr sz="1400"/>
          </a:p>
          <a:p>
            <a:pPr indent="0" lvl="0" marL="0" rtl="0" algn="l">
              <a:lnSpc>
                <a:spcPct val="100000"/>
              </a:lnSpc>
              <a:spcBef>
                <a:spcPts val="1200"/>
              </a:spcBef>
              <a:spcAft>
                <a:spcPts val="0"/>
              </a:spcAft>
              <a:buNone/>
            </a:pPr>
            <a:r>
              <a:t/>
            </a:r>
            <a:endParaRPr sz="1400"/>
          </a:p>
          <a:p>
            <a:pPr indent="-317500" lvl="0" marL="457200" rtl="0" algn="l">
              <a:lnSpc>
                <a:spcPct val="100000"/>
              </a:lnSpc>
              <a:spcBef>
                <a:spcPts val="1200"/>
              </a:spcBef>
              <a:spcAft>
                <a:spcPts val="0"/>
              </a:spcAft>
              <a:buSzPts val="1400"/>
              <a:buChar char="●"/>
            </a:pPr>
            <a:r>
              <a:rPr lang="en-IN" sz="1400"/>
              <a:t>Deep learning with large models and the large data sets needed for accurate training can often take much more than a week on clusters of CPUs. GPUs, TPUs and FPGAs can all significantly reduce</a:t>
            </a:r>
            <a:r>
              <a:rPr lang="en-IN" sz="1400"/>
              <a:t> </a:t>
            </a:r>
            <a:r>
              <a:rPr lang="en-IN" sz="1400"/>
              <a:t>the training time, and their availability in the cloud eases their use when needed</a:t>
            </a:r>
            <a:endParaRPr sz="1400"/>
          </a:p>
        </p:txBody>
      </p:sp>
      <p:sp>
        <p:nvSpPr>
          <p:cNvPr id="951" name="Google Shape;951;p68"/>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52" name="Google Shape;952;p68"/>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3" name="Google Shape;953;p68"/>
          <p:cNvSpPr txBox="1"/>
          <p:nvPr/>
        </p:nvSpPr>
        <p:spPr>
          <a:xfrm>
            <a:off x="407344" y="435429"/>
            <a:ext cx="4955400" cy="751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lang="en-IN" sz="1600">
                <a:solidFill>
                  <a:srgbClr val="FFFFFF"/>
                </a:solidFill>
                <a:latin typeface="Proxima Nova"/>
                <a:ea typeface="Proxima Nova"/>
                <a:cs typeface="Proxima Nova"/>
                <a:sym typeface="Proxima Nova"/>
              </a:rPr>
              <a:t>Cloud GPUs, TPUs and FPGAs</a:t>
            </a:r>
            <a:endParaRPr sz="1600">
              <a:solidFill>
                <a:srgbClr val="FFFFFF"/>
              </a:solidFill>
              <a:latin typeface="Proxima Nova"/>
              <a:ea typeface="Proxima Nova"/>
              <a:cs typeface="Proxima Nova"/>
              <a:sym typeface="Proxima Nova"/>
            </a:endParaRPr>
          </a:p>
        </p:txBody>
      </p:sp>
      <p:sp>
        <p:nvSpPr>
          <p:cNvPr id="954" name="Google Shape;954;p68"/>
          <p:cNvSpPr txBox="1"/>
          <p:nvPr/>
        </p:nvSpPr>
        <p:spPr>
          <a:xfrm>
            <a:off x="386000" y="126225"/>
            <a:ext cx="48486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Innovations in Cloud Technology</a:t>
            </a:r>
            <a:endParaRPr sz="2340">
              <a:solidFill>
                <a:schemeClr val="lt1"/>
              </a:solidFill>
              <a:latin typeface="Proxima Nova"/>
              <a:ea typeface="Proxima Nova"/>
              <a:cs typeface="Proxima Nova"/>
              <a:sym typeface="Proxima Nov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69"/>
          <p:cNvSpPr txBox="1"/>
          <p:nvPr/>
        </p:nvSpPr>
        <p:spPr>
          <a:xfrm>
            <a:off x="375225" y="2746650"/>
            <a:ext cx="4451400" cy="1143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500"/>
              </a:spcBef>
              <a:spcAft>
                <a:spcPts val="0"/>
              </a:spcAft>
              <a:buClr>
                <a:srgbClr val="0D0D0D"/>
              </a:buClr>
              <a:buSzPts val="1400"/>
              <a:buFont typeface="Proxima Nova"/>
              <a:buChar char="●"/>
            </a:pPr>
            <a:r>
              <a:rPr lang="en-IN">
                <a:solidFill>
                  <a:srgbClr val="0D0D0D"/>
                </a:solidFill>
                <a:highlight>
                  <a:srgbClr val="FFFFFF"/>
                </a:highlight>
                <a:latin typeface="Proxima Nova"/>
                <a:ea typeface="Proxima Nova"/>
                <a:cs typeface="Proxima Nova"/>
                <a:sym typeface="Proxima Nova"/>
              </a:rPr>
              <a:t>We expect a greater integration of blockchain technology with cloud computing. Blockchain as a Service (BaaS) platforms improve operational efficiency, security and transparency</a:t>
            </a:r>
            <a:endParaRPr>
              <a:solidFill>
                <a:srgbClr val="0D0D0D"/>
              </a:solidFill>
              <a:highlight>
                <a:srgbClr val="FFFFFF"/>
              </a:highlight>
              <a:latin typeface="Proxima Nova"/>
              <a:ea typeface="Proxima Nova"/>
              <a:cs typeface="Proxima Nova"/>
              <a:sym typeface="Proxima Nova"/>
            </a:endParaRPr>
          </a:p>
        </p:txBody>
      </p:sp>
      <p:pic>
        <p:nvPicPr>
          <p:cNvPr id="960" name="Google Shape;960;p69"/>
          <p:cNvPicPr preferRelativeResize="0"/>
          <p:nvPr/>
        </p:nvPicPr>
        <p:blipFill rotWithShape="1">
          <a:blip r:embed="rId3">
            <a:alphaModFix/>
          </a:blip>
          <a:srcRect b="0" l="0" r="15203" t="0"/>
          <a:stretch/>
        </p:blipFill>
        <p:spPr>
          <a:xfrm>
            <a:off x="4826725" y="2512000"/>
            <a:ext cx="4115242" cy="2065200"/>
          </a:xfrm>
          <a:prstGeom prst="rect">
            <a:avLst/>
          </a:prstGeom>
          <a:noFill/>
          <a:ln>
            <a:noFill/>
          </a:ln>
        </p:spPr>
      </p:pic>
      <p:sp>
        <p:nvSpPr>
          <p:cNvPr id="961" name="Google Shape;961;p69"/>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62" name="Google Shape;962;p69"/>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3" name="Google Shape;963;p69"/>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Future Outlook and Predictions for the Cloud Industry</a:t>
            </a:r>
            <a:endParaRPr sz="2340">
              <a:solidFill>
                <a:schemeClr val="lt1"/>
              </a:solidFill>
              <a:latin typeface="Proxima Nova"/>
              <a:ea typeface="Proxima Nova"/>
              <a:cs typeface="Proxima Nova"/>
              <a:sym typeface="Proxima Nova"/>
            </a:endParaRPr>
          </a:p>
        </p:txBody>
      </p:sp>
      <p:sp>
        <p:nvSpPr>
          <p:cNvPr id="964" name="Google Shape;964;p69"/>
          <p:cNvSpPr txBox="1"/>
          <p:nvPr/>
        </p:nvSpPr>
        <p:spPr>
          <a:xfrm>
            <a:off x="375225" y="1357038"/>
            <a:ext cx="5634300" cy="1143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500"/>
              </a:spcBef>
              <a:spcAft>
                <a:spcPts val="0"/>
              </a:spcAft>
              <a:buClr>
                <a:srgbClr val="0D0D0D"/>
              </a:buClr>
              <a:buSzPts val="1400"/>
              <a:buFont typeface="Proxima Nova"/>
              <a:buAutoNum type="arabicPeriod"/>
            </a:pPr>
            <a:r>
              <a:rPr b="1" lang="en-IN">
                <a:solidFill>
                  <a:srgbClr val="0D0D0D"/>
                </a:solidFill>
                <a:highlight>
                  <a:srgbClr val="FFFFFF"/>
                </a:highlight>
                <a:latin typeface="Proxima Nova"/>
                <a:ea typeface="Proxima Nova"/>
                <a:cs typeface="Proxima Nova"/>
                <a:sym typeface="Proxima Nova"/>
              </a:rPr>
              <a:t>Blockchain</a:t>
            </a:r>
            <a:br>
              <a:rPr b="1" lang="en-IN">
                <a:solidFill>
                  <a:srgbClr val="0D0D0D"/>
                </a:solidFill>
                <a:highlight>
                  <a:srgbClr val="FFFFFF"/>
                </a:highlight>
                <a:latin typeface="Proxima Nova"/>
                <a:ea typeface="Proxima Nova"/>
                <a:cs typeface="Proxima Nova"/>
                <a:sym typeface="Proxima Nova"/>
              </a:rPr>
            </a:br>
            <a:endParaRPr b="1">
              <a:solidFill>
                <a:srgbClr val="0D0D0D"/>
              </a:solidFill>
              <a:highlight>
                <a:srgbClr val="FFFFFF"/>
              </a:highlight>
              <a:latin typeface="Proxima Nova"/>
              <a:ea typeface="Proxima Nova"/>
              <a:cs typeface="Proxima Nova"/>
              <a:sym typeface="Proxima Nova"/>
            </a:endParaRPr>
          </a:p>
          <a:p>
            <a:pPr indent="-317500" lvl="0" marL="457200" rtl="0" algn="l">
              <a:lnSpc>
                <a:spcPct val="115000"/>
              </a:lnSpc>
              <a:spcBef>
                <a:spcPts val="0"/>
              </a:spcBef>
              <a:spcAft>
                <a:spcPts val="0"/>
              </a:spcAft>
              <a:buClr>
                <a:srgbClr val="0D0D0D"/>
              </a:buClr>
              <a:buSzPts val="1400"/>
              <a:buFont typeface="Proxima Nova"/>
              <a:buChar char="●"/>
            </a:pPr>
            <a:r>
              <a:rPr lang="en-IN">
                <a:solidFill>
                  <a:srgbClr val="0D0D0D"/>
                </a:solidFill>
                <a:highlight>
                  <a:srgbClr val="FFFFFF"/>
                </a:highlight>
                <a:latin typeface="Proxima Nova"/>
                <a:ea typeface="Proxima Nova"/>
                <a:cs typeface="Proxima Nova"/>
                <a:sym typeface="Proxima Nova"/>
              </a:rPr>
              <a:t>Azure Blockchain Service enables the creation, management and governance of blockchain networks at scale</a:t>
            </a:r>
            <a:endParaRPr>
              <a:solidFill>
                <a:srgbClr val="0D0D0D"/>
              </a:solidFill>
              <a:highlight>
                <a:srgbClr val="FFFFFF"/>
              </a:highlight>
              <a:latin typeface="Proxima Nova"/>
              <a:ea typeface="Proxima Nova"/>
              <a:cs typeface="Proxima Nova"/>
              <a:sym typeface="Proxima Nov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70"/>
          <p:cNvSpPr txBox="1"/>
          <p:nvPr/>
        </p:nvSpPr>
        <p:spPr>
          <a:xfrm>
            <a:off x="375225" y="1357050"/>
            <a:ext cx="7017900" cy="25197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500"/>
              </a:spcBef>
              <a:spcAft>
                <a:spcPts val="0"/>
              </a:spcAft>
              <a:buClr>
                <a:srgbClr val="0D0D0D"/>
              </a:buClr>
              <a:buSzPts val="1400"/>
              <a:buFont typeface="Proxima Nova"/>
              <a:buAutoNum type="arabicPeriod" startAt="2"/>
            </a:pPr>
            <a:r>
              <a:rPr b="1" lang="en-IN">
                <a:solidFill>
                  <a:srgbClr val="0D0D0D"/>
                </a:solidFill>
                <a:highlight>
                  <a:srgbClr val="FFFFFF"/>
                </a:highlight>
                <a:latin typeface="Proxima Nova"/>
                <a:ea typeface="Proxima Nova"/>
                <a:cs typeface="Proxima Nova"/>
                <a:sym typeface="Proxima Nova"/>
              </a:rPr>
              <a:t>Internet of Things (IoT)</a:t>
            </a:r>
            <a:br>
              <a:rPr b="1" lang="en-IN">
                <a:solidFill>
                  <a:srgbClr val="0D0D0D"/>
                </a:solidFill>
                <a:highlight>
                  <a:srgbClr val="FFFFFF"/>
                </a:highlight>
                <a:latin typeface="Proxima Nova"/>
                <a:ea typeface="Proxima Nova"/>
                <a:cs typeface="Proxima Nova"/>
                <a:sym typeface="Proxima Nova"/>
              </a:rPr>
            </a:br>
            <a:endParaRPr b="1">
              <a:solidFill>
                <a:srgbClr val="0D0D0D"/>
              </a:solidFill>
              <a:highlight>
                <a:srgbClr val="FFFFFF"/>
              </a:highlight>
              <a:latin typeface="Proxima Nova"/>
              <a:ea typeface="Proxima Nova"/>
              <a:cs typeface="Proxima Nova"/>
              <a:sym typeface="Proxima Nova"/>
            </a:endParaRPr>
          </a:p>
          <a:p>
            <a:pPr indent="-317500" lvl="0" marL="457200" rtl="0" algn="l">
              <a:lnSpc>
                <a:spcPct val="115000"/>
              </a:lnSpc>
              <a:spcBef>
                <a:spcPts val="0"/>
              </a:spcBef>
              <a:spcAft>
                <a:spcPts val="0"/>
              </a:spcAft>
              <a:buClr>
                <a:srgbClr val="0D0D0D"/>
              </a:buClr>
              <a:buSzPts val="1400"/>
              <a:buFont typeface="Proxima Nova"/>
              <a:buChar char="●"/>
            </a:pPr>
            <a:r>
              <a:rPr lang="en-IN">
                <a:solidFill>
                  <a:srgbClr val="0D0D0D"/>
                </a:solidFill>
                <a:highlight>
                  <a:srgbClr val="FFFFFF"/>
                </a:highlight>
                <a:latin typeface="Proxima Nova"/>
                <a:ea typeface="Proxima Nova"/>
                <a:cs typeface="Proxima Nova"/>
                <a:sym typeface="Proxima Nova"/>
              </a:rPr>
              <a:t>Azure IoT Hub and Azure Digital Twins provide comprehensive IoT solutions for connecting, monitoring and managing billions of IoT assets</a:t>
            </a:r>
            <a:endParaRPr>
              <a:solidFill>
                <a:srgbClr val="0D0D0D"/>
              </a:solidFill>
              <a:highlight>
                <a:srgbClr val="FFFFFF"/>
              </a:highlight>
              <a:latin typeface="Proxima Nova"/>
              <a:ea typeface="Proxima Nova"/>
              <a:cs typeface="Proxima Nova"/>
              <a:sym typeface="Proxima Nova"/>
            </a:endParaRPr>
          </a:p>
          <a:p>
            <a:pPr indent="0" lvl="0" marL="0" rtl="0" algn="l">
              <a:lnSpc>
                <a:spcPct val="115000"/>
              </a:lnSpc>
              <a:spcBef>
                <a:spcPts val="1500"/>
              </a:spcBef>
              <a:spcAft>
                <a:spcPts val="0"/>
              </a:spcAft>
              <a:buNone/>
            </a:pPr>
            <a:r>
              <a:t/>
            </a:r>
            <a:endParaRPr>
              <a:solidFill>
                <a:srgbClr val="0D0D0D"/>
              </a:solidFill>
              <a:highlight>
                <a:srgbClr val="FFFFFF"/>
              </a:highlight>
              <a:latin typeface="Proxima Nova"/>
              <a:ea typeface="Proxima Nova"/>
              <a:cs typeface="Proxima Nova"/>
              <a:sym typeface="Proxima Nova"/>
            </a:endParaRPr>
          </a:p>
          <a:p>
            <a:pPr indent="-317500" lvl="0" marL="457200" rtl="0" algn="l">
              <a:lnSpc>
                <a:spcPct val="115000"/>
              </a:lnSpc>
              <a:spcBef>
                <a:spcPts val="1500"/>
              </a:spcBef>
              <a:spcAft>
                <a:spcPts val="0"/>
              </a:spcAft>
              <a:buClr>
                <a:srgbClr val="0D0D0D"/>
              </a:buClr>
              <a:buSzPts val="1400"/>
              <a:buFont typeface="Proxima Nova"/>
              <a:buChar char="●"/>
            </a:pPr>
            <a:r>
              <a:rPr lang="en-IN">
                <a:solidFill>
                  <a:srgbClr val="0D0D0D"/>
                </a:solidFill>
                <a:highlight>
                  <a:srgbClr val="FFFFFF"/>
                </a:highlight>
                <a:latin typeface="Proxima Nova"/>
                <a:ea typeface="Proxima Nova"/>
                <a:cs typeface="Proxima Nova"/>
                <a:sym typeface="Proxima Nova"/>
              </a:rPr>
              <a:t>IoT is a network of interconnected physical devices that collect and share data. Integrating cloud computing with IoT advances data storage, processing, real-time analysis and AI/ML integration</a:t>
            </a:r>
            <a:endParaRPr>
              <a:solidFill>
                <a:srgbClr val="0D0D0D"/>
              </a:solidFill>
              <a:highlight>
                <a:srgbClr val="FFFFFF"/>
              </a:highlight>
              <a:latin typeface="Proxima Nova"/>
              <a:ea typeface="Proxima Nova"/>
              <a:cs typeface="Proxima Nova"/>
              <a:sym typeface="Proxima Nova"/>
            </a:endParaRPr>
          </a:p>
        </p:txBody>
      </p:sp>
      <p:sp>
        <p:nvSpPr>
          <p:cNvPr id="970" name="Google Shape;970;p70"/>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71" name="Google Shape;971;p70"/>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2" name="Google Shape;972;p70"/>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Current Trends in Cloud Computing</a:t>
            </a:r>
            <a:endParaRPr sz="2340">
              <a:solidFill>
                <a:schemeClr val="lt1"/>
              </a:solidFill>
              <a:latin typeface="Proxima Nova"/>
              <a:ea typeface="Proxima Nova"/>
              <a:cs typeface="Proxima Nova"/>
              <a:sym typeface="Proxima Nov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id="977" name="Google Shape;977;p71"/>
          <p:cNvPicPr preferRelativeResize="0"/>
          <p:nvPr/>
        </p:nvPicPr>
        <p:blipFill>
          <a:blip r:embed="rId3">
            <a:alphaModFix/>
          </a:blip>
          <a:stretch>
            <a:fillRect/>
          </a:stretch>
        </p:blipFill>
        <p:spPr>
          <a:xfrm>
            <a:off x="1802475" y="2571750"/>
            <a:ext cx="5539041" cy="2401700"/>
          </a:xfrm>
          <a:prstGeom prst="rect">
            <a:avLst/>
          </a:prstGeom>
          <a:noFill/>
          <a:ln>
            <a:noFill/>
          </a:ln>
        </p:spPr>
      </p:pic>
      <p:sp>
        <p:nvSpPr>
          <p:cNvPr id="978" name="Google Shape;978;p71"/>
          <p:cNvSpPr txBox="1"/>
          <p:nvPr/>
        </p:nvSpPr>
        <p:spPr>
          <a:xfrm>
            <a:off x="375225" y="1357050"/>
            <a:ext cx="7017900" cy="1143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500"/>
              </a:spcBef>
              <a:spcAft>
                <a:spcPts val="0"/>
              </a:spcAft>
              <a:buClr>
                <a:srgbClr val="0D0D0D"/>
              </a:buClr>
              <a:buSzPts val="1400"/>
              <a:buFont typeface="Proxima Nova"/>
              <a:buAutoNum type="arabicPeriod" startAt="3"/>
            </a:pPr>
            <a:r>
              <a:rPr b="1" lang="en-IN">
                <a:solidFill>
                  <a:srgbClr val="0D0D0D"/>
                </a:solidFill>
                <a:highlight>
                  <a:srgbClr val="FFFFFF"/>
                </a:highlight>
                <a:latin typeface="Proxima Nova"/>
                <a:ea typeface="Proxima Nova"/>
                <a:cs typeface="Proxima Nova"/>
                <a:sym typeface="Proxima Nova"/>
              </a:rPr>
              <a:t>Edge Computing</a:t>
            </a:r>
            <a:br>
              <a:rPr b="1" lang="en-IN">
                <a:solidFill>
                  <a:srgbClr val="0D0D0D"/>
                </a:solidFill>
                <a:highlight>
                  <a:srgbClr val="FFFFFF"/>
                </a:highlight>
                <a:latin typeface="Proxima Nova"/>
                <a:ea typeface="Proxima Nova"/>
                <a:cs typeface="Proxima Nova"/>
                <a:sym typeface="Proxima Nova"/>
              </a:rPr>
            </a:br>
            <a:endParaRPr b="1">
              <a:solidFill>
                <a:srgbClr val="0D0D0D"/>
              </a:solidFill>
              <a:highlight>
                <a:srgbClr val="FFFFFF"/>
              </a:highlight>
              <a:latin typeface="Proxima Nova"/>
              <a:ea typeface="Proxima Nova"/>
              <a:cs typeface="Proxima Nova"/>
              <a:sym typeface="Proxima Nova"/>
            </a:endParaRPr>
          </a:p>
          <a:p>
            <a:pPr indent="-317500" lvl="0" marL="457200" rtl="0" algn="l">
              <a:lnSpc>
                <a:spcPct val="115000"/>
              </a:lnSpc>
              <a:spcBef>
                <a:spcPts val="0"/>
              </a:spcBef>
              <a:spcAft>
                <a:spcPts val="0"/>
              </a:spcAft>
              <a:buClr>
                <a:srgbClr val="0D0D0D"/>
              </a:buClr>
              <a:buSzPts val="1400"/>
              <a:buFont typeface="Proxima Nova"/>
              <a:buChar char="●"/>
            </a:pPr>
            <a:r>
              <a:rPr lang="en-IN">
                <a:solidFill>
                  <a:srgbClr val="0D0D0D"/>
                </a:solidFill>
                <a:latin typeface="Proxima Nova"/>
                <a:ea typeface="Proxima Nova"/>
                <a:cs typeface="Proxima Nova"/>
                <a:sym typeface="Proxima Nova"/>
              </a:rPr>
              <a:t>Azure IoT Edge extends cloud intelligence and analytics to edge devices, reducing latency and bandwidth usage while enabling real-time data processing</a:t>
            </a:r>
            <a:endParaRPr>
              <a:solidFill>
                <a:srgbClr val="0D0D0D"/>
              </a:solidFill>
              <a:latin typeface="Proxima Nova"/>
              <a:ea typeface="Proxima Nova"/>
              <a:cs typeface="Proxima Nova"/>
              <a:sym typeface="Proxima Nova"/>
            </a:endParaRPr>
          </a:p>
        </p:txBody>
      </p:sp>
      <p:sp>
        <p:nvSpPr>
          <p:cNvPr id="979" name="Google Shape;979;p71"/>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80" name="Google Shape;980;p71"/>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1" name="Google Shape;981;p71"/>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Current Trends in Cloud Computing</a:t>
            </a:r>
            <a:endParaRPr sz="2340">
              <a:solidFill>
                <a:schemeClr val="lt1"/>
              </a:solidFill>
              <a:latin typeface="Proxima Nova"/>
              <a:ea typeface="Proxima Nova"/>
              <a:cs typeface="Proxima Nova"/>
              <a:sym typeface="Proxima Nov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72"/>
          <p:cNvSpPr txBox="1"/>
          <p:nvPr/>
        </p:nvSpPr>
        <p:spPr>
          <a:xfrm>
            <a:off x="375225" y="1357050"/>
            <a:ext cx="7017900" cy="2630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500"/>
              </a:spcBef>
              <a:spcAft>
                <a:spcPts val="0"/>
              </a:spcAft>
              <a:buClr>
                <a:srgbClr val="0D0D0D"/>
              </a:buClr>
              <a:buSzPts val="1400"/>
              <a:buFont typeface="Proxima Nova"/>
              <a:buAutoNum type="arabicPeriod" startAt="3"/>
            </a:pPr>
            <a:r>
              <a:rPr b="1" lang="en-IN">
                <a:solidFill>
                  <a:srgbClr val="0D0D0D"/>
                </a:solidFill>
                <a:highlight>
                  <a:srgbClr val="FFFFFF"/>
                </a:highlight>
                <a:latin typeface="Proxima Nova"/>
                <a:ea typeface="Proxima Nova"/>
                <a:cs typeface="Proxima Nova"/>
                <a:sym typeface="Proxima Nova"/>
              </a:rPr>
              <a:t>Edge Computing</a:t>
            </a:r>
            <a:br>
              <a:rPr b="1" lang="en-IN">
                <a:solidFill>
                  <a:srgbClr val="0D0D0D"/>
                </a:solidFill>
                <a:highlight>
                  <a:srgbClr val="FFFFFF"/>
                </a:highlight>
                <a:latin typeface="Proxima Nova"/>
                <a:ea typeface="Proxima Nova"/>
                <a:cs typeface="Proxima Nova"/>
                <a:sym typeface="Proxima Nova"/>
              </a:rPr>
            </a:br>
            <a:endParaRPr b="1">
              <a:solidFill>
                <a:srgbClr val="0D0D0D"/>
              </a:solidFill>
              <a:highlight>
                <a:srgbClr val="FFFFFF"/>
              </a:highlight>
              <a:latin typeface="Proxima Nova"/>
              <a:ea typeface="Proxima Nova"/>
              <a:cs typeface="Proxima Nova"/>
              <a:sym typeface="Proxima Nova"/>
            </a:endParaRPr>
          </a:p>
          <a:p>
            <a:pPr indent="-317500" lvl="0" marL="457200" rtl="0" algn="l">
              <a:lnSpc>
                <a:spcPct val="115000"/>
              </a:lnSpc>
              <a:spcBef>
                <a:spcPts val="0"/>
              </a:spcBef>
              <a:spcAft>
                <a:spcPts val="0"/>
              </a:spcAft>
              <a:buClr>
                <a:srgbClr val="0D0D0D"/>
              </a:buClr>
              <a:buSzPts val="1400"/>
              <a:buFont typeface="Proxima Nova"/>
              <a:buChar char="●"/>
            </a:pPr>
            <a:r>
              <a:rPr lang="en-IN">
                <a:solidFill>
                  <a:srgbClr val="0D0D0D"/>
                </a:solidFill>
                <a:highlight>
                  <a:srgbClr val="FFFFFF"/>
                </a:highlight>
                <a:latin typeface="Proxima Nova"/>
                <a:ea typeface="Proxima Nova"/>
                <a:cs typeface="Proxima Nova"/>
                <a:sym typeface="Proxima Nova"/>
              </a:rPr>
              <a:t>Edge computing processes data closer to its source rather than in a distant data centre. This approach reduces latency and optimises bandwidth, ensuring faster response times and efficient data management</a:t>
            </a:r>
            <a:endParaRPr>
              <a:solidFill>
                <a:srgbClr val="0D0D0D"/>
              </a:solidFill>
              <a:highlight>
                <a:srgbClr val="FFFFFF"/>
              </a:highlight>
              <a:latin typeface="Proxima Nova"/>
              <a:ea typeface="Proxima Nova"/>
              <a:cs typeface="Proxima Nova"/>
              <a:sym typeface="Proxima Nova"/>
            </a:endParaRPr>
          </a:p>
          <a:p>
            <a:pPr indent="-317500" lvl="1" marL="914400" rtl="0" algn="l">
              <a:lnSpc>
                <a:spcPct val="115000"/>
              </a:lnSpc>
              <a:spcBef>
                <a:spcPts val="0"/>
              </a:spcBef>
              <a:spcAft>
                <a:spcPts val="0"/>
              </a:spcAft>
              <a:buClr>
                <a:srgbClr val="000000"/>
              </a:buClr>
              <a:buSzPts val="1400"/>
              <a:buFont typeface="Proxima Nova"/>
              <a:buChar char="○"/>
            </a:pPr>
            <a:r>
              <a:rPr b="1" lang="en-IN">
                <a:solidFill>
                  <a:srgbClr val="0D0D0D"/>
                </a:solidFill>
                <a:highlight>
                  <a:srgbClr val="FFFFFF"/>
                </a:highlight>
                <a:latin typeface="Proxima Nova"/>
                <a:ea typeface="Proxima Nova"/>
                <a:cs typeface="Proxima Nova"/>
                <a:sym typeface="Proxima Nova"/>
              </a:rPr>
              <a:t>Reduced latency</a:t>
            </a:r>
            <a:r>
              <a:rPr lang="en-IN">
                <a:solidFill>
                  <a:srgbClr val="0D0D0D"/>
                </a:solidFill>
                <a:highlight>
                  <a:srgbClr val="FFFFFF"/>
                </a:highlight>
                <a:latin typeface="Proxima Nova"/>
                <a:ea typeface="Proxima Nova"/>
                <a:cs typeface="Proxima Nova"/>
                <a:sym typeface="Proxima Nova"/>
              </a:rPr>
              <a:t>: Processing data directly where it is generated minimises latency and ensures faster response times</a:t>
            </a:r>
            <a:endParaRPr>
              <a:solidFill>
                <a:srgbClr val="0D0D0D"/>
              </a:solidFill>
              <a:highlight>
                <a:srgbClr val="FFFFFF"/>
              </a:highlight>
              <a:latin typeface="Proxima Nova"/>
              <a:ea typeface="Proxima Nova"/>
              <a:cs typeface="Proxima Nova"/>
              <a:sym typeface="Proxima Nova"/>
            </a:endParaRPr>
          </a:p>
          <a:p>
            <a:pPr indent="-317500" lvl="1" marL="914400" rtl="0" algn="l">
              <a:lnSpc>
                <a:spcPct val="115000"/>
              </a:lnSpc>
              <a:spcBef>
                <a:spcPts val="0"/>
              </a:spcBef>
              <a:spcAft>
                <a:spcPts val="0"/>
              </a:spcAft>
              <a:buClr>
                <a:srgbClr val="000000"/>
              </a:buClr>
              <a:buSzPts val="1400"/>
              <a:buFont typeface="Proxima Nova"/>
              <a:buChar char="○"/>
            </a:pPr>
            <a:r>
              <a:rPr b="1" lang="en-IN">
                <a:solidFill>
                  <a:srgbClr val="0D0D0D"/>
                </a:solidFill>
                <a:highlight>
                  <a:srgbClr val="FFFFFF"/>
                </a:highlight>
                <a:latin typeface="Proxima Nova"/>
                <a:ea typeface="Proxima Nova"/>
                <a:cs typeface="Proxima Nova"/>
                <a:sym typeface="Proxima Nova"/>
              </a:rPr>
              <a:t>Bandwidth optimisation</a:t>
            </a:r>
            <a:r>
              <a:rPr lang="en-IN">
                <a:solidFill>
                  <a:srgbClr val="0D0D0D"/>
                </a:solidFill>
                <a:highlight>
                  <a:srgbClr val="FFFFFF"/>
                </a:highlight>
                <a:latin typeface="Proxima Nova"/>
                <a:ea typeface="Proxima Nova"/>
                <a:cs typeface="Proxima Nova"/>
                <a:sym typeface="Proxima Nova"/>
              </a:rPr>
              <a:t>: Local processing of data and transfer of only pertinent or condensed information to the cloud streamlines data transfer and maintains robust network connections</a:t>
            </a:r>
            <a:endParaRPr>
              <a:solidFill>
                <a:srgbClr val="0D0D0D"/>
              </a:solidFill>
              <a:highlight>
                <a:srgbClr val="FFFFFF"/>
              </a:highlight>
              <a:latin typeface="Proxima Nova"/>
              <a:ea typeface="Proxima Nova"/>
              <a:cs typeface="Proxima Nova"/>
              <a:sym typeface="Proxima Nova"/>
            </a:endParaRPr>
          </a:p>
        </p:txBody>
      </p:sp>
      <p:sp>
        <p:nvSpPr>
          <p:cNvPr id="987" name="Google Shape;987;p72"/>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88" name="Google Shape;988;p72"/>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9" name="Google Shape;989;p72"/>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1100"/>
              <a:buFont typeface="Arial"/>
              <a:buNone/>
            </a:pPr>
            <a:r>
              <a:rPr lang="en-IN" sz="2340">
                <a:solidFill>
                  <a:schemeClr val="lt1"/>
                </a:solidFill>
                <a:latin typeface="Proxima Nova"/>
                <a:ea typeface="Proxima Nova"/>
                <a:cs typeface="Proxima Nova"/>
                <a:sym typeface="Proxima Nova"/>
              </a:rPr>
              <a:t>Current Trends in Cloud Computing</a:t>
            </a:r>
            <a:endParaRPr sz="2340">
              <a:solidFill>
                <a:schemeClr val="lt1"/>
              </a:solidFill>
              <a:latin typeface="Proxima Nova"/>
              <a:ea typeface="Proxima Nova"/>
              <a:cs typeface="Proxima Nova"/>
              <a:sym typeface="Proxima Nov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73"/>
          <p:cNvSpPr txBox="1"/>
          <p:nvPr/>
        </p:nvSpPr>
        <p:spPr>
          <a:xfrm>
            <a:off x="1126949" y="1542200"/>
            <a:ext cx="6950400" cy="646200"/>
          </a:xfrm>
          <a:prstGeom prst="rect">
            <a:avLst/>
          </a:prstGeom>
          <a:noFill/>
          <a:ln>
            <a:noFill/>
          </a:ln>
        </p:spPr>
        <p:txBody>
          <a:bodyPr anchorCtr="0" anchor="t" bIns="45700" lIns="91425" spcFirstLastPara="1" rIns="91425" wrap="square" tIns="45700">
            <a:noAutofit/>
          </a:bodyPr>
          <a:lstStyle/>
          <a:p>
            <a:pPr indent="-342900" lvl="0" marL="457200" rtl="0" algn="l">
              <a:spcBef>
                <a:spcPts val="0"/>
              </a:spcBef>
              <a:spcAft>
                <a:spcPts val="0"/>
              </a:spcAft>
              <a:buClr>
                <a:schemeClr val="lt1"/>
              </a:buClr>
              <a:buSzPts val="1800"/>
              <a:buFont typeface="Calibri"/>
              <a:buChar char="●"/>
            </a:pPr>
            <a:r>
              <a:rPr b="1" lang="en-IN" sz="1800">
                <a:solidFill>
                  <a:schemeClr val="lt1"/>
                </a:solidFill>
                <a:latin typeface="Calibri"/>
                <a:ea typeface="Calibri"/>
                <a:cs typeface="Calibri"/>
                <a:sym typeface="Calibri"/>
              </a:rPr>
              <a:t>Public cloud</a:t>
            </a:r>
            <a:r>
              <a:rPr lang="en-IN" sz="1800">
                <a:solidFill>
                  <a:schemeClr val="lt1"/>
                </a:solidFill>
                <a:latin typeface="Calibri"/>
                <a:ea typeface="Calibri"/>
                <a:cs typeface="Calibri"/>
                <a:sym typeface="Calibri"/>
              </a:rPr>
              <a:t>: Cost-effective, scalable and accessible resources managed by cloud service providers such as AWS, Google Cloud and Microsoft Azure</a:t>
            </a:r>
            <a:br>
              <a:rPr lang="en-IN" sz="1800">
                <a:solidFill>
                  <a:schemeClr val="lt1"/>
                </a:solidFill>
                <a:latin typeface="Calibri"/>
                <a:ea typeface="Calibri"/>
                <a:cs typeface="Calibri"/>
                <a:sym typeface="Calibri"/>
              </a:rPr>
            </a:b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b="1" lang="en-IN" sz="1800">
                <a:solidFill>
                  <a:schemeClr val="lt1"/>
                </a:solidFill>
                <a:latin typeface="Calibri"/>
                <a:ea typeface="Calibri"/>
                <a:cs typeface="Calibri"/>
                <a:sym typeface="Calibri"/>
              </a:rPr>
              <a:t>Private cloud</a:t>
            </a:r>
            <a:r>
              <a:rPr lang="en-IN" sz="1800">
                <a:solidFill>
                  <a:schemeClr val="lt1"/>
                </a:solidFill>
                <a:latin typeface="Calibri"/>
                <a:ea typeface="Calibri"/>
                <a:cs typeface="Calibri"/>
                <a:sym typeface="Calibri"/>
              </a:rPr>
              <a:t>: Dedicated resources for a single organisation, ensuring higher security and privacy</a:t>
            </a:r>
            <a:br>
              <a:rPr lang="en-IN" sz="1800">
                <a:solidFill>
                  <a:schemeClr val="lt1"/>
                </a:solidFill>
                <a:latin typeface="Calibri"/>
                <a:ea typeface="Calibri"/>
                <a:cs typeface="Calibri"/>
                <a:sym typeface="Calibri"/>
              </a:rPr>
            </a:b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b="1" lang="en-IN" sz="1800">
                <a:solidFill>
                  <a:schemeClr val="lt1"/>
                </a:solidFill>
                <a:latin typeface="Calibri"/>
                <a:ea typeface="Calibri"/>
                <a:cs typeface="Calibri"/>
                <a:sym typeface="Calibri"/>
              </a:rPr>
              <a:t>Hybrid cloud</a:t>
            </a:r>
            <a:r>
              <a:rPr lang="en-IN" sz="1800">
                <a:solidFill>
                  <a:schemeClr val="lt1"/>
                </a:solidFill>
                <a:latin typeface="Calibri"/>
                <a:ea typeface="Calibri"/>
                <a:cs typeface="Calibri"/>
                <a:sym typeface="Calibri"/>
              </a:rPr>
              <a:t>: Combines public and private clouds for flexible application and data deployment</a:t>
            </a:r>
            <a:endParaRPr sz="1800">
              <a:solidFill>
                <a:schemeClr val="lt1"/>
              </a:solidFill>
              <a:latin typeface="Calibri"/>
              <a:ea typeface="Calibri"/>
              <a:cs typeface="Calibri"/>
              <a:sym typeface="Calibri"/>
            </a:endParaRPr>
          </a:p>
        </p:txBody>
      </p:sp>
      <p:sp>
        <p:nvSpPr>
          <p:cNvPr id="995" name="Google Shape;995;p73"/>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
        <p:nvSpPr>
          <p:cNvPr id="996" name="Google Shape;996;p73"/>
          <p:cNvSpPr txBox="1"/>
          <p:nvPr/>
        </p:nvSpPr>
        <p:spPr>
          <a:xfrm>
            <a:off x="638175" y="974124"/>
            <a:ext cx="4887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1</a:t>
            </a:r>
            <a:endParaRPr/>
          </a:p>
        </p:txBody>
      </p:sp>
      <p:sp>
        <p:nvSpPr>
          <p:cNvPr id="997" name="Google Shape;997;p73"/>
          <p:cNvSpPr txBox="1"/>
          <p:nvPr/>
        </p:nvSpPr>
        <p:spPr>
          <a:xfrm>
            <a:off x="1126962" y="974124"/>
            <a:ext cx="5566200" cy="646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N" sz="1800">
                <a:solidFill>
                  <a:schemeClr val="lt1"/>
                </a:solidFill>
                <a:latin typeface="Calibri"/>
                <a:ea typeface="Calibri"/>
                <a:cs typeface="Calibri"/>
                <a:sym typeface="Calibri"/>
              </a:rPr>
              <a:t>Cloud Deployment Models</a:t>
            </a:r>
            <a:endParaRPr b="1" sz="1800">
              <a:solidFill>
                <a:schemeClr val="lt1"/>
              </a:solidFill>
              <a:latin typeface="Calibri"/>
              <a:ea typeface="Calibri"/>
              <a:cs typeface="Calibri"/>
              <a:sym typeface="Calibri"/>
            </a:endParaRPr>
          </a:p>
        </p:txBody>
      </p:sp>
      <p:sp>
        <p:nvSpPr>
          <p:cNvPr id="998" name="Google Shape;998;p73"/>
          <p:cNvSpPr txBox="1"/>
          <p:nvPr/>
        </p:nvSpPr>
        <p:spPr>
          <a:xfrm>
            <a:off x="638175" y="273900"/>
            <a:ext cx="47616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2800">
                <a:solidFill>
                  <a:srgbClr val="FFFFFF"/>
                </a:solidFill>
                <a:latin typeface="Calibri"/>
                <a:ea typeface="Calibri"/>
                <a:cs typeface="Calibri"/>
                <a:sym typeface="Calibri"/>
              </a:rPr>
              <a:t>Summary and Key Takeaways</a:t>
            </a:r>
            <a:endParaRPr sz="2800">
              <a:solidFill>
                <a:srgbClr val="FFFFFF"/>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74"/>
          <p:cNvSpPr txBox="1"/>
          <p:nvPr/>
        </p:nvSpPr>
        <p:spPr>
          <a:xfrm>
            <a:off x="1126949" y="1542200"/>
            <a:ext cx="6950400" cy="646200"/>
          </a:xfrm>
          <a:prstGeom prst="rect">
            <a:avLst/>
          </a:prstGeom>
          <a:noFill/>
          <a:ln>
            <a:noFill/>
          </a:ln>
        </p:spPr>
        <p:txBody>
          <a:bodyPr anchorCtr="0" anchor="t" bIns="45700" lIns="91425" spcFirstLastPara="1" rIns="91425" wrap="square" tIns="45700">
            <a:noAutofit/>
          </a:bodyPr>
          <a:lstStyle/>
          <a:p>
            <a:pPr indent="-342900" lvl="0" marL="457200" rtl="0" algn="l">
              <a:spcBef>
                <a:spcPts val="0"/>
              </a:spcBef>
              <a:spcAft>
                <a:spcPts val="0"/>
              </a:spcAft>
              <a:buClr>
                <a:schemeClr val="lt1"/>
              </a:buClr>
              <a:buSzPts val="1800"/>
              <a:buFont typeface="Calibri"/>
              <a:buChar char="●"/>
            </a:pPr>
            <a:r>
              <a:rPr b="1" lang="en-IN" sz="1800">
                <a:solidFill>
                  <a:schemeClr val="lt1"/>
                </a:solidFill>
                <a:latin typeface="Calibri"/>
                <a:ea typeface="Calibri"/>
                <a:cs typeface="Calibri"/>
                <a:sym typeface="Calibri"/>
              </a:rPr>
              <a:t>Multi-cloud</a:t>
            </a:r>
            <a:r>
              <a:rPr lang="en-IN" sz="1800">
                <a:solidFill>
                  <a:schemeClr val="lt1"/>
                </a:solidFill>
                <a:latin typeface="Calibri"/>
                <a:ea typeface="Calibri"/>
                <a:cs typeface="Calibri"/>
                <a:sym typeface="Calibri"/>
              </a:rPr>
              <a:t>: Uses services from multiple cloud providers to avoid vendor lock-in and enhance flexibility</a:t>
            </a:r>
            <a:br>
              <a:rPr lang="en-IN" sz="1800">
                <a:solidFill>
                  <a:schemeClr val="lt1"/>
                </a:solidFill>
                <a:latin typeface="Calibri"/>
                <a:ea typeface="Calibri"/>
                <a:cs typeface="Calibri"/>
                <a:sym typeface="Calibri"/>
              </a:rPr>
            </a:b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b="1" lang="en-IN" sz="1800">
                <a:solidFill>
                  <a:schemeClr val="lt1"/>
                </a:solidFill>
                <a:latin typeface="Calibri"/>
                <a:ea typeface="Calibri"/>
                <a:cs typeface="Calibri"/>
                <a:sym typeface="Calibri"/>
              </a:rPr>
              <a:t>Intercloud</a:t>
            </a:r>
            <a:r>
              <a:rPr lang="en-IN" sz="1800">
                <a:solidFill>
                  <a:schemeClr val="lt1"/>
                </a:solidFill>
                <a:latin typeface="Calibri"/>
                <a:ea typeface="Calibri"/>
                <a:cs typeface="Calibri"/>
                <a:sym typeface="Calibri"/>
              </a:rPr>
              <a:t>: Manages data across multiple cloud environments for integrated data and analytics workflows</a:t>
            </a:r>
            <a:br>
              <a:rPr lang="en-IN" sz="1800">
                <a:solidFill>
                  <a:schemeClr val="lt1"/>
                </a:solidFill>
                <a:latin typeface="Calibri"/>
                <a:ea typeface="Calibri"/>
                <a:cs typeface="Calibri"/>
                <a:sym typeface="Calibri"/>
              </a:rPr>
            </a:b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b="1" lang="en-IN" sz="1800">
                <a:solidFill>
                  <a:schemeClr val="lt1"/>
                </a:solidFill>
                <a:latin typeface="Calibri"/>
                <a:ea typeface="Calibri"/>
                <a:cs typeface="Calibri"/>
                <a:sym typeface="Calibri"/>
              </a:rPr>
              <a:t>Community Cloud</a:t>
            </a:r>
            <a:r>
              <a:rPr lang="en-IN" sz="1800">
                <a:solidFill>
                  <a:schemeClr val="lt1"/>
                </a:solidFill>
                <a:latin typeface="Calibri"/>
                <a:ea typeface="Calibri"/>
                <a:cs typeface="Calibri"/>
                <a:sym typeface="Calibri"/>
              </a:rPr>
              <a:t>: Shared infrastructure among organisations with common regulatory and operational requirements</a:t>
            </a:r>
            <a:endParaRPr sz="1800">
              <a:solidFill>
                <a:schemeClr val="lt1"/>
              </a:solidFill>
              <a:latin typeface="Calibri"/>
              <a:ea typeface="Calibri"/>
              <a:cs typeface="Calibri"/>
              <a:sym typeface="Calibri"/>
            </a:endParaRPr>
          </a:p>
        </p:txBody>
      </p:sp>
      <p:sp>
        <p:nvSpPr>
          <p:cNvPr id="1004" name="Google Shape;1004;p74"/>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005" name="Google Shape;1005;p74"/>
          <p:cNvSpPr txBox="1"/>
          <p:nvPr/>
        </p:nvSpPr>
        <p:spPr>
          <a:xfrm>
            <a:off x="638175" y="974124"/>
            <a:ext cx="4887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1</a:t>
            </a:r>
            <a:endParaRPr/>
          </a:p>
        </p:txBody>
      </p:sp>
      <p:sp>
        <p:nvSpPr>
          <p:cNvPr id="1006" name="Google Shape;1006;p74"/>
          <p:cNvSpPr txBox="1"/>
          <p:nvPr/>
        </p:nvSpPr>
        <p:spPr>
          <a:xfrm>
            <a:off x="1126962" y="974124"/>
            <a:ext cx="5566200" cy="646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N" sz="1800">
                <a:solidFill>
                  <a:schemeClr val="lt1"/>
                </a:solidFill>
                <a:latin typeface="Calibri"/>
                <a:ea typeface="Calibri"/>
                <a:cs typeface="Calibri"/>
                <a:sym typeface="Calibri"/>
              </a:rPr>
              <a:t>Cloud Deployment Models</a:t>
            </a:r>
            <a:endParaRPr b="1" sz="1800">
              <a:solidFill>
                <a:schemeClr val="lt1"/>
              </a:solidFill>
              <a:latin typeface="Calibri"/>
              <a:ea typeface="Calibri"/>
              <a:cs typeface="Calibri"/>
              <a:sym typeface="Calibri"/>
            </a:endParaRPr>
          </a:p>
        </p:txBody>
      </p:sp>
      <p:sp>
        <p:nvSpPr>
          <p:cNvPr id="1007" name="Google Shape;1007;p74"/>
          <p:cNvSpPr txBox="1"/>
          <p:nvPr/>
        </p:nvSpPr>
        <p:spPr>
          <a:xfrm>
            <a:off x="638175" y="273900"/>
            <a:ext cx="47616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2800">
                <a:solidFill>
                  <a:srgbClr val="FFFFFF"/>
                </a:solidFill>
                <a:latin typeface="Calibri"/>
                <a:ea typeface="Calibri"/>
                <a:cs typeface="Calibri"/>
                <a:sym typeface="Calibri"/>
              </a:rPr>
              <a:t>Summary and Key Takeaways</a:t>
            </a:r>
            <a:endParaRPr sz="2800">
              <a:solidFill>
                <a:srgbClr val="FFFFFF"/>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75"/>
          <p:cNvSpPr txBox="1"/>
          <p:nvPr/>
        </p:nvSpPr>
        <p:spPr>
          <a:xfrm>
            <a:off x="1126949" y="1542200"/>
            <a:ext cx="6950400" cy="646200"/>
          </a:xfrm>
          <a:prstGeom prst="rect">
            <a:avLst/>
          </a:prstGeom>
          <a:noFill/>
          <a:ln>
            <a:noFill/>
          </a:ln>
        </p:spPr>
        <p:txBody>
          <a:bodyPr anchorCtr="0" anchor="t" bIns="45700" lIns="91425" spcFirstLastPara="1" rIns="91425" wrap="square" tIns="45700">
            <a:noAutofit/>
          </a:bodyPr>
          <a:lstStyle/>
          <a:p>
            <a:pPr indent="-342900" lvl="0" marL="457200" rtl="0" algn="l">
              <a:spcBef>
                <a:spcPts val="0"/>
              </a:spcBef>
              <a:spcAft>
                <a:spcPts val="0"/>
              </a:spcAft>
              <a:buClr>
                <a:schemeClr val="lt1"/>
              </a:buClr>
              <a:buSzPts val="1800"/>
              <a:buFont typeface="Calibri"/>
              <a:buChar char="●"/>
            </a:pPr>
            <a:r>
              <a:rPr b="1" lang="en-IN" sz="1800">
                <a:solidFill>
                  <a:schemeClr val="lt1"/>
                </a:solidFill>
                <a:latin typeface="Calibri"/>
                <a:ea typeface="Calibri"/>
                <a:cs typeface="Calibri"/>
                <a:sym typeface="Calibri"/>
              </a:rPr>
              <a:t>Shared responsibility</a:t>
            </a:r>
            <a:r>
              <a:rPr lang="en-IN" sz="1800">
                <a:solidFill>
                  <a:schemeClr val="lt1"/>
                </a:solidFill>
                <a:latin typeface="Calibri"/>
                <a:ea typeface="Calibri"/>
                <a:cs typeface="Calibri"/>
                <a:sym typeface="Calibri"/>
              </a:rPr>
              <a:t>: Cloud providers secure the infrastructure, and customers protect their data</a:t>
            </a:r>
            <a:br>
              <a:rPr lang="en-IN" sz="1800">
                <a:solidFill>
                  <a:schemeClr val="lt1"/>
                </a:solidFill>
                <a:latin typeface="Calibri"/>
                <a:ea typeface="Calibri"/>
                <a:cs typeface="Calibri"/>
                <a:sym typeface="Calibri"/>
              </a:rPr>
            </a:b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b="1" lang="en-IN" sz="1800">
                <a:solidFill>
                  <a:schemeClr val="lt1"/>
                </a:solidFill>
                <a:latin typeface="Calibri"/>
                <a:ea typeface="Calibri"/>
                <a:cs typeface="Calibri"/>
                <a:sym typeface="Calibri"/>
              </a:rPr>
              <a:t>Data encryption: </a:t>
            </a:r>
            <a:r>
              <a:rPr lang="en-IN" sz="1800">
                <a:solidFill>
                  <a:schemeClr val="lt1"/>
                </a:solidFill>
                <a:latin typeface="Calibri"/>
                <a:ea typeface="Calibri"/>
                <a:cs typeface="Calibri"/>
                <a:sym typeface="Calibri"/>
              </a:rPr>
              <a:t>Essential for securing data at rest, in transit and in use</a:t>
            </a:r>
            <a:br>
              <a:rPr lang="en-IN" sz="1800">
                <a:solidFill>
                  <a:schemeClr val="lt1"/>
                </a:solidFill>
                <a:latin typeface="Calibri"/>
                <a:ea typeface="Calibri"/>
                <a:cs typeface="Calibri"/>
                <a:sym typeface="Calibri"/>
              </a:rPr>
            </a:b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b="1" lang="en-IN" sz="1800">
                <a:solidFill>
                  <a:schemeClr val="lt1"/>
                </a:solidFill>
                <a:latin typeface="Calibri"/>
                <a:ea typeface="Calibri"/>
                <a:cs typeface="Calibri"/>
                <a:sym typeface="Calibri"/>
              </a:rPr>
              <a:t>Collaborative management</a:t>
            </a:r>
            <a:r>
              <a:rPr lang="en-IN" sz="1800">
                <a:solidFill>
                  <a:schemeClr val="lt1"/>
                </a:solidFill>
                <a:latin typeface="Calibri"/>
                <a:ea typeface="Calibri"/>
                <a:cs typeface="Calibri"/>
                <a:sym typeface="Calibri"/>
              </a:rPr>
              <a:t>: Ensures secure cloud integrations through effective communication and clear processes</a:t>
            </a:r>
            <a:br>
              <a:rPr lang="en-IN" sz="1800">
                <a:solidFill>
                  <a:schemeClr val="lt1"/>
                </a:solidFill>
                <a:latin typeface="Calibri"/>
                <a:ea typeface="Calibri"/>
                <a:cs typeface="Calibri"/>
                <a:sym typeface="Calibri"/>
              </a:rPr>
            </a:b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b="1" lang="en-IN" sz="1800">
                <a:solidFill>
                  <a:schemeClr val="lt1"/>
                </a:solidFill>
                <a:latin typeface="Calibri"/>
                <a:ea typeface="Calibri"/>
                <a:cs typeface="Calibri"/>
                <a:sym typeface="Calibri"/>
              </a:rPr>
              <a:t>Security and compliance monitoring: </a:t>
            </a:r>
            <a:r>
              <a:rPr lang="en-IN" sz="1800">
                <a:solidFill>
                  <a:schemeClr val="lt1"/>
                </a:solidFill>
                <a:latin typeface="Calibri"/>
                <a:ea typeface="Calibri"/>
                <a:cs typeface="Calibri"/>
                <a:sym typeface="Calibri"/>
              </a:rPr>
              <a:t>Active monitoring of connected systems and cloud services to maintain data visibility and regulatory compliance</a:t>
            </a:r>
            <a:endParaRPr sz="1800">
              <a:solidFill>
                <a:schemeClr val="lt1"/>
              </a:solidFill>
              <a:latin typeface="Calibri"/>
              <a:ea typeface="Calibri"/>
              <a:cs typeface="Calibri"/>
              <a:sym typeface="Calibri"/>
            </a:endParaRPr>
          </a:p>
        </p:txBody>
      </p:sp>
      <p:sp>
        <p:nvSpPr>
          <p:cNvPr id="1013" name="Google Shape;1013;p75"/>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014" name="Google Shape;1014;p75"/>
          <p:cNvSpPr txBox="1"/>
          <p:nvPr/>
        </p:nvSpPr>
        <p:spPr>
          <a:xfrm>
            <a:off x="638175" y="974124"/>
            <a:ext cx="4887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2</a:t>
            </a:r>
            <a:endParaRPr/>
          </a:p>
        </p:txBody>
      </p:sp>
      <p:sp>
        <p:nvSpPr>
          <p:cNvPr id="1015" name="Google Shape;1015;p75"/>
          <p:cNvSpPr txBox="1"/>
          <p:nvPr/>
        </p:nvSpPr>
        <p:spPr>
          <a:xfrm>
            <a:off x="1126962" y="974124"/>
            <a:ext cx="5566200" cy="646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N" sz="1800">
                <a:solidFill>
                  <a:schemeClr val="lt1"/>
                </a:solidFill>
                <a:latin typeface="Calibri"/>
                <a:ea typeface="Calibri"/>
                <a:cs typeface="Calibri"/>
                <a:sym typeface="Calibri"/>
              </a:rPr>
              <a:t>Cloud Security and Compliance</a:t>
            </a:r>
            <a:endParaRPr b="1" sz="1800">
              <a:solidFill>
                <a:schemeClr val="lt1"/>
              </a:solidFill>
              <a:latin typeface="Calibri"/>
              <a:ea typeface="Calibri"/>
              <a:cs typeface="Calibri"/>
              <a:sym typeface="Calibri"/>
            </a:endParaRPr>
          </a:p>
        </p:txBody>
      </p:sp>
      <p:sp>
        <p:nvSpPr>
          <p:cNvPr id="1016" name="Google Shape;1016;p75"/>
          <p:cNvSpPr txBox="1"/>
          <p:nvPr/>
        </p:nvSpPr>
        <p:spPr>
          <a:xfrm>
            <a:off x="638175" y="273900"/>
            <a:ext cx="47616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2800">
                <a:solidFill>
                  <a:srgbClr val="FFFFFF"/>
                </a:solidFill>
                <a:latin typeface="Calibri"/>
                <a:ea typeface="Calibri"/>
                <a:cs typeface="Calibri"/>
                <a:sym typeface="Calibri"/>
              </a:rPr>
              <a:t>Summary and Key Takeaways</a:t>
            </a:r>
            <a:endParaRPr sz="2800">
              <a:solidFill>
                <a:srgbClr val="FFFFFF"/>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76"/>
          <p:cNvSpPr txBox="1"/>
          <p:nvPr/>
        </p:nvSpPr>
        <p:spPr>
          <a:xfrm>
            <a:off x="1126949" y="1542200"/>
            <a:ext cx="6950400" cy="646200"/>
          </a:xfrm>
          <a:prstGeom prst="rect">
            <a:avLst/>
          </a:prstGeom>
          <a:noFill/>
          <a:ln>
            <a:noFill/>
          </a:ln>
        </p:spPr>
        <p:txBody>
          <a:bodyPr anchorCtr="0" anchor="t" bIns="45700" lIns="91425" spcFirstLastPara="1" rIns="91425" wrap="square" tIns="45700">
            <a:noAutofit/>
          </a:bodyPr>
          <a:lstStyle/>
          <a:p>
            <a:pPr indent="-342900" lvl="0" marL="457200" rtl="0" algn="l">
              <a:spcBef>
                <a:spcPts val="0"/>
              </a:spcBef>
              <a:spcAft>
                <a:spcPts val="0"/>
              </a:spcAft>
              <a:buClr>
                <a:schemeClr val="lt1"/>
              </a:buClr>
              <a:buSzPts val="1800"/>
              <a:buFont typeface="Calibri"/>
              <a:buChar char="●"/>
            </a:pPr>
            <a:r>
              <a:rPr b="1" lang="en-IN" sz="1800">
                <a:solidFill>
                  <a:schemeClr val="lt1"/>
                </a:solidFill>
                <a:latin typeface="Calibri"/>
                <a:ea typeface="Calibri"/>
                <a:cs typeface="Calibri"/>
                <a:sym typeface="Calibri"/>
              </a:rPr>
              <a:t>Current trends</a:t>
            </a:r>
            <a:r>
              <a:rPr lang="en-IN" sz="1800">
                <a:solidFill>
                  <a:schemeClr val="lt1"/>
                </a:solidFill>
                <a:latin typeface="Calibri"/>
                <a:ea typeface="Calibri"/>
                <a:cs typeface="Calibri"/>
                <a:sym typeface="Calibri"/>
              </a:rPr>
              <a:t>: Rapid adoption of cloud services, increased use of AI and ML, enhanced cloud security and focus on sustainability</a:t>
            </a:r>
            <a:br>
              <a:rPr lang="en-IN" sz="1800">
                <a:solidFill>
                  <a:schemeClr val="lt1"/>
                </a:solidFill>
                <a:latin typeface="Calibri"/>
                <a:ea typeface="Calibri"/>
                <a:cs typeface="Calibri"/>
                <a:sym typeface="Calibri"/>
              </a:rPr>
            </a:b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b="1" lang="en-IN" sz="1800">
                <a:solidFill>
                  <a:schemeClr val="lt1"/>
                </a:solidFill>
                <a:latin typeface="Calibri"/>
                <a:ea typeface="Calibri"/>
                <a:cs typeface="Calibri"/>
                <a:sym typeface="Calibri"/>
              </a:rPr>
              <a:t>Innovations in cloud technology</a:t>
            </a:r>
            <a:r>
              <a:rPr lang="en-IN" sz="1800">
                <a:solidFill>
                  <a:schemeClr val="lt1"/>
                </a:solidFill>
                <a:latin typeface="Calibri"/>
                <a:ea typeface="Calibri"/>
                <a:cs typeface="Calibri"/>
                <a:sym typeface="Calibri"/>
              </a:rPr>
              <a:t>: Serverless services; containers on demand; pre-built container images; and cloud GPUs, TPUs and FPGAs</a:t>
            </a:r>
            <a:br>
              <a:rPr lang="en-IN" sz="1800">
                <a:solidFill>
                  <a:schemeClr val="lt1"/>
                </a:solidFill>
                <a:latin typeface="Calibri"/>
                <a:ea typeface="Calibri"/>
                <a:cs typeface="Calibri"/>
                <a:sym typeface="Calibri"/>
              </a:rPr>
            </a:b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b="1" lang="en-IN" sz="1800">
                <a:solidFill>
                  <a:schemeClr val="lt1"/>
                </a:solidFill>
                <a:latin typeface="Calibri"/>
                <a:ea typeface="Calibri"/>
                <a:cs typeface="Calibri"/>
                <a:sym typeface="Calibri"/>
              </a:rPr>
              <a:t>Future outlook and predictions</a:t>
            </a:r>
            <a:r>
              <a:rPr lang="en-IN" sz="1800">
                <a:solidFill>
                  <a:schemeClr val="lt1"/>
                </a:solidFill>
                <a:latin typeface="Calibri"/>
                <a:ea typeface="Calibri"/>
                <a:cs typeface="Calibri"/>
                <a:sym typeface="Calibri"/>
              </a:rPr>
              <a:t>:</a:t>
            </a:r>
            <a:r>
              <a:rPr b="1" lang="en-IN" sz="1800">
                <a:solidFill>
                  <a:schemeClr val="lt1"/>
                </a:solidFill>
                <a:latin typeface="Calibri"/>
                <a:ea typeface="Calibri"/>
                <a:cs typeface="Calibri"/>
                <a:sym typeface="Calibri"/>
              </a:rPr>
              <a:t> </a:t>
            </a:r>
            <a:r>
              <a:rPr lang="en-IN" sz="1800">
                <a:solidFill>
                  <a:schemeClr val="lt1"/>
                </a:solidFill>
                <a:latin typeface="Calibri"/>
                <a:ea typeface="Calibri"/>
                <a:cs typeface="Calibri"/>
                <a:sym typeface="Calibri"/>
              </a:rPr>
              <a:t>Greater integration of blockchain technology, advancements in IoT and increased adoption of edge computing</a:t>
            </a:r>
            <a:endParaRPr sz="1800">
              <a:solidFill>
                <a:schemeClr val="lt1"/>
              </a:solidFill>
              <a:latin typeface="Calibri"/>
              <a:ea typeface="Calibri"/>
              <a:cs typeface="Calibri"/>
              <a:sym typeface="Calibri"/>
            </a:endParaRPr>
          </a:p>
        </p:txBody>
      </p:sp>
      <p:sp>
        <p:nvSpPr>
          <p:cNvPr id="1022" name="Google Shape;1022;p76"/>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023" name="Google Shape;1023;p76"/>
          <p:cNvSpPr txBox="1"/>
          <p:nvPr/>
        </p:nvSpPr>
        <p:spPr>
          <a:xfrm>
            <a:off x="638175" y="974124"/>
            <a:ext cx="4887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3</a:t>
            </a:r>
            <a:endParaRPr/>
          </a:p>
        </p:txBody>
      </p:sp>
      <p:sp>
        <p:nvSpPr>
          <p:cNvPr id="1024" name="Google Shape;1024;p76"/>
          <p:cNvSpPr txBox="1"/>
          <p:nvPr/>
        </p:nvSpPr>
        <p:spPr>
          <a:xfrm>
            <a:off x="1126962" y="974124"/>
            <a:ext cx="5566200" cy="646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N" sz="1800">
                <a:solidFill>
                  <a:schemeClr val="lt1"/>
                </a:solidFill>
                <a:latin typeface="Calibri"/>
                <a:ea typeface="Calibri"/>
                <a:cs typeface="Calibri"/>
                <a:sym typeface="Calibri"/>
              </a:rPr>
              <a:t>Emerging Trends and Future of Cloud Computing</a:t>
            </a:r>
            <a:endParaRPr b="1" sz="1800">
              <a:solidFill>
                <a:schemeClr val="lt1"/>
              </a:solidFill>
              <a:latin typeface="Calibri"/>
              <a:ea typeface="Calibri"/>
              <a:cs typeface="Calibri"/>
              <a:sym typeface="Calibri"/>
            </a:endParaRPr>
          </a:p>
        </p:txBody>
      </p:sp>
      <p:sp>
        <p:nvSpPr>
          <p:cNvPr id="1025" name="Google Shape;1025;p76"/>
          <p:cNvSpPr txBox="1"/>
          <p:nvPr/>
        </p:nvSpPr>
        <p:spPr>
          <a:xfrm>
            <a:off x="638175" y="273900"/>
            <a:ext cx="47616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2800">
                <a:solidFill>
                  <a:srgbClr val="FFFFFF"/>
                </a:solidFill>
                <a:latin typeface="Calibri"/>
                <a:ea typeface="Calibri"/>
                <a:cs typeface="Calibri"/>
                <a:sym typeface="Calibri"/>
              </a:rPr>
              <a:t>Summary and Key Takeaways</a:t>
            </a:r>
            <a:endParaRPr sz="2800">
              <a:solidFill>
                <a:srgbClr val="FFFFFF"/>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77"/>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
        <p:nvSpPr>
          <p:cNvPr id="1031" name="Google Shape;1031;p77"/>
          <p:cNvSpPr txBox="1"/>
          <p:nvPr/>
        </p:nvSpPr>
        <p:spPr>
          <a:xfrm>
            <a:off x="2355788" y="2310144"/>
            <a:ext cx="4432500" cy="523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IN" sz="2800">
                <a:solidFill>
                  <a:schemeClr val="lt1"/>
                </a:solidFill>
                <a:latin typeface="Calibri"/>
                <a:ea typeface="Calibri"/>
                <a:cs typeface="Calibri"/>
                <a:sym typeface="Calibri"/>
              </a:rPr>
              <a:t>Questions and Discussions</a:t>
            </a:r>
            <a:endParaRPr sz="2800">
              <a:solidFill>
                <a:schemeClr val="lt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78"/>
          <p:cNvSpPr txBox="1"/>
          <p:nvPr/>
        </p:nvSpPr>
        <p:spPr>
          <a:xfrm>
            <a:off x="555037" y="2114911"/>
            <a:ext cx="6895200" cy="11721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Proxima Nova"/>
              <a:buNone/>
            </a:pPr>
            <a:r>
              <a:rPr lang="en-IN" sz="4000">
                <a:solidFill>
                  <a:schemeClr val="dk1"/>
                </a:solidFill>
                <a:latin typeface="Proxima Nova"/>
                <a:ea typeface="Proxima Nova"/>
                <a:cs typeface="Proxima Nova"/>
                <a:sym typeface="Proxima Nova"/>
              </a:rPr>
              <a:t>Thank You!</a:t>
            </a:r>
            <a:endParaRPr sz="4000">
              <a:solidFill>
                <a:schemeClr val="dk1"/>
              </a:solidFill>
              <a:latin typeface="Proxima Nova"/>
              <a:ea typeface="Proxima Nova"/>
              <a:cs typeface="Proxima Nova"/>
              <a:sym typeface="Proxima Nova"/>
            </a:endParaRPr>
          </a:p>
        </p:txBody>
      </p:sp>
      <p:pic>
        <p:nvPicPr>
          <p:cNvPr id="1037" name="Google Shape;1037;p78"/>
          <p:cNvPicPr preferRelativeResize="0"/>
          <p:nvPr/>
        </p:nvPicPr>
        <p:blipFill rotWithShape="1">
          <a:blip r:embed="rId3">
            <a:alphaModFix/>
          </a:blip>
          <a:srcRect b="0" l="0" r="0" t="0"/>
          <a:stretch/>
        </p:blipFill>
        <p:spPr>
          <a:xfrm>
            <a:off x="7582370" y="0"/>
            <a:ext cx="1356541" cy="1577482"/>
          </a:xfrm>
          <a:prstGeom prst="rect">
            <a:avLst/>
          </a:prstGeom>
          <a:noFill/>
          <a:ln>
            <a:noFill/>
          </a:ln>
        </p:spPr>
      </p:pic>
      <p:sp>
        <p:nvSpPr>
          <p:cNvPr id="1038" name="Google Shape;1038;p78"/>
          <p:cNvSpPr txBox="1"/>
          <p:nvPr/>
        </p:nvSpPr>
        <p:spPr>
          <a:xfrm>
            <a:off x="1157111" y="716037"/>
            <a:ext cx="1655700" cy="1311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400"/>
              <a:buFont typeface="Arial"/>
              <a:buNone/>
            </a:pPr>
            <a:r>
              <a:t/>
            </a:r>
            <a:endParaRPr sz="1400">
              <a:solidFill>
                <a:schemeClr val="lt1"/>
              </a:solidFill>
              <a:latin typeface="Proxima Nova"/>
              <a:ea typeface="Proxima Nova"/>
              <a:cs typeface="Proxima Nova"/>
              <a:sym typeface="Proxima Nova"/>
            </a:endParaRPr>
          </a:p>
          <a:p>
            <a:pPr indent="0" lvl="0" marL="0" marR="0" rtl="0" algn="l">
              <a:lnSpc>
                <a:spcPct val="90000"/>
              </a:lnSpc>
              <a:spcBef>
                <a:spcPts val="1000"/>
              </a:spcBef>
              <a:spcAft>
                <a:spcPts val="0"/>
              </a:spcAft>
              <a:buClr>
                <a:schemeClr val="dk1"/>
              </a:buClr>
              <a:buSzPts val="1400"/>
              <a:buFont typeface="Arial"/>
              <a:buNone/>
            </a:pPr>
            <a:r>
              <a:rPr i="1" lang="en-IN" sz="1400">
                <a:solidFill>
                  <a:schemeClr val="dk1"/>
                </a:solidFill>
                <a:latin typeface="Proxima Nova"/>
                <a:ea typeface="Proxima Nova"/>
                <a:cs typeface="Proxima Nova"/>
                <a:sym typeface="Proxima Nova"/>
              </a:rPr>
              <a:t>    #LifeKoKaroLift</a:t>
            </a:r>
            <a:endParaRPr i="1" sz="1400">
              <a:solidFill>
                <a:schemeClr val="dk1"/>
              </a:solidFill>
              <a:latin typeface="Proxima Nova"/>
              <a:ea typeface="Proxima Nova"/>
              <a:cs typeface="Proxima Nova"/>
              <a:sym typeface="Proxima Nova"/>
            </a:endParaRPr>
          </a:p>
        </p:txBody>
      </p:sp>
      <p:sp>
        <p:nvSpPr>
          <p:cNvPr id="1039" name="Google Shape;1039;p78"/>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STER_UPGRAD">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