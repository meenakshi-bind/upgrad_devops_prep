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Proxima Nova"/>
      <p:regular r:id="rId43"/>
      <p:bold r:id="rId44"/>
      <p:italic r:id="rId45"/>
      <p:boldItalic r:id="rId46"/>
    </p:embeddedFont>
    <p:embeddedFont>
      <p:font typeface="Roboto"/>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51" roundtripDataSignature="AMtx7mgBpc8yzPLY4ZR2TQrQsYn4iV/e9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ProximaNova-bold.fntdata"/><Relationship Id="rId43" Type="http://schemas.openxmlformats.org/officeDocument/2006/relationships/font" Target="fonts/ProximaNova-regular.fntdata"/><Relationship Id="rId46" Type="http://schemas.openxmlformats.org/officeDocument/2006/relationships/font" Target="fonts/ProximaNova-boldItalic.fntdata"/><Relationship Id="rId45" Type="http://schemas.openxmlformats.org/officeDocument/2006/relationships/font" Target="fonts/ProximaNova-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fntdata"/><Relationship Id="rId47" Type="http://schemas.openxmlformats.org/officeDocument/2006/relationships/font" Target="fonts/Roboto-regular.fntdata"/><Relationship Id="rId4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font" Target="fonts/Robo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9" name="Google Shape;61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627" name="Google Shape;62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ec6e1c504f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659" name="Google Shape;659;g2ec6e1c504f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699" name="Google Shape;69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709" name="Google Shape;70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719" name="Google Shape;71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729" name="Google Shape;72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739" name="Google Shape;73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7" name="Google Shape;75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1" name="Google Shape;78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2" name="Google Shape;80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1" name="Google Shape;81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2" name="Google Shape;82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3" name="Google Shape;89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2" name="Google Shape;90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1" name="Google Shape;91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9" name="Google Shape;929;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7" name="Google Shape;947;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6" name="Google Shape;956;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6" name="Google Shape;966;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3" name="Google Shape;100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2.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3.png"/><Relationship Id="rId4" Type="http://schemas.openxmlformats.org/officeDocument/2006/relationships/image" Target="../media/image13.png"/><Relationship Id="rId5"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23.png"/><Relationship Id="rId4" Type="http://schemas.openxmlformats.org/officeDocument/2006/relationships/image" Target="../media/image17.png"/><Relationship Id="rId10" Type="http://schemas.openxmlformats.org/officeDocument/2006/relationships/image" Target="../media/image4.png"/><Relationship Id="rId9" Type="http://schemas.openxmlformats.org/officeDocument/2006/relationships/image" Target="../media/image20.png"/><Relationship Id="rId5" Type="http://schemas.openxmlformats.org/officeDocument/2006/relationships/image" Target="../media/image24.png"/><Relationship Id="rId6" Type="http://schemas.openxmlformats.org/officeDocument/2006/relationships/image" Target="../media/image15.png"/><Relationship Id="rId7" Type="http://schemas.openxmlformats.org/officeDocument/2006/relationships/image" Target="../media/image14.png"/><Relationship Id="rId8" Type="http://schemas.openxmlformats.org/officeDocument/2006/relationships/image" Target="../media/image2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6.png"/><Relationship Id="rId4" Type="http://schemas.openxmlformats.org/officeDocument/2006/relationships/image" Target="../media/image41.png"/><Relationship Id="rId11" Type="http://schemas.openxmlformats.org/officeDocument/2006/relationships/image" Target="../media/image34.png"/><Relationship Id="rId10" Type="http://schemas.openxmlformats.org/officeDocument/2006/relationships/image" Target="../media/image42.png"/><Relationship Id="rId12" Type="http://schemas.openxmlformats.org/officeDocument/2006/relationships/image" Target="../media/image4.png"/><Relationship Id="rId9" Type="http://schemas.openxmlformats.org/officeDocument/2006/relationships/image" Target="../media/image27.png"/><Relationship Id="rId5" Type="http://schemas.openxmlformats.org/officeDocument/2006/relationships/image" Target="../media/image31.png"/><Relationship Id="rId6" Type="http://schemas.openxmlformats.org/officeDocument/2006/relationships/image" Target="../media/image28.png"/><Relationship Id="rId7" Type="http://schemas.openxmlformats.org/officeDocument/2006/relationships/image" Target="../media/image49.png"/><Relationship Id="rId8" Type="http://schemas.openxmlformats.org/officeDocument/2006/relationships/image" Target="../media/image3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22.png"/><Relationship Id="rId4"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3.png"/><Relationship Id="rId4" Type="http://schemas.openxmlformats.org/officeDocument/2006/relationships/image" Target="../media/image13.png"/><Relationship Id="rId5"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23.png"/><Relationship Id="rId4" Type="http://schemas.openxmlformats.org/officeDocument/2006/relationships/image" Target="../media/image17.png"/><Relationship Id="rId10" Type="http://schemas.openxmlformats.org/officeDocument/2006/relationships/image" Target="../media/image4.png"/><Relationship Id="rId9" Type="http://schemas.openxmlformats.org/officeDocument/2006/relationships/image" Target="../media/image20.png"/><Relationship Id="rId5" Type="http://schemas.openxmlformats.org/officeDocument/2006/relationships/image" Target="../media/image24.png"/><Relationship Id="rId6" Type="http://schemas.openxmlformats.org/officeDocument/2006/relationships/image" Target="../media/image15.png"/><Relationship Id="rId7" Type="http://schemas.openxmlformats.org/officeDocument/2006/relationships/image" Target="../media/image14.png"/><Relationship Id="rId8" Type="http://schemas.openxmlformats.org/officeDocument/2006/relationships/image" Target="../media/image29.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4" name="Shape 14"/>
        <p:cNvGrpSpPr/>
        <p:nvPr/>
      </p:nvGrpSpPr>
      <p:grpSpPr>
        <a:xfrm>
          <a:off x="0" y="0"/>
          <a:ext cx="0" cy="0"/>
          <a:chOff x="0" y="0"/>
          <a:chExt cx="0" cy="0"/>
        </a:xfrm>
      </p:grpSpPr>
      <p:sp>
        <p:nvSpPr>
          <p:cNvPr id="15" name="Google Shape;15;p39"/>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9"/>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1pPr>
            <a:lvl2pPr lvl="1" marR="0" rtl="0" algn="ctr">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375"/>
              </a:spcBef>
              <a:spcAft>
                <a:spcPts val="0"/>
              </a:spcAft>
              <a:buClr>
                <a:schemeClr val="dk1"/>
              </a:buClr>
              <a:buSzPts val="1350"/>
              <a:buFont typeface="Arial"/>
              <a:buNone/>
              <a:defRPr b="0" i="0" sz="1350" u="none" cap="none" strike="noStrike">
                <a:solidFill>
                  <a:schemeClr val="dk1"/>
                </a:solidFill>
                <a:latin typeface="Calibri"/>
                <a:ea typeface="Calibri"/>
                <a:cs typeface="Calibri"/>
                <a:sym typeface="Calibri"/>
              </a:defRPr>
            </a:lvl3pPr>
            <a:lvl4pPr lvl="3"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17" name="Google Shape;17;p39"/>
          <p:cNvSpPr txBox="1"/>
          <p:nvPr>
            <p:ph idx="10" type="dt"/>
          </p:nvPr>
        </p:nvSpPr>
        <p:spPr>
          <a:xfrm>
            <a:off x="663921" y="4653887"/>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rgbClr val="E72D4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39"/>
          <p:cNvSpPr txBox="1"/>
          <p:nvPr>
            <p:ph idx="12" type="sldNum"/>
          </p:nvPr>
        </p:nvSpPr>
        <p:spPr>
          <a:xfrm>
            <a:off x="6616976" y="4012406"/>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E72D40"/>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E72D40"/>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E72D40"/>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E72D40"/>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E72D40"/>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E72D40"/>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E72D40"/>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E72D40"/>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E72D40"/>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9" name="Google Shape;19;p39"/>
          <p:cNvSpPr/>
          <p:nvPr/>
        </p:nvSpPr>
        <p:spPr>
          <a:xfrm>
            <a:off x="0" y="0"/>
            <a:ext cx="9144000" cy="4653887"/>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pic>
        <p:nvPicPr>
          <p:cNvPr id="20" name="Google Shape;20;p39"/>
          <p:cNvPicPr preferRelativeResize="0"/>
          <p:nvPr/>
        </p:nvPicPr>
        <p:blipFill rotWithShape="1">
          <a:blip r:embed="rId2">
            <a:alphaModFix/>
          </a:blip>
          <a:srcRect b="0" l="0" r="0" t="0"/>
          <a:stretch/>
        </p:blipFill>
        <p:spPr>
          <a:xfrm>
            <a:off x="663922" y="571887"/>
            <a:ext cx="2057400" cy="548993"/>
          </a:xfrm>
          <a:prstGeom prst="rect">
            <a:avLst/>
          </a:prstGeom>
          <a:noFill/>
          <a:ln>
            <a:noFill/>
          </a:ln>
        </p:spPr>
      </p:pic>
    </p:spTree>
  </p:cSld>
  <p:clrMapOvr>
    <a:masterClrMapping/>
  </p:clrMapOvr>
  <p:extLst>
    <p:ext uri="{DCECCB84-F9BA-43D5-87BE-67443E8EF086}">
      <p15:sldGuideLst>
        <p15:guide id="1" pos="397">
          <p15:clr>
            <a:srgbClr val="FBAE40"/>
          </p15:clr>
        </p15:guide>
        <p15:guide id="2" orient="horz" pos="378">
          <p15:clr>
            <a:srgbClr val="FBAE40"/>
          </p15:clr>
        </p15:guide>
        <p15:guide id="3" orient="horz" pos="923">
          <p15:clr>
            <a:srgbClr val="FBAE40"/>
          </p15:clr>
        </p15:guide>
        <p15:guide id="4" orient="horz" pos="1756">
          <p15:clr>
            <a:srgbClr val="FBAE40"/>
          </p15:clr>
        </p15:guide>
        <p15:guide id="5" pos="33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p:cSld name="2_Divider">
    <p:spTree>
      <p:nvGrpSpPr>
        <p:cNvPr id="21" name="Shape 21"/>
        <p:cNvGrpSpPr/>
        <p:nvPr/>
      </p:nvGrpSpPr>
      <p:grpSpPr>
        <a:xfrm>
          <a:off x="0" y="0"/>
          <a:ext cx="0" cy="0"/>
          <a:chOff x="0" y="0"/>
          <a:chExt cx="0" cy="0"/>
        </a:xfrm>
      </p:grpSpPr>
      <p:sp>
        <p:nvSpPr>
          <p:cNvPr id="22" name="Google Shape;22;p40"/>
          <p:cNvSpPr/>
          <p:nvPr>
            <p:ph idx="2" type="pic"/>
          </p:nvPr>
        </p:nvSpPr>
        <p:spPr>
          <a:xfrm>
            <a:off x="0" y="0"/>
            <a:ext cx="9144000" cy="5143500"/>
          </a:xfrm>
          <a:prstGeom prst="rect">
            <a:avLst/>
          </a:prstGeom>
          <a:noFill/>
          <a:ln>
            <a:noFill/>
          </a:ln>
        </p:spPr>
      </p:sp>
      <p:sp>
        <p:nvSpPr>
          <p:cNvPr id="23" name="Google Shape;23;p4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Proxima Nova"/>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4" name="Google Shape;24;p4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25" name="Google Shape;25;p40"/>
          <p:cNvPicPr preferRelativeResize="0"/>
          <p:nvPr/>
        </p:nvPicPr>
        <p:blipFill rotWithShape="1">
          <a:blip r:embed="rId2">
            <a:alphaModFix/>
          </a:blip>
          <a:srcRect b="0" l="0" r="0" t="0"/>
          <a:stretch/>
        </p:blipFill>
        <p:spPr>
          <a:xfrm>
            <a:off x="628650" y="546100"/>
            <a:ext cx="3259769" cy="4033989"/>
          </a:xfrm>
          <a:prstGeom prst="rect">
            <a:avLst/>
          </a:prstGeom>
          <a:noFill/>
          <a:ln>
            <a:noFill/>
          </a:ln>
        </p:spPr>
      </p:pic>
      <p:sp>
        <p:nvSpPr>
          <p:cNvPr id="26" name="Google Shape;26;p40"/>
          <p:cNvSpPr txBox="1"/>
          <p:nvPr/>
        </p:nvSpPr>
        <p:spPr>
          <a:xfrm>
            <a:off x="971550" y="1260629"/>
            <a:ext cx="2552886" cy="15802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1400"/>
              <a:buFont typeface="Arial"/>
              <a:buNone/>
            </a:pPr>
            <a:r>
              <a:rPr b="0" i="0" lang="en-IN" sz="1400" u="none" cap="none" strike="noStrike">
                <a:solidFill>
                  <a:schemeClr val="lt1"/>
                </a:solidFill>
                <a:latin typeface="Proxima Nova"/>
                <a:ea typeface="Proxima Nova"/>
                <a:cs typeface="Proxima Nova"/>
                <a:sym typeface="Proxima Nova"/>
              </a:rPr>
              <a:t>Edit Master text styles</a:t>
            </a:r>
            <a:endParaRPr b="0" i="0" sz="1800" u="none" cap="none" strike="noStrike">
              <a:solidFill>
                <a:schemeClr val="dk1"/>
              </a:solidFill>
              <a:latin typeface="Calibri"/>
              <a:ea typeface="Calibri"/>
              <a:cs typeface="Calibri"/>
              <a:sym typeface="Calibri"/>
            </a:endParaRPr>
          </a:p>
        </p:txBody>
      </p:sp>
      <p:pic>
        <p:nvPicPr>
          <p:cNvPr id="27" name="Google Shape;27;p40"/>
          <p:cNvPicPr preferRelativeResize="0"/>
          <p:nvPr/>
        </p:nvPicPr>
        <p:blipFill rotWithShape="1">
          <a:blip r:embed="rId2">
            <a:alphaModFix/>
          </a:blip>
          <a:srcRect b="0" l="0" r="0" t="0"/>
          <a:stretch/>
        </p:blipFill>
        <p:spPr>
          <a:xfrm>
            <a:off x="628650" y="546100"/>
            <a:ext cx="3259769" cy="4033989"/>
          </a:xfrm>
          <a:prstGeom prst="rect">
            <a:avLst/>
          </a:prstGeom>
          <a:noFill/>
          <a:ln>
            <a:noFill/>
          </a:ln>
        </p:spPr>
      </p:pic>
      <p:sp>
        <p:nvSpPr>
          <p:cNvPr id="28" name="Google Shape;28;p40"/>
          <p:cNvSpPr txBox="1"/>
          <p:nvPr/>
        </p:nvSpPr>
        <p:spPr>
          <a:xfrm>
            <a:off x="971550" y="1260629"/>
            <a:ext cx="2552886" cy="15802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1400"/>
              <a:buFont typeface="Arial"/>
              <a:buNone/>
            </a:pPr>
            <a:r>
              <a:rPr b="0" i="0" lang="en-IN" sz="1400" u="none" cap="none" strike="noStrike">
                <a:solidFill>
                  <a:schemeClr val="lt1"/>
                </a:solidFill>
                <a:latin typeface="Proxima Nova"/>
                <a:ea typeface="Proxima Nova"/>
                <a:cs typeface="Proxima Nova"/>
                <a:sym typeface="Proxima Nova"/>
              </a:rPr>
              <a:t>Edit Master text styles</a:t>
            </a:r>
            <a:endParaRPr b="0" i="0" sz="1800" u="none" cap="none" strike="noStrike">
              <a:solidFill>
                <a:schemeClr val="dk1"/>
              </a:solidFill>
              <a:latin typeface="Calibri"/>
              <a:ea typeface="Calibri"/>
              <a:cs typeface="Calibri"/>
              <a:sym typeface="Calibri"/>
            </a:endParaRPr>
          </a:p>
        </p:txBody>
      </p:sp>
    </p:spTree>
  </p:cSld>
  <p:clrMapOvr>
    <a:masterClrMapping/>
  </p:clrMapOvr>
  <p:extLst>
    <p:ext uri="{DCECCB84-F9BA-43D5-87BE-67443E8EF086}">
      <p15:sldGuideLst>
        <p15:guide id="1" orient="horz" pos="2890">
          <p15:clr>
            <a:srgbClr val="FBAE40"/>
          </p15:clr>
        </p15:guide>
        <p15:guide id="2" pos="612">
          <p15:clr>
            <a:srgbClr val="FBAE40"/>
          </p15:clr>
        </p15:guide>
        <p15:guide id="3" pos="2222">
          <p15:clr>
            <a:srgbClr val="FBAE40"/>
          </p15:clr>
        </p15:guide>
        <p15:guide id="4" orient="horz" pos="16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2 Line Title and Content">
  <p:cSld name="1_2 Line Title and Content">
    <p:spTree>
      <p:nvGrpSpPr>
        <p:cNvPr id="29" name="Shape 29"/>
        <p:cNvGrpSpPr/>
        <p:nvPr/>
      </p:nvGrpSpPr>
      <p:grpSpPr>
        <a:xfrm>
          <a:off x="0" y="0"/>
          <a:ext cx="0" cy="0"/>
          <a:chOff x="0" y="0"/>
          <a:chExt cx="0" cy="0"/>
        </a:xfrm>
      </p:grpSpPr>
      <p:sp>
        <p:nvSpPr>
          <p:cNvPr id="30" name="Google Shape;30;p4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32" name="Google Shape;32;p41"/>
          <p:cNvSpPr txBox="1"/>
          <p:nvPr>
            <p:ph idx="1" type="body"/>
          </p:nvPr>
        </p:nvSpPr>
        <p:spPr>
          <a:xfrm>
            <a:off x="3303588" y="1816100"/>
            <a:ext cx="5265737" cy="2619375"/>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3" name="Google Shape;33;p41"/>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34" name="Google Shape;34;p41"/>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5" name="Google Shape;35;p41"/>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pos="397">
          <p15:clr>
            <a:srgbClr val="FBAE40"/>
          </p15:clr>
        </p15:guide>
        <p15:guide id="2" orient="horz" pos="378">
          <p15:clr>
            <a:srgbClr val="FBAE40"/>
          </p15:clr>
        </p15:guide>
        <p15:guide id="3" orient="horz" pos="923">
          <p15:clr>
            <a:srgbClr val="FBAE40"/>
          </p15:clr>
        </p15:guide>
        <p15:guide id="4" orient="horz" pos="2794">
          <p15:clr>
            <a:srgbClr val="FBAE40"/>
          </p15:clr>
        </p15:guide>
        <p15:guide id="5" pos="2081">
          <p15:clr>
            <a:srgbClr val="FBAE40"/>
          </p15:clr>
        </p15:guide>
        <p15:guide id="6" orient="horz" pos="11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Header">
  <p:cSld name="6_Section Header">
    <p:spTree>
      <p:nvGrpSpPr>
        <p:cNvPr id="36" name="Shape 36"/>
        <p:cNvGrpSpPr/>
        <p:nvPr/>
      </p:nvGrpSpPr>
      <p:grpSpPr>
        <a:xfrm>
          <a:off x="0" y="0"/>
          <a:ext cx="0" cy="0"/>
          <a:chOff x="0" y="0"/>
          <a:chExt cx="0" cy="0"/>
        </a:xfrm>
      </p:grpSpPr>
      <p:sp>
        <p:nvSpPr>
          <p:cNvPr id="37" name="Google Shape;37;p42"/>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38" name="Google Shape;38;p42"/>
          <p:cNvSpPr/>
          <p:nvPr/>
        </p:nvSpPr>
        <p:spPr>
          <a:xfrm>
            <a:off x="629841" y="2556933"/>
            <a:ext cx="7891859" cy="826623"/>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grpSp>
        <p:nvGrpSpPr>
          <p:cNvPr id="39" name="Google Shape;39;p42"/>
          <p:cNvGrpSpPr/>
          <p:nvPr/>
        </p:nvGrpSpPr>
        <p:grpSpPr>
          <a:xfrm>
            <a:off x="994787" y="3020755"/>
            <a:ext cx="775019" cy="174751"/>
            <a:chOff x="1326382" y="4041646"/>
            <a:chExt cx="2597497" cy="653143"/>
          </a:xfrm>
        </p:grpSpPr>
        <p:sp>
          <p:nvSpPr>
            <p:cNvPr id="40" name="Google Shape;40;p42"/>
            <p:cNvSpPr/>
            <p:nvPr/>
          </p:nvSpPr>
          <p:spPr>
            <a:xfrm>
              <a:off x="1326382"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41" name="Google Shape;41;p42"/>
            <p:cNvSpPr/>
            <p:nvPr/>
          </p:nvSpPr>
          <p:spPr>
            <a:xfrm>
              <a:off x="1974500"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42" name="Google Shape;42;p42"/>
            <p:cNvSpPr/>
            <p:nvPr/>
          </p:nvSpPr>
          <p:spPr>
            <a:xfrm>
              <a:off x="2622617"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43" name="Google Shape;43;p42"/>
            <p:cNvSpPr/>
            <p:nvPr/>
          </p:nvSpPr>
          <p:spPr>
            <a:xfrm>
              <a:off x="3270737" y="4041646"/>
              <a:ext cx="653142"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44" name="Google Shape;44;p42"/>
            <p:cNvSpPr/>
            <p:nvPr/>
          </p:nvSpPr>
          <p:spPr>
            <a:xfrm>
              <a:off x="3597306" y="4041650"/>
              <a:ext cx="326569" cy="653139"/>
            </a:xfrm>
            <a:custGeom>
              <a:rect b="b" l="l" r="r" t="t"/>
              <a:pathLst>
                <a:path extrusionOk="0" h="653141" w="32657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grpSp>
      <p:sp>
        <p:nvSpPr>
          <p:cNvPr id="45" name="Google Shape;45;p42"/>
          <p:cNvSpPr txBox="1"/>
          <p:nvPr>
            <p:ph idx="1" type="body"/>
          </p:nvPr>
        </p:nvSpPr>
        <p:spPr>
          <a:xfrm>
            <a:off x="1029406" y="2721203"/>
            <a:ext cx="846528" cy="24904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350"/>
              <a:buFont typeface="Arial"/>
              <a:buNone/>
              <a:defRPr b="0" i="0" sz="13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6" name="Google Shape;46;p42"/>
          <p:cNvSpPr txBox="1"/>
          <p:nvPr>
            <p:ph idx="2" type="body"/>
          </p:nvPr>
        </p:nvSpPr>
        <p:spPr>
          <a:xfrm>
            <a:off x="1921844" y="3016014"/>
            <a:ext cx="946585" cy="18423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 name="Google Shape;47;p42"/>
          <p:cNvSpPr txBox="1"/>
          <p:nvPr>
            <p:ph idx="3" type="body"/>
          </p:nvPr>
        </p:nvSpPr>
        <p:spPr>
          <a:xfrm>
            <a:off x="2868429" y="3714682"/>
            <a:ext cx="2471738" cy="1312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8" name="Google Shape;48;p42"/>
          <p:cNvSpPr txBox="1"/>
          <p:nvPr>
            <p:ph idx="10" type="dt"/>
          </p:nvPr>
        </p:nvSpPr>
        <p:spPr>
          <a:xfrm>
            <a:off x="636742"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Proxima Nova"/>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49" name="Google Shape;49;p42"/>
          <p:cNvSpPr txBox="1"/>
          <p:nvPr>
            <p:ph idx="12" type="sldNum"/>
          </p:nvPr>
        </p:nvSpPr>
        <p:spPr>
          <a:xfrm>
            <a:off x="6466042"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50" name="Google Shape;50;p42"/>
          <p:cNvPicPr preferRelativeResize="0"/>
          <p:nvPr/>
        </p:nvPicPr>
        <p:blipFill rotWithShape="1">
          <a:blip r:embed="rId2">
            <a:alphaModFix/>
          </a:blip>
          <a:srcRect b="0" l="0" r="0" t="0"/>
          <a:stretch/>
        </p:blipFill>
        <p:spPr>
          <a:xfrm>
            <a:off x="7611920" y="303610"/>
            <a:ext cx="909780" cy="242888"/>
          </a:xfrm>
          <a:prstGeom prst="rect">
            <a:avLst/>
          </a:prstGeom>
          <a:noFill/>
          <a:ln>
            <a:noFill/>
          </a:ln>
        </p:spPr>
      </p:pic>
      <p:sp>
        <p:nvSpPr>
          <p:cNvPr id="51" name="Google Shape;51;p42"/>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52" name="Google Shape;52;p42"/>
          <p:cNvSpPr/>
          <p:nvPr/>
        </p:nvSpPr>
        <p:spPr>
          <a:xfrm>
            <a:off x="629841" y="2535239"/>
            <a:ext cx="7939088" cy="848318"/>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grpSp>
        <p:nvGrpSpPr>
          <p:cNvPr id="53" name="Google Shape;53;p42"/>
          <p:cNvGrpSpPr/>
          <p:nvPr/>
        </p:nvGrpSpPr>
        <p:grpSpPr>
          <a:xfrm>
            <a:off x="923664" y="3020755"/>
            <a:ext cx="775019" cy="174751"/>
            <a:chOff x="1326382" y="4041646"/>
            <a:chExt cx="2597497" cy="653143"/>
          </a:xfrm>
        </p:grpSpPr>
        <p:sp>
          <p:nvSpPr>
            <p:cNvPr id="54" name="Google Shape;54;p42"/>
            <p:cNvSpPr/>
            <p:nvPr/>
          </p:nvSpPr>
          <p:spPr>
            <a:xfrm>
              <a:off x="1326382"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55" name="Google Shape;55;p42"/>
            <p:cNvSpPr/>
            <p:nvPr/>
          </p:nvSpPr>
          <p:spPr>
            <a:xfrm>
              <a:off x="1974500"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56" name="Google Shape;56;p42"/>
            <p:cNvSpPr/>
            <p:nvPr/>
          </p:nvSpPr>
          <p:spPr>
            <a:xfrm>
              <a:off x="2622617"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57" name="Google Shape;57;p42"/>
            <p:cNvSpPr/>
            <p:nvPr/>
          </p:nvSpPr>
          <p:spPr>
            <a:xfrm>
              <a:off x="3270737" y="4041646"/>
              <a:ext cx="653142"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58" name="Google Shape;58;p42"/>
            <p:cNvSpPr/>
            <p:nvPr/>
          </p:nvSpPr>
          <p:spPr>
            <a:xfrm>
              <a:off x="3597306" y="4041650"/>
              <a:ext cx="326569" cy="653139"/>
            </a:xfrm>
            <a:custGeom>
              <a:rect b="b" l="l" r="r" t="t"/>
              <a:pathLst>
                <a:path extrusionOk="0" h="653141" w="32657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grpSp>
      <p:sp>
        <p:nvSpPr>
          <p:cNvPr id="59" name="Google Shape;59;p42"/>
          <p:cNvSpPr txBox="1"/>
          <p:nvPr>
            <p:ph idx="4" type="body"/>
          </p:nvPr>
        </p:nvSpPr>
        <p:spPr>
          <a:xfrm>
            <a:off x="958283" y="2721203"/>
            <a:ext cx="846528" cy="24904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350"/>
              <a:buFont typeface="Arial"/>
              <a:buNone/>
              <a:defRPr b="0" i="0" sz="13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0" name="Google Shape;60;p42"/>
          <p:cNvSpPr txBox="1"/>
          <p:nvPr>
            <p:ph idx="5" type="body"/>
          </p:nvPr>
        </p:nvSpPr>
        <p:spPr>
          <a:xfrm>
            <a:off x="1850721" y="3016014"/>
            <a:ext cx="946585" cy="18423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1" name="Google Shape;61;p42"/>
          <p:cNvSpPr txBox="1"/>
          <p:nvPr>
            <p:ph type="title"/>
          </p:nvPr>
        </p:nvSpPr>
        <p:spPr>
          <a:xfrm>
            <a:off x="630238" y="600075"/>
            <a:ext cx="6246812" cy="44397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6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62" name="Google Shape;62;p42"/>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78">
          <p15:clr>
            <a:srgbClr val="FBAE40"/>
          </p15:clr>
        </p15:guide>
        <p15:guide id="2" orient="horz" pos="2210">
          <p15:clr>
            <a:srgbClr val="FBAE40"/>
          </p15:clr>
        </p15:guide>
        <p15:guide id="3" orient="horz" pos="2130">
          <p15:clr>
            <a:srgbClr val="FBAE40"/>
          </p15:clr>
        </p15:guide>
        <p15:guide id="4" orient="horz" pos="1597">
          <p15:clr>
            <a:srgbClr val="FBAE40"/>
          </p15:clr>
        </p15:guide>
        <p15:guide id="5" orient="horz" pos="2641">
          <p15:clr>
            <a:srgbClr val="FBAE40"/>
          </p15:clr>
        </p15:guide>
        <p15:guide id="6" pos="1134">
          <p15:clr>
            <a:srgbClr val="FBAE40"/>
          </p15:clr>
        </p15:guide>
        <p15:guide id="7" pos="433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63" name="Shape 63"/>
        <p:cNvGrpSpPr/>
        <p:nvPr/>
      </p:nvGrpSpPr>
      <p:grpSpPr>
        <a:xfrm>
          <a:off x="0" y="0"/>
          <a:ext cx="0" cy="0"/>
          <a:chOff x="0" y="0"/>
          <a:chExt cx="0" cy="0"/>
        </a:xfrm>
      </p:grpSpPr>
      <p:sp>
        <p:nvSpPr>
          <p:cNvPr id="64" name="Google Shape;64;p43"/>
          <p:cNvSpPr txBox="1"/>
          <p:nvPr>
            <p:ph type="title"/>
          </p:nvPr>
        </p:nvSpPr>
        <p:spPr>
          <a:xfrm>
            <a:off x="630238" y="544498"/>
            <a:ext cx="6196824" cy="56992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43"/>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6" name="Google Shape;66;p4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68" name="Google Shape;68;p4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SzPts val="900"/>
              <a:buNone/>
              <a:defRPr b="0" i="0" sz="900" u="none" cap="none" strike="noStrike">
                <a:solidFill>
                  <a:srgbClr val="888888"/>
                </a:solidFill>
                <a:latin typeface="Proxima Nova"/>
                <a:ea typeface="Proxima Nova"/>
                <a:cs typeface="Proxima Nova"/>
                <a:sym typeface="Proxima Nova"/>
              </a:defRPr>
            </a:lvl1pPr>
            <a:lvl2pPr indent="0" lvl="1" marL="0" algn="r">
              <a:lnSpc>
                <a:spcPct val="100000"/>
              </a:lnSpc>
              <a:spcBef>
                <a:spcPts val="0"/>
              </a:spcBef>
              <a:spcAft>
                <a:spcPts val="0"/>
              </a:spcAft>
              <a:buSzPts val="900"/>
              <a:buNone/>
              <a:defRPr b="0" i="0" sz="900" u="none" cap="none" strike="noStrike">
                <a:solidFill>
                  <a:srgbClr val="888888"/>
                </a:solidFill>
                <a:latin typeface="Proxima Nova"/>
                <a:ea typeface="Proxima Nova"/>
                <a:cs typeface="Proxima Nova"/>
                <a:sym typeface="Proxima Nova"/>
              </a:defRPr>
            </a:lvl2pPr>
            <a:lvl3pPr indent="0" lvl="2" marL="0" algn="r">
              <a:lnSpc>
                <a:spcPct val="100000"/>
              </a:lnSpc>
              <a:spcBef>
                <a:spcPts val="0"/>
              </a:spcBef>
              <a:spcAft>
                <a:spcPts val="0"/>
              </a:spcAft>
              <a:buSzPts val="900"/>
              <a:buNone/>
              <a:defRPr b="0" i="0" sz="900" u="none" cap="none" strike="noStrike">
                <a:solidFill>
                  <a:srgbClr val="888888"/>
                </a:solidFill>
                <a:latin typeface="Proxima Nova"/>
                <a:ea typeface="Proxima Nova"/>
                <a:cs typeface="Proxima Nova"/>
                <a:sym typeface="Proxima Nova"/>
              </a:defRPr>
            </a:lvl3pPr>
            <a:lvl4pPr indent="0" lvl="3" marL="0" algn="r">
              <a:lnSpc>
                <a:spcPct val="100000"/>
              </a:lnSpc>
              <a:spcBef>
                <a:spcPts val="0"/>
              </a:spcBef>
              <a:spcAft>
                <a:spcPts val="0"/>
              </a:spcAft>
              <a:buSzPts val="900"/>
              <a:buNone/>
              <a:defRPr b="0" i="0" sz="900" u="none" cap="none" strike="noStrike">
                <a:solidFill>
                  <a:srgbClr val="888888"/>
                </a:solidFill>
                <a:latin typeface="Proxima Nova"/>
                <a:ea typeface="Proxima Nova"/>
                <a:cs typeface="Proxima Nova"/>
                <a:sym typeface="Proxima Nova"/>
              </a:defRPr>
            </a:lvl4pPr>
            <a:lvl5pPr indent="0" lvl="4" marL="0" algn="r">
              <a:lnSpc>
                <a:spcPct val="100000"/>
              </a:lnSpc>
              <a:spcBef>
                <a:spcPts val="0"/>
              </a:spcBef>
              <a:spcAft>
                <a:spcPts val="0"/>
              </a:spcAft>
              <a:buSzPts val="900"/>
              <a:buNone/>
              <a:defRPr b="0" i="0" sz="900" u="none" cap="none" strike="noStrike">
                <a:solidFill>
                  <a:srgbClr val="888888"/>
                </a:solidFill>
                <a:latin typeface="Proxima Nova"/>
                <a:ea typeface="Proxima Nova"/>
                <a:cs typeface="Proxima Nova"/>
                <a:sym typeface="Proxima Nova"/>
              </a:defRPr>
            </a:lvl5pPr>
            <a:lvl6pPr indent="0" lvl="5" marL="0" algn="r">
              <a:lnSpc>
                <a:spcPct val="100000"/>
              </a:lnSpc>
              <a:spcBef>
                <a:spcPts val="0"/>
              </a:spcBef>
              <a:spcAft>
                <a:spcPts val="0"/>
              </a:spcAft>
              <a:buSzPts val="900"/>
              <a:buNone/>
              <a:defRPr b="0" i="0" sz="900" u="none" cap="none" strike="noStrike">
                <a:solidFill>
                  <a:srgbClr val="888888"/>
                </a:solidFill>
                <a:latin typeface="Proxima Nova"/>
                <a:ea typeface="Proxima Nova"/>
                <a:cs typeface="Proxima Nova"/>
                <a:sym typeface="Proxima Nova"/>
              </a:defRPr>
            </a:lvl6pPr>
            <a:lvl7pPr indent="0" lvl="6" marL="0" algn="r">
              <a:lnSpc>
                <a:spcPct val="100000"/>
              </a:lnSpc>
              <a:spcBef>
                <a:spcPts val="0"/>
              </a:spcBef>
              <a:spcAft>
                <a:spcPts val="0"/>
              </a:spcAft>
              <a:buSzPts val="900"/>
              <a:buNone/>
              <a:defRPr b="0" i="0" sz="900" u="none" cap="none" strike="noStrike">
                <a:solidFill>
                  <a:srgbClr val="888888"/>
                </a:solidFill>
                <a:latin typeface="Proxima Nova"/>
                <a:ea typeface="Proxima Nova"/>
                <a:cs typeface="Proxima Nova"/>
                <a:sym typeface="Proxima Nova"/>
              </a:defRPr>
            </a:lvl7pPr>
            <a:lvl8pPr indent="0" lvl="7" marL="0" algn="r">
              <a:lnSpc>
                <a:spcPct val="100000"/>
              </a:lnSpc>
              <a:spcBef>
                <a:spcPts val="0"/>
              </a:spcBef>
              <a:spcAft>
                <a:spcPts val="0"/>
              </a:spcAft>
              <a:buSzPts val="900"/>
              <a:buNone/>
              <a:defRPr b="0" i="0" sz="900" u="none" cap="none" strike="noStrike">
                <a:solidFill>
                  <a:srgbClr val="888888"/>
                </a:solidFill>
                <a:latin typeface="Proxima Nova"/>
                <a:ea typeface="Proxima Nova"/>
                <a:cs typeface="Proxima Nova"/>
                <a:sym typeface="Proxima Nova"/>
              </a:defRPr>
            </a:lvl8pPr>
            <a:lvl9pPr indent="0" lvl="8" marL="0" algn="r">
              <a:lnSpc>
                <a:spcPct val="100000"/>
              </a:lnSpc>
              <a:spcBef>
                <a:spcPts val="0"/>
              </a:spcBef>
              <a:spcAft>
                <a:spcPts val="0"/>
              </a:spcAft>
              <a:buSzPts val="900"/>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2 Line Title and Content">
  <p:cSld name="2_2 Line Title and Content">
    <p:spTree>
      <p:nvGrpSpPr>
        <p:cNvPr id="69" name="Shape 69"/>
        <p:cNvGrpSpPr/>
        <p:nvPr/>
      </p:nvGrpSpPr>
      <p:grpSpPr>
        <a:xfrm>
          <a:off x="0" y="0"/>
          <a:ext cx="0" cy="0"/>
          <a:chOff x="0" y="0"/>
          <a:chExt cx="0" cy="0"/>
        </a:xfrm>
      </p:grpSpPr>
      <p:sp>
        <p:nvSpPr>
          <p:cNvPr id="70" name="Google Shape;70;p4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Proxima Nova"/>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71" name="Google Shape;71;p4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72" name="Google Shape;72;p44"/>
          <p:cNvSpPr txBox="1"/>
          <p:nvPr>
            <p:ph idx="1" type="body"/>
          </p:nvPr>
        </p:nvSpPr>
        <p:spPr>
          <a:xfrm>
            <a:off x="3303588" y="1816100"/>
            <a:ext cx="5265737" cy="2619375"/>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73" name="Google Shape;73;p44"/>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74" name="Google Shape;74;p44"/>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75" name="Google Shape;75;p44"/>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pos="397">
          <p15:clr>
            <a:srgbClr val="FBAE40"/>
          </p15:clr>
        </p15:guide>
        <p15:guide id="2" orient="horz" pos="378">
          <p15:clr>
            <a:srgbClr val="FBAE40"/>
          </p15:clr>
        </p15:guide>
        <p15:guide id="3" orient="horz" pos="923">
          <p15:clr>
            <a:srgbClr val="FBAE40"/>
          </p15:clr>
        </p15:guide>
        <p15:guide id="4" orient="horz" pos="2794">
          <p15:clr>
            <a:srgbClr val="FBAE40"/>
          </p15:clr>
        </p15:guide>
        <p15:guide id="5" pos="2081">
          <p15:clr>
            <a:srgbClr val="FBAE40"/>
          </p15:clr>
        </p15:guide>
        <p15:guide id="6" orient="horz" pos="114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Divider">
    <p:spTree>
      <p:nvGrpSpPr>
        <p:cNvPr id="76" name="Shape 76"/>
        <p:cNvGrpSpPr/>
        <p:nvPr/>
      </p:nvGrpSpPr>
      <p:grpSpPr>
        <a:xfrm>
          <a:off x="0" y="0"/>
          <a:ext cx="0" cy="0"/>
          <a:chOff x="0" y="0"/>
          <a:chExt cx="0" cy="0"/>
        </a:xfrm>
      </p:grpSpPr>
      <p:sp>
        <p:nvSpPr>
          <p:cNvPr id="77" name="Google Shape;77;p45"/>
          <p:cNvSpPr/>
          <p:nvPr/>
        </p:nvSpPr>
        <p:spPr>
          <a:xfrm>
            <a:off x="-431" y="0"/>
            <a:ext cx="9144000" cy="5143500"/>
          </a:xfrm>
          <a:prstGeom prst="rect">
            <a:avLst/>
          </a:prstGeom>
          <a:solidFill>
            <a:srgbClr val="F1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8" name="Google Shape;78;p45"/>
          <p:cNvSpPr txBox="1"/>
          <p:nvPr>
            <p:ph type="title"/>
          </p:nvPr>
        </p:nvSpPr>
        <p:spPr>
          <a:xfrm>
            <a:off x="630238" y="544498"/>
            <a:ext cx="5990568" cy="56240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5"/>
          <p:cNvSpPr txBox="1"/>
          <p:nvPr>
            <p:ph idx="11" type="ftr"/>
          </p:nvPr>
        </p:nvSpPr>
        <p:spPr>
          <a:xfrm>
            <a:off x="3028950" y="4767263"/>
            <a:ext cx="30861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1" name="Google Shape;81;p4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82" name="Google Shape;82;p45"/>
          <p:cNvPicPr preferRelativeResize="0"/>
          <p:nvPr/>
        </p:nvPicPr>
        <p:blipFill rotWithShape="1">
          <a:blip r:embed="rId2">
            <a:alphaModFix/>
          </a:blip>
          <a:srcRect b="0" l="0" r="0" t="0"/>
          <a:stretch/>
        </p:blipFill>
        <p:spPr>
          <a:xfrm>
            <a:off x="7611920" y="303610"/>
            <a:ext cx="909780" cy="242888"/>
          </a:xfrm>
          <a:prstGeom prst="rect">
            <a:avLst/>
          </a:prstGeom>
          <a:noFill/>
          <a:ln>
            <a:noFill/>
          </a:ln>
        </p:spPr>
      </p:pic>
      <p:sp>
        <p:nvSpPr>
          <p:cNvPr id="83" name="Google Shape;83;p45"/>
          <p:cNvSpPr/>
          <p:nvPr/>
        </p:nvSpPr>
        <p:spPr>
          <a:xfrm>
            <a:off x="0" y="0"/>
            <a:ext cx="9144000" cy="5143500"/>
          </a:xfrm>
          <a:prstGeom prst="rect">
            <a:avLst/>
          </a:prstGeom>
          <a:solidFill>
            <a:srgbClr val="F1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4" name="Google Shape;84;p45"/>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2 Line Title, Infographics and Caption">
  <p:cSld name="2_2 Line Title, Infographics and Caption">
    <p:spTree>
      <p:nvGrpSpPr>
        <p:cNvPr id="85" name="Shape 85"/>
        <p:cNvGrpSpPr/>
        <p:nvPr/>
      </p:nvGrpSpPr>
      <p:grpSpPr>
        <a:xfrm>
          <a:off x="0" y="0"/>
          <a:ext cx="0" cy="0"/>
          <a:chOff x="0" y="0"/>
          <a:chExt cx="0" cy="0"/>
        </a:xfrm>
      </p:grpSpPr>
      <p:sp>
        <p:nvSpPr>
          <p:cNvPr id="86" name="Google Shape;86;p46"/>
          <p:cNvSpPr/>
          <p:nvPr/>
        </p:nvSpPr>
        <p:spPr>
          <a:xfrm>
            <a:off x="-1" y="600076"/>
            <a:ext cx="9144001" cy="454342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87" name="Google Shape;87;p46"/>
          <p:cNvSpPr/>
          <p:nvPr/>
        </p:nvSpPr>
        <p:spPr>
          <a:xfrm>
            <a:off x="-3" y="-20049"/>
            <a:ext cx="9144001" cy="5143500"/>
          </a:xfrm>
          <a:prstGeom prst="rect">
            <a:avLst/>
          </a:prstGeom>
          <a:blipFill rotWithShape="1">
            <a:blip r:embed="rId2">
              <a:alphaModFix amt="17000"/>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88" name="Google Shape;88;p46"/>
          <p:cNvSpPr/>
          <p:nvPr>
            <p:ph idx="2" type="pic"/>
          </p:nvPr>
        </p:nvSpPr>
        <p:spPr>
          <a:xfrm>
            <a:off x="-2" y="-12112"/>
            <a:ext cx="9144002" cy="5147675"/>
          </a:xfrm>
          <a:prstGeom prst="rect">
            <a:avLst/>
          </a:prstGeom>
          <a:noFill/>
          <a:ln>
            <a:noFill/>
          </a:ln>
        </p:spPr>
      </p:sp>
      <p:sp>
        <p:nvSpPr>
          <p:cNvPr id="89" name="Google Shape;89;p46"/>
          <p:cNvSpPr/>
          <p:nvPr>
            <p:ph idx="3" type="pic"/>
          </p:nvPr>
        </p:nvSpPr>
        <p:spPr>
          <a:xfrm>
            <a:off x="10220734" y="-3856910"/>
            <a:ext cx="9144001" cy="5147675"/>
          </a:xfrm>
          <a:prstGeom prst="rect">
            <a:avLst/>
          </a:prstGeom>
          <a:noFill/>
          <a:ln>
            <a:noFill/>
          </a:ln>
        </p:spPr>
      </p:sp>
      <p:sp>
        <p:nvSpPr>
          <p:cNvPr id="90" name="Google Shape;90;p4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4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92" name="Google Shape;92;p46"/>
          <p:cNvSpPr txBox="1"/>
          <p:nvPr>
            <p:ph idx="1" type="body"/>
          </p:nvPr>
        </p:nvSpPr>
        <p:spPr>
          <a:xfrm>
            <a:off x="3213848" y="3489722"/>
            <a:ext cx="5355081" cy="837009"/>
          </a:xfrm>
          <a:prstGeom prst="rect">
            <a:avLst/>
          </a:prstGeom>
          <a:noFill/>
          <a:ln>
            <a:noFill/>
          </a:ln>
        </p:spPr>
        <p:txBody>
          <a:bodyPr anchorCtr="0" anchor="t" bIns="45700" lIns="91425" spcFirstLastPara="1" rIns="91425" wrap="square" tIns="45700">
            <a:noAutofit/>
          </a:bodyPr>
          <a:lstStyle>
            <a:lvl1pPr indent="-304800" lvl="0" marL="457200" marR="0" rtl="0" algn="l">
              <a:lnSpc>
                <a:spcPct val="90000"/>
              </a:lnSpc>
              <a:spcBef>
                <a:spcPts val="750"/>
              </a:spcBef>
              <a:spcAft>
                <a:spcPts val="0"/>
              </a:spcAft>
              <a:buClr>
                <a:schemeClr val="dk1"/>
              </a:buClr>
              <a:buSzPts val="1200"/>
              <a:buFont typeface="Arial"/>
              <a:buChar char="•"/>
              <a:defRPr b="0" i="0" sz="12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93" name="Google Shape;93;p46"/>
          <p:cNvPicPr preferRelativeResize="0"/>
          <p:nvPr/>
        </p:nvPicPr>
        <p:blipFill rotWithShape="1">
          <a:blip r:embed="rId3">
            <a:alphaModFix/>
          </a:blip>
          <a:srcRect b="0" l="0" r="0" t="0"/>
          <a:stretch/>
        </p:blipFill>
        <p:spPr>
          <a:xfrm>
            <a:off x="3213847" y="2234762"/>
            <a:ext cx="5373512" cy="1110800"/>
          </a:xfrm>
          <a:prstGeom prst="rect">
            <a:avLst/>
          </a:prstGeom>
          <a:noFill/>
          <a:ln>
            <a:noFill/>
          </a:ln>
        </p:spPr>
      </p:pic>
      <p:sp>
        <p:nvSpPr>
          <p:cNvPr id="94" name="Google Shape;94;p46"/>
          <p:cNvSpPr txBox="1"/>
          <p:nvPr/>
        </p:nvSpPr>
        <p:spPr>
          <a:xfrm>
            <a:off x="642167" y="610235"/>
            <a:ext cx="5493203" cy="864394"/>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F5333F"/>
              </a:buClr>
              <a:buSzPts val="3600"/>
              <a:buFont typeface="Arial"/>
              <a:buNone/>
            </a:pPr>
            <a:r>
              <a:rPr b="0" i="0" lang="en-IN" sz="3600" u="none" cap="none" strike="noStrike">
                <a:solidFill>
                  <a:srgbClr val="F5333F"/>
                </a:solidFill>
                <a:latin typeface="Arial"/>
                <a:ea typeface="Arial"/>
                <a:cs typeface="Arial"/>
                <a:sym typeface="Arial"/>
              </a:rPr>
              <a:t>Click to add Title</a:t>
            </a:r>
            <a:endParaRPr b="0" i="0" sz="3600" u="none" cap="none" strike="noStrike">
              <a:solidFill>
                <a:srgbClr val="F5333F"/>
              </a:solidFill>
              <a:latin typeface="Arial"/>
              <a:ea typeface="Arial"/>
              <a:cs typeface="Arial"/>
              <a:sym typeface="Arial"/>
            </a:endParaRPr>
          </a:p>
        </p:txBody>
      </p:sp>
      <p:sp>
        <p:nvSpPr>
          <p:cNvPr id="95" name="Google Shape;95;p46"/>
          <p:cNvSpPr/>
          <p:nvPr/>
        </p:nvSpPr>
        <p:spPr>
          <a:xfrm>
            <a:off x="11718595" y="3690308"/>
            <a:ext cx="870" cy="1071"/>
          </a:xfrm>
          <a:custGeom>
            <a:rect b="b" l="l" r="r" t="t"/>
            <a:pathLst>
              <a:path extrusionOk="0" h="1071" w="870">
                <a:moveTo>
                  <a:pt x="0" y="0"/>
                </a:moveTo>
                <a:lnTo>
                  <a:pt x="870" y="0"/>
                </a:lnTo>
                <a:lnTo>
                  <a:pt x="870" y="1071"/>
                </a:lnTo>
                <a:lnTo>
                  <a:pt x="0" y="0"/>
                </a:lnTo>
                <a:close/>
              </a:path>
            </a:pathLst>
          </a:cu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extLst>
    <p:ext uri="{DCECCB84-F9BA-43D5-87BE-67443E8EF086}">
      <p15:sldGuideLst>
        <p15:guide id="1" orient="horz" pos="378">
          <p15:clr>
            <a:srgbClr val="FBAE40"/>
          </p15:clr>
        </p15:guide>
        <p15:guide id="2" orient="horz" pos="2731">
          <p15:clr>
            <a:srgbClr val="FBAE40"/>
          </p15:clr>
        </p15:guide>
        <p15:guide id="3" orient="horz" pos="219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icture and caption">
  <p:cSld name="Title, picture and caption">
    <p:spTree>
      <p:nvGrpSpPr>
        <p:cNvPr id="96" name="Shape 96"/>
        <p:cNvGrpSpPr/>
        <p:nvPr/>
      </p:nvGrpSpPr>
      <p:grpSpPr>
        <a:xfrm>
          <a:off x="0" y="0"/>
          <a:ext cx="0" cy="0"/>
          <a:chOff x="0" y="0"/>
          <a:chExt cx="0" cy="0"/>
        </a:xfrm>
      </p:grpSpPr>
      <p:sp>
        <p:nvSpPr>
          <p:cNvPr id="97" name="Google Shape;97;p47"/>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98" name="Google Shape;98;p47"/>
          <p:cNvSpPr/>
          <p:nvPr>
            <p:ph idx="2" type="pic"/>
          </p:nvPr>
        </p:nvSpPr>
        <p:spPr>
          <a:xfrm>
            <a:off x="4136817" y="1681163"/>
            <a:ext cx="4535267" cy="2825475"/>
          </a:xfrm>
          <a:prstGeom prst="rect">
            <a:avLst/>
          </a:prstGeom>
          <a:noFill/>
          <a:ln>
            <a:noFill/>
          </a:ln>
        </p:spPr>
      </p:sp>
      <p:sp>
        <p:nvSpPr>
          <p:cNvPr id="99" name="Google Shape;99;p47"/>
          <p:cNvSpPr txBox="1"/>
          <p:nvPr>
            <p:ph idx="1" type="body"/>
          </p:nvPr>
        </p:nvSpPr>
        <p:spPr>
          <a:xfrm>
            <a:off x="648274" y="1681163"/>
            <a:ext cx="3140075" cy="2825475"/>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00" name="Google Shape;100;p4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4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102" name="Google Shape;102;p47"/>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
        <p:nvSpPr>
          <p:cNvPr id="103" name="Google Shape;103;p47"/>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extLst>
    <p:ext uri="{DCECCB84-F9BA-43D5-87BE-67443E8EF086}">
      <p15:sldGuideLst>
        <p15:guide id="1" orient="horz" pos="378">
          <p15:clr>
            <a:srgbClr val="FBAE40"/>
          </p15:clr>
        </p15:guide>
        <p15:guide id="2" orient="horz" pos="1053">
          <p15:clr>
            <a:srgbClr val="FBAE40"/>
          </p15:clr>
        </p15:guide>
        <p15:guide id="3" orient="horz" pos="2845">
          <p15:clr>
            <a:srgbClr val="FBAE40"/>
          </p15:clr>
        </p15:guide>
        <p15:guide id="4" pos="3254">
          <p15:clr>
            <a:srgbClr val="FBAE40"/>
          </p15:clr>
        </p15:guide>
        <p15:guide id="5" pos="339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04" name="Shape 104"/>
        <p:cNvGrpSpPr/>
        <p:nvPr/>
      </p:nvGrpSpPr>
      <p:grpSpPr>
        <a:xfrm>
          <a:off x="0" y="0"/>
          <a:ext cx="0" cy="0"/>
          <a:chOff x="0" y="0"/>
          <a:chExt cx="0" cy="0"/>
        </a:xfrm>
      </p:grpSpPr>
      <p:sp>
        <p:nvSpPr>
          <p:cNvPr id="105" name="Google Shape;105;p48"/>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106" name="Google Shape;106;p48"/>
          <p:cNvSpPr txBox="1"/>
          <p:nvPr>
            <p:ph type="title"/>
          </p:nvPr>
        </p:nvSpPr>
        <p:spPr>
          <a:xfrm>
            <a:off x="629841" y="616199"/>
            <a:ext cx="3612150" cy="43467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48"/>
          <p:cNvSpPr/>
          <p:nvPr/>
        </p:nvSpPr>
        <p:spPr>
          <a:xfrm>
            <a:off x="591700" y="1822542"/>
            <a:ext cx="1836663" cy="184302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108" name="Google Shape;108;p48"/>
          <p:cNvSpPr/>
          <p:nvPr/>
        </p:nvSpPr>
        <p:spPr>
          <a:xfrm>
            <a:off x="2586608" y="1819788"/>
            <a:ext cx="1818181" cy="184302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109" name="Google Shape;109;p48"/>
          <p:cNvSpPr/>
          <p:nvPr/>
        </p:nvSpPr>
        <p:spPr>
          <a:xfrm>
            <a:off x="6603923" y="1808792"/>
            <a:ext cx="1868349" cy="184302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110" name="Google Shape;110;p48"/>
          <p:cNvSpPr/>
          <p:nvPr/>
        </p:nvSpPr>
        <p:spPr>
          <a:xfrm>
            <a:off x="4604246" y="1819788"/>
            <a:ext cx="1843021" cy="184302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111" name="Google Shape;111;p48"/>
          <p:cNvSpPr/>
          <p:nvPr/>
        </p:nvSpPr>
        <p:spPr>
          <a:xfrm>
            <a:off x="673283" y="1950244"/>
            <a:ext cx="263289" cy="263289"/>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112" name="Google Shape;112;p48"/>
          <p:cNvSpPr/>
          <p:nvPr/>
        </p:nvSpPr>
        <p:spPr>
          <a:xfrm>
            <a:off x="6777923" y="1956818"/>
            <a:ext cx="263289" cy="263289"/>
          </a:xfrm>
          <a:prstGeom prst="ellipse">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113" name="Google Shape;113;p48"/>
          <p:cNvSpPr/>
          <p:nvPr/>
        </p:nvSpPr>
        <p:spPr>
          <a:xfrm>
            <a:off x="4719917" y="1957683"/>
            <a:ext cx="263289" cy="263289"/>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pic>
        <p:nvPicPr>
          <p:cNvPr id="114" name="Google Shape;114;p48"/>
          <p:cNvPicPr preferRelativeResize="0"/>
          <p:nvPr/>
        </p:nvPicPr>
        <p:blipFill rotWithShape="1">
          <a:blip r:embed="rId2">
            <a:alphaModFix/>
          </a:blip>
          <a:srcRect b="0" l="0" r="0" t="0"/>
          <a:stretch/>
        </p:blipFill>
        <p:spPr>
          <a:xfrm>
            <a:off x="755392" y="2035413"/>
            <a:ext cx="103152" cy="94468"/>
          </a:xfrm>
          <a:prstGeom prst="rect">
            <a:avLst/>
          </a:prstGeom>
          <a:noFill/>
          <a:ln>
            <a:noFill/>
          </a:ln>
        </p:spPr>
      </p:pic>
      <p:sp>
        <p:nvSpPr>
          <p:cNvPr id="115" name="Google Shape;115;p48"/>
          <p:cNvSpPr/>
          <p:nvPr/>
        </p:nvSpPr>
        <p:spPr>
          <a:xfrm>
            <a:off x="2681861" y="1946687"/>
            <a:ext cx="263289" cy="263289"/>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pic>
        <p:nvPicPr>
          <p:cNvPr id="116" name="Google Shape;116;p48"/>
          <p:cNvPicPr preferRelativeResize="0"/>
          <p:nvPr/>
        </p:nvPicPr>
        <p:blipFill rotWithShape="1">
          <a:blip r:embed="rId2">
            <a:alphaModFix/>
          </a:blip>
          <a:srcRect b="0" l="0" r="0" t="0"/>
          <a:stretch/>
        </p:blipFill>
        <p:spPr>
          <a:xfrm>
            <a:off x="2763970" y="2028697"/>
            <a:ext cx="103152" cy="94468"/>
          </a:xfrm>
          <a:prstGeom prst="rect">
            <a:avLst/>
          </a:prstGeom>
          <a:noFill/>
          <a:ln>
            <a:noFill/>
          </a:ln>
        </p:spPr>
      </p:pic>
      <p:pic>
        <p:nvPicPr>
          <p:cNvPr id="117" name="Google Shape;117;p48"/>
          <p:cNvPicPr preferRelativeResize="0"/>
          <p:nvPr/>
        </p:nvPicPr>
        <p:blipFill rotWithShape="1">
          <a:blip r:embed="rId2">
            <a:alphaModFix/>
          </a:blip>
          <a:srcRect b="0" l="0" r="0" t="0"/>
          <a:stretch/>
        </p:blipFill>
        <p:spPr>
          <a:xfrm>
            <a:off x="6860032" y="2040628"/>
            <a:ext cx="103152" cy="94468"/>
          </a:xfrm>
          <a:prstGeom prst="rect">
            <a:avLst/>
          </a:prstGeom>
          <a:noFill/>
          <a:ln>
            <a:noFill/>
          </a:ln>
        </p:spPr>
      </p:pic>
      <p:pic>
        <p:nvPicPr>
          <p:cNvPr id="118" name="Google Shape;118;p48"/>
          <p:cNvPicPr preferRelativeResize="0"/>
          <p:nvPr/>
        </p:nvPicPr>
        <p:blipFill rotWithShape="1">
          <a:blip r:embed="rId2">
            <a:alphaModFix/>
          </a:blip>
          <a:srcRect b="0" l="0" r="0" t="0"/>
          <a:stretch/>
        </p:blipFill>
        <p:spPr>
          <a:xfrm>
            <a:off x="4802026" y="2044245"/>
            <a:ext cx="103152" cy="94468"/>
          </a:xfrm>
          <a:prstGeom prst="rect">
            <a:avLst/>
          </a:prstGeom>
          <a:noFill/>
          <a:ln>
            <a:noFill/>
          </a:ln>
        </p:spPr>
      </p:pic>
      <p:sp>
        <p:nvSpPr>
          <p:cNvPr id="119" name="Google Shape;119;p48"/>
          <p:cNvSpPr txBox="1"/>
          <p:nvPr>
            <p:ph idx="1" type="body"/>
          </p:nvPr>
        </p:nvSpPr>
        <p:spPr>
          <a:xfrm>
            <a:off x="772836" y="2352226"/>
            <a:ext cx="1495407" cy="1985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215"/>
              <a:buFont typeface="Arial"/>
              <a:buNone/>
              <a:defRPr b="1" i="0" sz="1215"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0" name="Google Shape;120;p48"/>
          <p:cNvSpPr txBox="1"/>
          <p:nvPr>
            <p:ph idx="2" type="body"/>
          </p:nvPr>
        </p:nvSpPr>
        <p:spPr>
          <a:xfrm>
            <a:off x="2752107" y="2352226"/>
            <a:ext cx="1495407" cy="1985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215"/>
              <a:buFont typeface="Arial"/>
              <a:buNone/>
              <a:defRPr b="1" i="0" sz="1215"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1" name="Google Shape;121;p48"/>
          <p:cNvSpPr txBox="1"/>
          <p:nvPr>
            <p:ph idx="3" type="body"/>
          </p:nvPr>
        </p:nvSpPr>
        <p:spPr>
          <a:xfrm>
            <a:off x="4782484" y="2352226"/>
            <a:ext cx="1495407" cy="1985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215"/>
              <a:buFont typeface="Arial"/>
              <a:buNone/>
              <a:defRPr b="1" i="0" sz="1215"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2" name="Google Shape;122;p48"/>
          <p:cNvSpPr txBox="1"/>
          <p:nvPr>
            <p:ph idx="4" type="body"/>
          </p:nvPr>
        </p:nvSpPr>
        <p:spPr>
          <a:xfrm>
            <a:off x="6844575" y="2352226"/>
            <a:ext cx="1495407" cy="1985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215"/>
              <a:buFont typeface="Arial"/>
              <a:buNone/>
              <a:defRPr b="1" i="0" sz="1215"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3" name="Google Shape;123;p48"/>
          <p:cNvSpPr txBox="1"/>
          <p:nvPr>
            <p:ph idx="5" type="body"/>
          </p:nvPr>
        </p:nvSpPr>
        <p:spPr>
          <a:xfrm>
            <a:off x="766677" y="2633826"/>
            <a:ext cx="1495407" cy="800177"/>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940"/>
              <a:buFont typeface="Arial"/>
              <a:buNone/>
              <a:defRPr b="0" i="0" sz="939"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4" name="Google Shape;124;p48"/>
          <p:cNvSpPr txBox="1"/>
          <p:nvPr>
            <p:ph idx="6" type="body"/>
          </p:nvPr>
        </p:nvSpPr>
        <p:spPr>
          <a:xfrm>
            <a:off x="2752106" y="2633878"/>
            <a:ext cx="1495407" cy="800177"/>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30"/>
              <a:buFont typeface="Arial"/>
              <a:buNone/>
              <a:defRPr b="0" i="0" sz="83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5" name="Google Shape;125;p48"/>
          <p:cNvSpPr txBox="1"/>
          <p:nvPr>
            <p:ph idx="7" type="body"/>
          </p:nvPr>
        </p:nvSpPr>
        <p:spPr>
          <a:xfrm>
            <a:off x="4782484" y="2633826"/>
            <a:ext cx="1495407" cy="800177"/>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30"/>
              <a:buFont typeface="Arial"/>
              <a:buNone/>
              <a:defRPr b="0" i="0" sz="83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6" name="Google Shape;126;p48"/>
          <p:cNvSpPr txBox="1"/>
          <p:nvPr>
            <p:ph idx="8" type="body"/>
          </p:nvPr>
        </p:nvSpPr>
        <p:spPr>
          <a:xfrm>
            <a:off x="6843084" y="2633826"/>
            <a:ext cx="1495407" cy="800177"/>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30"/>
              <a:buFont typeface="Arial"/>
              <a:buNone/>
              <a:defRPr b="0" i="0" sz="83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7" name="Google Shape;127;p48"/>
          <p:cNvSpPr txBox="1"/>
          <p:nvPr>
            <p:ph idx="10" type="dt"/>
          </p:nvPr>
        </p:nvSpPr>
        <p:spPr>
          <a:xfrm>
            <a:off x="638175"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48"/>
          <p:cNvSpPr txBox="1"/>
          <p:nvPr>
            <p:ph idx="11" type="ftr"/>
          </p:nvPr>
        </p:nvSpPr>
        <p:spPr>
          <a:xfrm>
            <a:off x="3038475" y="4767263"/>
            <a:ext cx="30861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9" name="Google Shape;129;p48"/>
          <p:cNvSpPr txBox="1"/>
          <p:nvPr>
            <p:ph idx="12" type="sldNum"/>
          </p:nvPr>
        </p:nvSpPr>
        <p:spPr>
          <a:xfrm>
            <a:off x="6467475"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130" name="Google Shape;130;p48"/>
          <p:cNvPicPr preferRelativeResize="0"/>
          <p:nvPr/>
        </p:nvPicPr>
        <p:blipFill rotWithShape="1">
          <a:blip r:embed="rId3">
            <a:alphaModFix/>
          </a:blip>
          <a:srcRect b="0" l="0" r="0" t="0"/>
          <a:stretch/>
        </p:blipFill>
        <p:spPr>
          <a:xfrm>
            <a:off x="7611920" y="303610"/>
            <a:ext cx="909780" cy="242888"/>
          </a:xfrm>
          <a:prstGeom prst="rect">
            <a:avLst/>
          </a:prstGeom>
          <a:noFill/>
          <a:ln>
            <a:noFill/>
          </a:ln>
        </p:spPr>
      </p:pic>
      <p:sp>
        <p:nvSpPr>
          <p:cNvPr id="131" name="Google Shape;131;p48"/>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132" name="Google Shape;132;p48"/>
          <p:cNvSpPr/>
          <p:nvPr/>
        </p:nvSpPr>
        <p:spPr>
          <a:xfrm>
            <a:off x="591700" y="1822543"/>
            <a:ext cx="1883480" cy="1890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133" name="Google Shape;133;p48"/>
          <p:cNvSpPr/>
          <p:nvPr/>
        </p:nvSpPr>
        <p:spPr>
          <a:xfrm>
            <a:off x="2611322" y="1819789"/>
            <a:ext cx="1864527" cy="1890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134" name="Google Shape;134;p48"/>
          <p:cNvSpPr/>
          <p:nvPr/>
        </p:nvSpPr>
        <p:spPr>
          <a:xfrm>
            <a:off x="6653351" y="1808793"/>
            <a:ext cx="1915974" cy="1890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135" name="Google Shape;135;p48"/>
          <p:cNvSpPr/>
          <p:nvPr/>
        </p:nvSpPr>
        <p:spPr>
          <a:xfrm>
            <a:off x="4604247" y="1819789"/>
            <a:ext cx="1890000" cy="1890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136" name="Google Shape;136;p48"/>
          <p:cNvSpPr/>
          <p:nvPr/>
        </p:nvSpPr>
        <p:spPr>
          <a:xfrm>
            <a:off x="673283" y="1950244"/>
            <a:ext cx="270000" cy="270000"/>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137" name="Google Shape;137;p48"/>
          <p:cNvSpPr/>
          <p:nvPr/>
        </p:nvSpPr>
        <p:spPr>
          <a:xfrm>
            <a:off x="6777923" y="1956818"/>
            <a:ext cx="270000" cy="270000"/>
          </a:xfrm>
          <a:prstGeom prst="ellipse">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138" name="Google Shape;138;p48"/>
          <p:cNvSpPr/>
          <p:nvPr/>
        </p:nvSpPr>
        <p:spPr>
          <a:xfrm>
            <a:off x="4719917" y="1957683"/>
            <a:ext cx="270000" cy="270000"/>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pic>
        <p:nvPicPr>
          <p:cNvPr id="139" name="Google Shape;139;p48"/>
          <p:cNvPicPr preferRelativeResize="0"/>
          <p:nvPr/>
        </p:nvPicPr>
        <p:blipFill rotWithShape="1">
          <a:blip r:embed="rId2">
            <a:alphaModFix/>
          </a:blip>
          <a:srcRect b="0" l="0" r="0" t="0"/>
          <a:stretch/>
        </p:blipFill>
        <p:spPr>
          <a:xfrm>
            <a:off x="755392" y="2035413"/>
            <a:ext cx="105782" cy="96876"/>
          </a:xfrm>
          <a:prstGeom prst="rect">
            <a:avLst/>
          </a:prstGeom>
          <a:noFill/>
          <a:ln>
            <a:noFill/>
          </a:ln>
        </p:spPr>
      </p:pic>
      <p:sp>
        <p:nvSpPr>
          <p:cNvPr id="140" name="Google Shape;140;p48"/>
          <p:cNvSpPr/>
          <p:nvPr/>
        </p:nvSpPr>
        <p:spPr>
          <a:xfrm>
            <a:off x="2681861" y="1946687"/>
            <a:ext cx="270000" cy="270000"/>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pic>
        <p:nvPicPr>
          <p:cNvPr id="141" name="Google Shape;141;p48"/>
          <p:cNvPicPr preferRelativeResize="0"/>
          <p:nvPr/>
        </p:nvPicPr>
        <p:blipFill rotWithShape="1">
          <a:blip r:embed="rId2">
            <a:alphaModFix/>
          </a:blip>
          <a:srcRect b="0" l="0" r="0" t="0"/>
          <a:stretch/>
        </p:blipFill>
        <p:spPr>
          <a:xfrm>
            <a:off x="2788684" y="2028697"/>
            <a:ext cx="105782" cy="96876"/>
          </a:xfrm>
          <a:prstGeom prst="rect">
            <a:avLst/>
          </a:prstGeom>
          <a:noFill/>
          <a:ln>
            <a:noFill/>
          </a:ln>
        </p:spPr>
      </p:pic>
      <p:pic>
        <p:nvPicPr>
          <p:cNvPr id="142" name="Google Shape;142;p48"/>
          <p:cNvPicPr preferRelativeResize="0"/>
          <p:nvPr/>
        </p:nvPicPr>
        <p:blipFill rotWithShape="1">
          <a:blip r:embed="rId2">
            <a:alphaModFix/>
          </a:blip>
          <a:srcRect b="0" l="0" r="0" t="0"/>
          <a:stretch/>
        </p:blipFill>
        <p:spPr>
          <a:xfrm>
            <a:off x="6860032" y="2040628"/>
            <a:ext cx="105782" cy="96876"/>
          </a:xfrm>
          <a:prstGeom prst="rect">
            <a:avLst/>
          </a:prstGeom>
          <a:noFill/>
          <a:ln>
            <a:noFill/>
          </a:ln>
        </p:spPr>
      </p:pic>
      <p:pic>
        <p:nvPicPr>
          <p:cNvPr id="143" name="Google Shape;143;p48"/>
          <p:cNvPicPr preferRelativeResize="0"/>
          <p:nvPr/>
        </p:nvPicPr>
        <p:blipFill rotWithShape="1">
          <a:blip r:embed="rId2">
            <a:alphaModFix/>
          </a:blip>
          <a:srcRect b="0" l="0" r="0" t="0"/>
          <a:stretch/>
        </p:blipFill>
        <p:spPr>
          <a:xfrm>
            <a:off x="4802026" y="2044245"/>
            <a:ext cx="105782" cy="96876"/>
          </a:xfrm>
          <a:prstGeom prst="rect">
            <a:avLst/>
          </a:prstGeom>
          <a:noFill/>
          <a:ln>
            <a:noFill/>
          </a:ln>
        </p:spPr>
      </p:pic>
      <p:pic>
        <p:nvPicPr>
          <p:cNvPr id="144" name="Google Shape;144;p48"/>
          <p:cNvPicPr preferRelativeResize="0"/>
          <p:nvPr/>
        </p:nvPicPr>
        <p:blipFill rotWithShape="1">
          <a:blip r:embed="rId4">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78">
          <p15:clr>
            <a:srgbClr val="FBAE40"/>
          </p15:clr>
        </p15:guide>
        <p15:guide id="2" orient="horz" pos="1144">
          <p15:clr>
            <a:srgbClr val="FBAE40"/>
          </p15:clr>
        </p15:guide>
        <p15:guide id="3" orient="horz" pos="2335">
          <p15:clr>
            <a:srgbClr val="FBAE40"/>
          </p15:clr>
        </p15:guide>
        <p15:guide id="4" pos="1587">
          <p15:clr>
            <a:srgbClr val="FBAE40"/>
          </p15:clr>
        </p15:guide>
        <p15:guide id="5" pos="1655">
          <p15:clr>
            <a:srgbClr val="FBAE40"/>
          </p15:clr>
        </p15:guide>
        <p15:guide id="6" pos="2835">
          <p15:clr>
            <a:srgbClr val="FBAE40"/>
          </p15:clr>
        </p15:guide>
        <p15:guide id="7" pos="2931">
          <p15:clr>
            <a:srgbClr val="FBAE40"/>
          </p15:clr>
        </p15:guide>
        <p15:guide id="8" pos="4122">
          <p15:clr>
            <a:srgbClr val="FBAE40"/>
          </p15:clr>
        </p15:guide>
        <p15:guide id="9" pos="4190">
          <p15:clr>
            <a:srgbClr val="FBAE40"/>
          </p15:clr>
        </p15:guide>
        <p15:guide id="10" orient="horz" pos="1399">
          <p15:clr>
            <a:srgbClr val="FBAE40"/>
          </p15:clr>
        </p15:guide>
        <p15:guide id="11" orient="horz" pos="122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2_Title Slide">
    <p:spTree>
      <p:nvGrpSpPr>
        <p:cNvPr id="145" name="Shape 145"/>
        <p:cNvGrpSpPr/>
        <p:nvPr/>
      </p:nvGrpSpPr>
      <p:grpSpPr>
        <a:xfrm>
          <a:off x="0" y="0"/>
          <a:ext cx="0" cy="0"/>
          <a:chOff x="0" y="0"/>
          <a:chExt cx="0" cy="0"/>
        </a:xfrm>
      </p:grpSpPr>
      <p:sp>
        <p:nvSpPr>
          <p:cNvPr id="146" name="Google Shape;146;p49"/>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49"/>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1pPr>
            <a:lvl2pPr lvl="1" marR="0" rtl="0" algn="ctr">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375"/>
              </a:spcBef>
              <a:spcAft>
                <a:spcPts val="0"/>
              </a:spcAft>
              <a:buClr>
                <a:schemeClr val="dk1"/>
              </a:buClr>
              <a:buSzPts val="1350"/>
              <a:buFont typeface="Arial"/>
              <a:buNone/>
              <a:defRPr b="0" i="0" sz="1350" u="none" cap="none" strike="noStrike">
                <a:solidFill>
                  <a:schemeClr val="dk1"/>
                </a:solidFill>
                <a:latin typeface="Calibri"/>
                <a:ea typeface="Calibri"/>
                <a:cs typeface="Calibri"/>
                <a:sym typeface="Calibri"/>
              </a:defRPr>
            </a:lvl3pPr>
            <a:lvl4pPr lvl="3"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148" name="Google Shape;148;p49"/>
          <p:cNvSpPr txBox="1"/>
          <p:nvPr>
            <p:ph idx="10" type="dt"/>
          </p:nvPr>
        </p:nvSpPr>
        <p:spPr>
          <a:xfrm>
            <a:off x="663921" y="4653887"/>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E72D40"/>
              </a:buClr>
              <a:buSzPts val="1400"/>
              <a:buFont typeface="Proxima Nova"/>
              <a:buNone/>
              <a:defRPr>
                <a:solidFill>
                  <a:srgbClr val="E72D40"/>
                </a:solidFill>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49" name="Google Shape;149;p49"/>
          <p:cNvSpPr txBox="1"/>
          <p:nvPr>
            <p:ph idx="12" type="sldNum"/>
          </p:nvPr>
        </p:nvSpPr>
        <p:spPr>
          <a:xfrm>
            <a:off x="6616976" y="4012406"/>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50" name="Google Shape;150;p49"/>
          <p:cNvSpPr/>
          <p:nvPr/>
        </p:nvSpPr>
        <p:spPr>
          <a:xfrm>
            <a:off x="0" y="0"/>
            <a:ext cx="9144000" cy="4653887"/>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pic>
        <p:nvPicPr>
          <p:cNvPr id="151" name="Google Shape;151;p49"/>
          <p:cNvPicPr preferRelativeResize="0"/>
          <p:nvPr/>
        </p:nvPicPr>
        <p:blipFill rotWithShape="1">
          <a:blip r:embed="rId2">
            <a:alphaModFix/>
          </a:blip>
          <a:srcRect b="0" l="0" r="0" t="0"/>
          <a:stretch/>
        </p:blipFill>
        <p:spPr>
          <a:xfrm>
            <a:off x="663922" y="571887"/>
            <a:ext cx="2057400" cy="548993"/>
          </a:xfrm>
          <a:prstGeom prst="rect">
            <a:avLst/>
          </a:prstGeom>
          <a:noFill/>
          <a:ln>
            <a:noFill/>
          </a:ln>
        </p:spPr>
      </p:pic>
    </p:spTree>
  </p:cSld>
  <p:clrMapOvr>
    <a:masterClrMapping/>
  </p:clrMapOvr>
  <p:extLst>
    <p:ext uri="{DCECCB84-F9BA-43D5-87BE-67443E8EF086}">
      <p15:sldGuideLst>
        <p15:guide id="1" pos="397">
          <p15:clr>
            <a:srgbClr val="FBAE40"/>
          </p15:clr>
        </p15:guide>
        <p15:guide id="2" orient="horz" pos="378">
          <p15:clr>
            <a:srgbClr val="FBAE40"/>
          </p15:clr>
        </p15:guide>
        <p15:guide id="3" orient="horz" pos="923">
          <p15:clr>
            <a:srgbClr val="FBAE40"/>
          </p15:clr>
        </p15:guide>
        <p15:guide id="4" orient="horz" pos="1756">
          <p15:clr>
            <a:srgbClr val="FBAE40"/>
          </p15:clr>
        </p15:guide>
        <p15:guide id="5" pos="3323">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2 Line Title, Infographics and Caption">
  <p:cSld name="3_2 Line Title, Infographics and Caption">
    <p:spTree>
      <p:nvGrpSpPr>
        <p:cNvPr id="152" name="Shape 152"/>
        <p:cNvGrpSpPr/>
        <p:nvPr/>
      </p:nvGrpSpPr>
      <p:grpSpPr>
        <a:xfrm>
          <a:off x="0" y="0"/>
          <a:ext cx="0" cy="0"/>
          <a:chOff x="0" y="0"/>
          <a:chExt cx="0" cy="0"/>
        </a:xfrm>
      </p:grpSpPr>
      <p:sp>
        <p:nvSpPr>
          <p:cNvPr id="153" name="Google Shape;153;p50"/>
          <p:cNvSpPr/>
          <p:nvPr/>
        </p:nvSpPr>
        <p:spPr>
          <a:xfrm>
            <a:off x="-1" y="600076"/>
            <a:ext cx="9144001" cy="454342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154" name="Google Shape;154;p50"/>
          <p:cNvSpPr/>
          <p:nvPr/>
        </p:nvSpPr>
        <p:spPr>
          <a:xfrm>
            <a:off x="-3" y="-20049"/>
            <a:ext cx="9144001" cy="5143500"/>
          </a:xfrm>
          <a:prstGeom prst="rect">
            <a:avLst/>
          </a:prstGeom>
          <a:blipFill rotWithShape="1">
            <a:blip r:embed="rId2">
              <a:alphaModFix amt="17000"/>
            </a:blip>
            <a:stretch>
              <a:fillRect b="0" l="0" r="0" t="0"/>
            </a:stretch>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155" name="Google Shape;155;p50"/>
          <p:cNvSpPr/>
          <p:nvPr>
            <p:ph idx="2" type="pic"/>
          </p:nvPr>
        </p:nvSpPr>
        <p:spPr>
          <a:xfrm>
            <a:off x="-2" y="-12112"/>
            <a:ext cx="9144002" cy="5147675"/>
          </a:xfrm>
          <a:prstGeom prst="rect">
            <a:avLst/>
          </a:prstGeom>
          <a:noFill/>
          <a:ln>
            <a:noFill/>
          </a:ln>
        </p:spPr>
      </p:sp>
      <p:sp>
        <p:nvSpPr>
          <p:cNvPr id="156" name="Google Shape;156;p50"/>
          <p:cNvSpPr/>
          <p:nvPr>
            <p:ph idx="3" type="pic"/>
          </p:nvPr>
        </p:nvSpPr>
        <p:spPr>
          <a:xfrm>
            <a:off x="10220734" y="-3856910"/>
            <a:ext cx="9144001" cy="5147675"/>
          </a:xfrm>
          <a:prstGeom prst="rect">
            <a:avLst/>
          </a:prstGeom>
          <a:noFill/>
          <a:ln>
            <a:noFill/>
          </a:ln>
        </p:spPr>
      </p:sp>
      <p:sp>
        <p:nvSpPr>
          <p:cNvPr id="157" name="Google Shape;157;p5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Proxima Nova"/>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58" name="Google Shape;158;p5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59" name="Google Shape;159;p50"/>
          <p:cNvSpPr txBox="1"/>
          <p:nvPr>
            <p:ph idx="1" type="body"/>
          </p:nvPr>
        </p:nvSpPr>
        <p:spPr>
          <a:xfrm>
            <a:off x="3213848" y="3489722"/>
            <a:ext cx="5355081" cy="837009"/>
          </a:xfrm>
          <a:prstGeom prst="rect">
            <a:avLst/>
          </a:prstGeom>
          <a:noFill/>
          <a:ln>
            <a:noFill/>
          </a:ln>
        </p:spPr>
        <p:txBody>
          <a:bodyPr anchorCtr="0" anchor="t" bIns="45700" lIns="91425" spcFirstLastPara="1" rIns="91425" wrap="square" tIns="45700">
            <a:noAutofit/>
          </a:bodyPr>
          <a:lstStyle>
            <a:lvl1pPr indent="-304800" lvl="0" marL="457200" marR="0" rtl="0" algn="l">
              <a:lnSpc>
                <a:spcPct val="90000"/>
              </a:lnSpc>
              <a:spcBef>
                <a:spcPts val="750"/>
              </a:spcBef>
              <a:spcAft>
                <a:spcPts val="0"/>
              </a:spcAft>
              <a:buClr>
                <a:schemeClr val="dk1"/>
              </a:buClr>
              <a:buSzPts val="1200"/>
              <a:buFont typeface="Arial"/>
              <a:buChar char="•"/>
              <a:defRPr b="0" i="0" sz="12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160" name="Google Shape;160;p50"/>
          <p:cNvPicPr preferRelativeResize="0"/>
          <p:nvPr/>
        </p:nvPicPr>
        <p:blipFill rotWithShape="1">
          <a:blip r:embed="rId3">
            <a:alphaModFix/>
          </a:blip>
          <a:srcRect b="0" l="0" r="0" t="0"/>
          <a:stretch/>
        </p:blipFill>
        <p:spPr>
          <a:xfrm>
            <a:off x="3213847" y="2234762"/>
            <a:ext cx="5373512" cy="1110800"/>
          </a:xfrm>
          <a:prstGeom prst="rect">
            <a:avLst/>
          </a:prstGeom>
          <a:noFill/>
          <a:ln>
            <a:noFill/>
          </a:ln>
        </p:spPr>
      </p:pic>
      <p:sp>
        <p:nvSpPr>
          <p:cNvPr id="161" name="Google Shape;161;p50"/>
          <p:cNvSpPr txBox="1"/>
          <p:nvPr/>
        </p:nvSpPr>
        <p:spPr>
          <a:xfrm>
            <a:off x="642167" y="610235"/>
            <a:ext cx="5493203" cy="864394"/>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F5333F"/>
              </a:buClr>
              <a:buSzPts val="3600"/>
              <a:buFont typeface="Arial"/>
              <a:buNone/>
            </a:pPr>
            <a:r>
              <a:rPr b="0" i="0" lang="en-IN" sz="3600" u="none" cap="none" strike="noStrike">
                <a:solidFill>
                  <a:srgbClr val="F5333F"/>
                </a:solidFill>
                <a:latin typeface="Arial"/>
                <a:ea typeface="Arial"/>
                <a:cs typeface="Arial"/>
                <a:sym typeface="Arial"/>
              </a:rPr>
              <a:t>Click to add Title</a:t>
            </a:r>
            <a:endParaRPr b="0" i="0" sz="3600" u="none" cap="none" strike="noStrike">
              <a:solidFill>
                <a:srgbClr val="F5333F"/>
              </a:solidFill>
              <a:latin typeface="Arial"/>
              <a:ea typeface="Arial"/>
              <a:cs typeface="Arial"/>
              <a:sym typeface="Arial"/>
            </a:endParaRPr>
          </a:p>
        </p:txBody>
      </p:sp>
      <p:sp>
        <p:nvSpPr>
          <p:cNvPr id="162" name="Google Shape;162;p50"/>
          <p:cNvSpPr/>
          <p:nvPr/>
        </p:nvSpPr>
        <p:spPr>
          <a:xfrm>
            <a:off x="11718595" y="3690308"/>
            <a:ext cx="870" cy="1071"/>
          </a:xfrm>
          <a:custGeom>
            <a:rect b="b" l="l" r="r" t="t"/>
            <a:pathLst>
              <a:path extrusionOk="0" h="1071" w="870">
                <a:moveTo>
                  <a:pt x="0" y="0"/>
                </a:moveTo>
                <a:lnTo>
                  <a:pt x="870" y="0"/>
                </a:lnTo>
                <a:lnTo>
                  <a:pt x="870" y="1071"/>
                </a:lnTo>
                <a:lnTo>
                  <a:pt x="0" y="0"/>
                </a:lnTo>
                <a:close/>
              </a:path>
            </a:pathLst>
          </a:cu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extLst>
    <p:ext uri="{DCECCB84-F9BA-43D5-87BE-67443E8EF086}">
      <p15:sldGuideLst>
        <p15:guide id="1" orient="horz" pos="378">
          <p15:clr>
            <a:srgbClr val="FBAE40"/>
          </p15:clr>
        </p15:guide>
        <p15:guide id="2" orient="horz" pos="2731">
          <p15:clr>
            <a:srgbClr val="FBAE40"/>
          </p15:clr>
        </p15:guide>
        <p15:guide id="3" orient="horz" pos="219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Imeline Infographic">
  <p:cSld name="1_Title and TImeline Infographic">
    <p:spTree>
      <p:nvGrpSpPr>
        <p:cNvPr id="163" name="Shape 163"/>
        <p:cNvGrpSpPr/>
        <p:nvPr/>
      </p:nvGrpSpPr>
      <p:grpSpPr>
        <a:xfrm>
          <a:off x="0" y="0"/>
          <a:ext cx="0" cy="0"/>
          <a:chOff x="0" y="0"/>
          <a:chExt cx="0" cy="0"/>
        </a:xfrm>
      </p:grpSpPr>
      <p:sp>
        <p:nvSpPr>
          <p:cNvPr id="164" name="Google Shape;164;p5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Proxima Nova"/>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65" name="Google Shape;165;p5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166" name="Google Shape;166;p51"/>
          <p:cNvPicPr preferRelativeResize="0"/>
          <p:nvPr/>
        </p:nvPicPr>
        <p:blipFill rotWithShape="1">
          <a:blip r:embed="rId2">
            <a:alphaModFix/>
          </a:blip>
          <a:srcRect b="0" l="0" r="0" t="0"/>
          <a:stretch/>
        </p:blipFill>
        <p:spPr>
          <a:xfrm flipH="1" rot="10800000">
            <a:off x="632499" y="2973622"/>
            <a:ext cx="7691174" cy="667936"/>
          </a:xfrm>
          <a:prstGeom prst="rect">
            <a:avLst/>
          </a:prstGeom>
          <a:noFill/>
          <a:ln>
            <a:noFill/>
          </a:ln>
        </p:spPr>
      </p:pic>
      <p:sp>
        <p:nvSpPr>
          <p:cNvPr id="167" name="Google Shape;167;p51"/>
          <p:cNvSpPr txBox="1"/>
          <p:nvPr>
            <p:ph idx="1" type="body"/>
          </p:nvPr>
        </p:nvSpPr>
        <p:spPr>
          <a:xfrm>
            <a:off x="991750"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2000"/>
              <a:buFont typeface="Arial"/>
              <a:buNone/>
              <a:defRPr b="1" i="0" sz="20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8" name="Google Shape;168;p51"/>
          <p:cNvSpPr txBox="1"/>
          <p:nvPr>
            <p:ph idx="2" type="body"/>
          </p:nvPr>
        </p:nvSpPr>
        <p:spPr>
          <a:xfrm>
            <a:off x="991750"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1100"/>
              <a:buFont typeface="Arial"/>
              <a:buNone/>
              <a:defRPr b="1" i="0" sz="11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9" name="Google Shape;169;p51"/>
          <p:cNvSpPr txBox="1"/>
          <p:nvPr>
            <p:ph idx="3" type="body"/>
          </p:nvPr>
        </p:nvSpPr>
        <p:spPr>
          <a:xfrm>
            <a:off x="991750"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0" name="Google Shape;170;p51"/>
          <p:cNvSpPr txBox="1"/>
          <p:nvPr>
            <p:ph idx="4" type="body"/>
          </p:nvPr>
        </p:nvSpPr>
        <p:spPr>
          <a:xfrm>
            <a:off x="2440487"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1" name="Google Shape;171;p51"/>
          <p:cNvSpPr txBox="1"/>
          <p:nvPr>
            <p:ph idx="5" type="body"/>
          </p:nvPr>
        </p:nvSpPr>
        <p:spPr>
          <a:xfrm>
            <a:off x="2440487"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100"/>
              <a:buFont typeface="Arial"/>
              <a:buNone/>
              <a:defRPr b="1" i="0" sz="11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2" name="Google Shape;172;p51"/>
          <p:cNvSpPr txBox="1"/>
          <p:nvPr>
            <p:ph idx="6" type="body"/>
          </p:nvPr>
        </p:nvSpPr>
        <p:spPr>
          <a:xfrm>
            <a:off x="2440487"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3" name="Google Shape;173;p51"/>
          <p:cNvSpPr txBox="1"/>
          <p:nvPr>
            <p:ph idx="7" type="body"/>
          </p:nvPr>
        </p:nvSpPr>
        <p:spPr>
          <a:xfrm>
            <a:off x="3892297"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2000"/>
              <a:buFont typeface="Arial"/>
              <a:buNone/>
              <a:defRPr b="1" i="0" sz="2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4" name="Google Shape;174;p51"/>
          <p:cNvSpPr txBox="1"/>
          <p:nvPr>
            <p:ph idx="8" type="body"/>
          </p:nvPr>
        </p:nvSpPr>
        <p:spPr>
          <a:xfrm>
            <a:off x="3892297"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100"/>
              <a:buFont typeface="Arial"/>
              <a:buNone/>
              <a:defRPr b="1" i="0" sz="11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5" name="Google Shape;175;p51"/>
          <p:cNvSpPr txBox="1"/>
          <p:nvPr>
            <p:ph idx="9" type="body"/>
          </p:nvPr>
        </p:nvSpPr>
        <p:spPr>
          <a:xfrm>
            <a:off x="3892297"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6" name="Google Shape;176;p51"/>
          <p:cNvSpPr txBox="1"/>
          <p:nvPr>
            <p:ph idx="13" type="body"/>
          </p:nvPr>
        </p:nvSpPr>
        <p:spPr>
          <a:xfrm>
            <a:off x="5326899"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CCCCCC"/>
              </a:buClr>
              <a:buSzPts val="2000"/>
              <a:buFont typeface="Arial"/>
              <a:buNone/>
              <a:defRPr b="1" i="0" sz="20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7" name="Google Shape;177;p51"/>
          <p:cNvSpPr txBox="1"/>
          <p:nvPr>
            <p:ph idx="14" type="body"/>
          </p:nvPr>
        </p:nvSpPr>
        <p:spPr>
          <a:xfrm>
            <a:off x="5326899"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CCCCCC"/>
              </a:buClr>
              <a:buSzPts val="1100"/>
              <a:buFont typeface="Arial"/>
              <a:buNone/>
              <a:defRPr b="1" i="0" sz="11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8" name="Google Shape;178;p51"/>
          <p:cNvSpPr txBox="1"/>
          <p:nvPr>
            <p:ph idx="15" type="body"/>
          </p:nvPr>
        </p:nvSpPr>
        <p:spPr>
          <a:xfrm>
            <a:off x="5326899"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9" name="Google Shape;179;p51"/>
          <p:cNvSpPr txBox="1"/>
          <p:nvPr>
            <p:ph idx="16" type="body"/>
          </p:nvPr>
        </p:nvSpPr>
        <p:spPr>
          <a:xfrm>
            <a:off x="6735161"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80" name="Google Shape;180;p51"/>
          <p:cNvSpPr txBox="1"/>
          <p:nvPr>
            <p:ph idx="17" type="body"/>
          </p:nvPr>
        </p:nvSpPr>
        <p:spPr>
          <a:xfrm>
            <a:off x="6735161"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100"/>
              <a:buFont typeface="Arial"/>
              <a:buNone/>
              <a:defRPr b="1" i="0" sz="11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81" name="Google Shape;181;p51"/>
          <p:cNvSpPr txBox="1"/>
          <p:nvPr>
            <p:ph idx="18" type="body"/>
          </p:nvPr>
        </p:nvSpPr>
        <p:spPr>
          <a:xfrm>
            <a:off x="6735161"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82" name="Google Shape;182;p51"/>
          <p:cNvSpPr txBox="1"/>
          <p:nvPr>
            <p:ph idx="19" type="body"/>
          </p:nvPr>
        </p:nvSpPr>
        <p:spPr>
          <a:xfrm>
            <a:off x="904066" y="3531649"/>
            <a:ext cx="1324840"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1600"/>
              <a:buFont typeface="Arial"/>
              <a:buNone/>
              <a:defRPr b="1" i="0" sz="16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83" name="Google Shape;183;p51"/>
          <p:cNvSpPr txBox="1"/>
          <p:nvPr>
            <p:ph idx="20" type="body"/>
          </p:nvPr>
        </p:nvSpPr>
        <p:spPr>
          <a:xfrm>
            <a:off x="2352802" y="3531649"/>
            <a:ext cx="1352923"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600"/>
              <a:buFont typeface="Arial"/>
              <a:buNone/>
              <a:defRPr b="1" i="0" sz="16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84" name="Google Shape;184;p51"/>
          <p:cNvSpPr txBox="1"/>
          <p:nvPr>
            <p:ph idx="21" type="body"/>
          </p:nvPr>
        </p:nvSpPr>
        <p:spPr>
          <a:xfrm>
            <a:off x="3829621" y="3531648"/>
            <a:ext cx="1352923"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600"/>
              <a:buFont typeface="Arial"/>
              <a:buNone/>
              <a:defRPr b="1" i="0" sz="16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85" name="Google Shape;185;p51"/>
          <p:cNvSpPr txBox="1"/>
          <p:nvPr>
            <p:ph idx="22" type="body"/>
          </p:nvPr>
        </p:nvSpPr>
        <p:spPr>
          <a:xfrm>
            <a:off x="5306440" y="3531648"/>
            <a:ext cx="1324840"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1600"/>
              <a:buFont typeface="Arial"/>
              <a:buNone/>
              <a:defRPr b="1" i="0" sz="16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86" name="Google Shape;186;p51"/>
          <p:cNvSpPr txBox="1"/>
          <p:nvPr>
            <p:ph idx="23" type="body"/>
          </p:nvPr>
        </p:nvSpPr>
        <p:spPr>
          <a:xfrm>
            <a:off x="6755176" y="3531647"/>
            <a:ext cx="1352923"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600"/>
              <a:buFont typeface="Arial"/>
              <a:buNone/>
              <a:defRPr b="1" i="0" sz="16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187" name="Google Shape;187;p51"/>
          <p:cNvPicPr preferRelativeResize="0"/>
          <p:nvPr/>
        </p:nvPicPr>
        <p:blipFill rotWithShape="1">
          <a:blip r:embed="rId2">
            <a:alphaModFix/>
          </a:blip>
          <a:srcRect b="0" l="0" r="0" t="0"/>
          <a:stretch/>
        </p:blipFill>
        <p:spPr>
          <a:xfrm flipH="1" rot="10800000">
            <a:off x="632499" y="2973622"/>
            <a:ext cx="7691174" cy="667936"/>
          </a:xfrm>
          <a:prstGeom prst="rect">
            <a:avLst/>
          </a:prstGeom>
          <a:noFill/>
          <a:ln>
            <a:noFill/>
          </a:ln>
        </p:spPr>
      </p:pic>
      <p:sp>
        <p:nvSpPr>
          <p:cNvPr id="188" name="Google Shape;188;p51"/>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189" name="Google Shape;189;p51"/>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90" name="Google Shape;190;p51"/>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ghnut Chart">
  <p:cSld name="1_Title and Doughnut Chart">
    <p:spTree>
      <p:nvGrpSpPr>
        <p:cNvPr id="191" name="Shape 191"/>
        <p:cNvGrpSpPr/>
        <p:nvPr/>
      </p:nvGrpSpPr>
      <p:grpSpPr>
        <a:xfrm>
          <a:off x="0" y="0"/>
          <a:ext cx="0" cy="0"/>
          <a:chOff x="0" y="0"/>
          <a:chExt cx="0" cy="0"/>
        </a:xfrm>
      </p:grpSpPr>
      <p:sp>
        <p:nvSpPr>
          <p:cNvPr id="192" name="Google Shape;192;p5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Proxima Nova"/>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93" name="Google Shape;193;p5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94" name="Google Shape;194;p52"/>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195" name="Google Shape;195;p52"/>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96" name="Google Shape;196;p52"/>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ne Chart">
  <p:cSld name="1_Title and Line Chart">
    <p:spTree>
      <p:nvGrpSpPr>
        <p:cNvPr id="197" name="Shape 197"/>
        <p:cNvGrpSpPr/>
        <p:nvPr/>
      </p:nvGrpSpPr>
      <p:grpSpPr>
        <a:xfrm>
          <a:off x="0" y="0"/>
          <a:ext cx="0" cy="0"/>
          <a:chOff x="0" y="0"/>
          <a:chExt cx="0" cy="0"/>
        </a:xfrm>
      </p:grpSpPr>
      <p:sp>
        <p:nvSpPr>
          <p:cNvPr id="198" name="Google Shape;198;p5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Proxima Nova"/>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99" name="Google Shape;199;p5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200" name="Google Shape;200;p53"/>
          <p:cNvSpPr/>
          <p:nvPr/>
        </p:nvSpPr>
        <p:spPr>
          <a:xfrm>
            <a:off x="3170379" y="4105875"/>
            <a:ext cx="1512168" cy="41909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id="201" name="Google Shape;201;p53"/>
          <p:cNvPicPr preferRelativeResize="0"/>
          <p:nvPr/>
        </p:nvPicPr>
        <p:blipFill rotWithShape="1">
          <a:blip r:embed="rId2">
            <a:alphaModFix/>
          </a:blip>
          <a:srcRect b="0" l="0" r="0" t="0"/>
          <a:stretch/>
        </p:blipFill>
        <p:spPr>
          <a:xfrm>
            <a:off x="5176215" y="3284258"/>
            <a:ext cx="1319792" cy="422726"/>
          </a:xfrm>
          <a:prstGeom prst="rect">
            <a:avLst/>
          </a:prstGeom>
          <a:noFill/>
          <a:ln>
            <a:noFill/>
          </a:ln>
        </p:spPr>
      </p:pic>
      <p:pic>
        <p:nvPicPr>
          <p:cNvPr id="202" name="Google Shape;202;p53"/>
          <p:cNvPicPr preferRelativeResize="0"/>
          <p:nvPr/>
        </p:nvPicPr>
        <p:blipFill rotWithShape="1">
          <a:blip r:embed="rId3">
            <a:alphaModFix/>
          </a:blip>
          <a:srcRect b="0" l="0" r="0" t="0"/>
          <a:stretch/>
        </p:blipFill>
        <p:spPr>
          <a:xfrm>
            <a:off x="6609469" y="3232411"/>
            <a:ext cx="1333750" cy="431988"/>
          </a:xfrm>
          <a:prstGeom prst="rect">
            <a:avLst/>
          </a:prstGeom>
          <a:noFill/>
          <a:ln>
            <a:noFill/>
          </a:ln>
        </p:spPr>
      </p:pic>
      <p:sp>
        <p:nvSpPr>
          <p:cNvPr id="203" name="Google Shape;203;p53"/>
          <p:cNvSpPr txBox="1"/>
          <p:nvPr>
            <p:ph idx="1" type="body"/>
          </p:nvPr>
        </p:nvSpPr>
        <p:spPr>
          <a:xfrm>
            <a:off x="630238" y="1600199"/>
            <a:ext cx="3182128" cy="300672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4" name="Google Shape;204;p53"/>
          <p:cNvSpPr txBox="1"/>
          <p:nvPr>
            <p:ph idx="2" type="body"/>
          </p:nvPr>
        </p:nvSpPr>
        <p:spPr>
          <a:xfrm>
            <a:off x="5306779" y="3059187"/>
            <a:ext cx="671653" cy="35078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5" name="Google Shape;205;p53"/>
          <p:cNvSpPr txBox="1"/>
          <p:nvPr>
            <p:ph idx="3" type="body"/>
          </p:nvPr>
        </p:nvSpPr>
        <p:spPr>
          <a:xfrm>
            <a:off x="6894111" y="3052728"/>
            <a:ext cx="671653" cy="3250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CCCCCC"/>
              </a:buClr>
              <a:buSzPts val="2000"/>
              <a:buFont typeface="Arial"/>
              <a:buNone/>
              <a:defRPr b="1" i="0" sz="20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6" name="Google Shape;206;p53"/>
          <p:cNvSpPr txBox="1"/>
          <p:nvPr>
            <p:ph idx="4" type="body"/>
          </p:nvPr>
        </p:nvSpPr>
        <p:spPr>
          <a:xfrm>
            <a:off x="5306778" y="3559464"/>
            <a:ext cx="1077979" cy="21259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200"/>
              <a:buFont typeface="Arial"/>
              <a:buNone/>
              <a:defRPr b="1" i="0" sz="12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7" name="Google Shape;207;p53"/>
          <p:cNvSpPr txBox="1"/>
          <p:nvPr>
            <p:ph idx="5" type="body"/>
          </p:nvPr>
        </p:nvSpPr>
        <p:spPr>
          <a:xfrm>
            <a:off x="5299344" y="3813792"/>
            <a:ext cx="1077979" cy="79914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50"/>
              <a:buFont typeface="Arial"/>
              <a:buNone/>
              <a:defRPr b="0" i="0" sz="10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8" name="Google Shape;208;p53"/>
          <p:cNvSpPr txBox="1"/>
          <p:nvPr>
            <p:ph idx="6" type="body"/>
          </p:nvPr>
        </p:nvSpPr>
        <p:spPr>
          <a:xfrm>
            <a:off x="6890089" y="3559464"/>
            <a:ext cx="1077979" cy="21259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200"/>
              <a:buFont typeface="Arial"/>
              <a:buNone/>
              <a:defRPr b="1" i="0" sz="12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9" name="Google Shape;209;p53"/>
          <p:cNvSpPr txBox="1"/>
          <p:nvPr>
            <p:ph idx="7" type="body"/>
          </p:nvPr>
        </p:nvSpPr>
        <p:spPr>
          <a:xfrm>
            <a:off x="6882655" y="3813792"/>
            <a:ext cx="1077979" cy="79914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50"/>
              <a:buFont typeface="Arial"/>
              <a:buNone/>
              <a:defRPr b="0" i="0" sz="10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10" name="Google Shape;210;p53"/>
          <p:cNvSpPr/>
          <p:nvPr>
            <p:ph idx="8" type="chart"/>
          </p:nvPr>
        </p:nvSpPr>
        <p:spPr>
          <a:xfrm>
            <a:off x="5295900" y="1600200"/>
            <a:ext cx="3225800" cy="13335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11" name="Google Shape;211;p53"/>
          <p:cNvSpPr/>
          <p:nvPr/>
        </p:nvSpPr>
        <p:spPr>
          <a:xfrm>
            <a:off x="3170379" y="4105875"/>
            <a:ext cx="1512168" cy="41909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id="212" name="Google Shape;212;p53"/>
          <p:cNvPicPr preferRelativeResize="0"/>
          <p:nvPr/>
        </p:nvPicPr>
        <p:blipFill rotWithShape="1">
          <a:blip r:embed="rId2">
            <a:alphaModFix/>
          </a:blip>
          <a:srcRect b="0" l="0" r="0" t="0"/>
          <a:stretch/>
        </p:blipFill>
        <p:spPr>
          <a:xfrm>
            <a:off x="5176215" y="3284258"/>
            <a:ext cx="1319792" cy="422726"/>
          </a:xfrm>
          <a:prstGeom prst="rect">
            <a:avLst/>
          </a:prstGeom>
          <a:noFill/>
          <a:ln>
            <a:noFill/>
          </a:ln>
        </p:spPr>
      </p:pic>
      <p:pic>
        <p:nvPicPr>
          <p:cNvPr id="213" name="Google Shape;213;p53"/>
          <p:cNvPicPr preferRelativeResize="0"/>
          <p:nvPr/>
        </p:nvPicPr>
        <p:blipFill rotWithShape="1">
          <a:blip r:embed="rId3">
            <a:alphaModFix/>
          </a:blip>
          <a:srcRect b="0" l="0" r="0" t="0"/>
          <a:stretch/>
        </p:blipFill>
        <p:spPr>
          <a:xfrm>
            <a:off x="6609469" y="3232411"/>
            <a:ext cx="1333750" cy="431988"/>
          </a:xfrm>
          <a:prstGeom prst="rect">
            <a:avLst/>
          </a:prstGeom>
          <a:noFill/>
          <a:ln>
            <a:noFill/>
          </a:ln>
        </p:spPr>
      </p:pic>
      <p:sp>
        <p:nvSpPr>
          <p:cNvPr id="214" name="Google Shape;214;p53"/>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215" name="Google Shape;215;p53"/>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16" name="Google Shape;216;p53"/>
          <p:cNvPicPr preferRelativeResize="0"/>
          <p:nvPr/>
        </p:nvPicPr>
        <p:blipFill rotWithShape="1">
          <a:blip r:embed="rId4">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orient="horz" pos="1008">
          <p15:clr>
            <a:srgbClr val="FBAE40"/>
          </p15:clr>
        </p15:guide>
        <p15:guide id="3" orient="horz" pos="2754">
          <p15:clr>
            <a:srgbClr val="FBAE40"/>
          </p15:clr>
        </p15:guide>
        <p15:guide id="4" pos="240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ghnut Chart 2">
  <p:cSld name="1_Title and Doughnut Chart 2">
    <p:spTree>
      <p:nvGrpSpPr>
        <p:cNvPr id="217" name="Shape 217"/>
        <p:cNvGrpSpPr/>
        <p:nvPr/>
      </p:nvGrpSpPr>
      <p:grpSpPr>
        <a:xfrm>
          <a:off x="0" y="0"/>
          <a:ext cx="0" cy="0"/>
          <a:chOff x="0" y="0"/>
          <a:chExt cx="0" cy="0"/>
        </a:xfrm>
      </p:grpSpPr>
      <p:sp>
        <p:nvSpPr>
          <p:cNvPr id="218" name="Google Shape;218;p5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Proxima Nova"/>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19" name="Google Shape;219;p5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220" name="Google Shape;220;p54"/>
          <p:cNvPicPr preferRelativeResize="0"/>
          <p:nvPr/>
        </p:nvPicPr>
        <p:blipFill rotWithShape="1">
          <a:blip r:embed="rId2">
            <a:alphaModFix/>
          </a:blip>
          <a:srcRect b="0" l="0" r="0" t="0"/>
          <a:stretch/>
        </p:blipFill>
        <p:spPr>
          <a:xfrm>
            <a:off x="1960619" y="1967641"/>
            <a:ext cx="2754306" cy="1408988"/>
          </a:xfrm>
          <a:prstGeom prst="rect">
            <a:avLst/>
          </a:prstGeom>
          <a:noFill/>
          <a:ln>
            <a:noFill/>
          </a:ln>
        </p:spPr>
      </p:pic>
      <p:pic>
        <p:nvPicPr>
          <p:cNvPr id="221" name="Google Shape;221;p54"/>
          <p:cNvPicPr preferRelativeResize="0"/>
          <p:nvPr/>
        </p:nvPicPr>
        <p:blipFill rotWithShape="1">
          <a:blip r:embed="rId3">
            <a:alphaModFix/>
          </a:blip>
          <a:srcRect b="0" l="0" r="0" t="0"/>
          <a:stretch/>
        </p:blipFill>
        <p:spPr>
          <a:xfrm>
            <a:off x="880659" y="1705476"/>
            <a:ext cx="4222864" cy="2160240"/>
          </a:xfrm>
          <a:prstGeom prst="rect">
            <a:avLst/>
          </a:prstGeom>
          <a:noFill/>
          <a:ln>
            <a:noFill/>
          </a:ln>
        </p:spPr>
      </p:pic>
      <p:pic>
        <p:nvPicPr>
          <p:cNvPr id="222" name="Google Shape;222;p54"/>
          <p:cNvPicPr preferRelativeResize="0"/>
          <p:nvPr/>
        </p:nvPicPr>
        <p:blipFill rotWithShape="1">
          <a:blip r:embed="rId4">
            <a:alphaModFix/>
          </a:blip>
          <a:srcRect b="0" l="0" r="0" t="0"/>
          <a:stretch/>
        </p:blipFill>
        <p:spPr>
          <a:xfrm>
            <a:off x="3542547" y="1697092"/>
            <a:ext cx="4222864" cy="2160240"/>
          </a:xfrm>
          <a:prstGeom prst="rect">
            <a:avLst/>
          </a:prstGeom>
          <a:noFill/>
          <a:ln>
            <a:noFill/>
          </a:ln>
        </p:spPr>
      </p:pic>
      <p:sp>
        <p:nvSpPr>
          <p:cNvPr id="223" name="Google Shape;223;p54"/>
          <p:cNvSpPr txBox="1"/>
          <p:nvPr>
            <p:ph idx="1" type="body"/>
          </p:nvPr>
        </p:nvSpPr>
        <p:spPr>
          <a:xfrm>
            <a:off x="2286696" y="257175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3200"/>
              <a:buFont typeface="Arial"/>
              <a:buNone/>
              <a:defRPr b="1" i="0" sz="3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24" name="Google Shape;224;p54"/>
          <p:cNvSpPr txBox="1"/>
          <p:nvPr>
            <p:ph idx="2" type="body"/>
          </p:nvPr>
        </p:nvSpPr>
        <p:spPr>
          <a:xfrm>
            <a:off x="2286696" y="293937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0"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25" name="Google Shape;225;p54"/>
          <p:cNvSpPr txBox="1"/>
          <p:nvPr>
            <p:ph idx="3" type="body"/>
          </p:nvPr>
        </p:nvSpPr>
        <p:spPr>
          <a:xfrm>
            <a:off x="4973335" y="257175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3200"/>
              <a:buFont typeface="Arial"/>
              <a:buNone/>
              <a:defRPr b="1" i="0" sz="3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26" name="Google Shape;226;p54"/>
          <p:cNvSpPr txBox="1"/>
          <p:nvPr>
            <p:ph idx="4" type="body"/>
          </p:nvPr>
        </p:nvSpPr>
        <p:spPr>
          <a:xfrm>
            <a:off x="4973335" y="293937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0"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227" name="Google Shape;227;p54"/>
          <p:cNvPicPr preferRelativeResize="0"/>
          <p:nvPr/>
        </p:nvPicPr>
        <p:blipFill rotWithShape="1">
          <a:blip r:embed="rId2">
            <a:alphaModFix/>
          </a:blip>
          <a:srcRect b="0" l="0" r="0" t="0"/>
          <a:stretch/>
        </p:blipFill>
        <p:spPr>
          <a:xfrm>
            <a:off x="1960619" y="1967641"/>
            <a:ext cx="2754306" cy="1408988"/>
          </a:xfrm>
          <a:prstGeom prst="rect">
            <a:avLst/>
          </a:prstGeom>
          <a:noFill/>
          <a:ln>
            <a:noFill/>
          </a:ln>
        </p:spPr>
      </p:pic>
      <p:pic>
        <p:nvPicPr>
          <p:cNvPr id="228" name="Google Shape;228;p54"/>
          <p:cNvPicPr preferRelativeResize="0"/>
          <p:nvPr/>
        </p:nvPicPr>
        <p:blipFill rotWithShape="1">
          <a:blip r:embed="rId3">
            <a:alphaModFix/>
          </a:blip>
          <a:srcRect b="0" l="0" r="0" t="0"/>
          <a:stretch/>
        </p:blipFill>
        <p:spPr>
          <a:xfrm>
            <a:off x="880659" y="1705476"/>
            <a:ext cx="4222864" cy="2160240"/>
          </a:xfrm>
          <a:prstGeom prst="rect">
            <a:avLst/>
          </a:prstGeom>
          <a:noFill/>
          <a:ln>
            <a:noFill/>
          </a:ln>
        </p:spPr>
      </p:pic>
      <p:pic>
        <p:nvPicPr>
          <p:cNvPr id="229" name="Google Shape;229;p54"/>
          <p:cNvPicPr preferRelativeResize="0"/>
          <p:nvPr/>
        </p:nvPicPr>
        <p:blipFill rotWithShape="1">
          <a:blip r:embed="rId4">
            <a:alphaModFix/>
          </a:blip>
          <a:srcRect b="0" l="0" r="0" t="0"/>
          <a:stretch/>
        </p:blipFill>
        <p:spPr>
          <a:xfrm>
            <a:off x="3542547" y="1697092"/>
            <a:ext cx="4222864" cy="2160240"/>
          </a:xfrm>
          <a:prstGeom prst="rect">
            <a:avLst/>
          </a:prstGeom>
          <a:noFill/>
          <a:ln>
            <a:noFill/>
          </a:ln>
        </p:spPr>
      </p:pic>
      <p:sp>
        <p:nvSpPr>
          <p:cNvPr id="230" name="Google Shape;230;p54"/>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231" name="Google Shape;231;p54"/>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32" name="Google Shape;232;p54"/>
          <p:cNvPicPr preferRelativeResize="0"/>
          <p:nvPr/>
        </p:nvPicPr>
        <p:blipFill rotWithShape="1">
          <a:blip r:embed="rId5">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nfograhic">
  <p:cSld name="1_Title and Infograhic">
    <p:spTree>
      <p:nvGrpSpPr>
        <p:cNvPr id="233" name="Shape 233"/>
        <p:cNvGrpSpPr/>
        <p:nvPr/>
      </p:nvGrpSpPr>
      <p:grpSpPr>
        <a:xfrm>
          <a:off x="0" y="0"/>
          <a:ext cx="0" cy="0"/>
          <a:chOff x="0" y="0"/>
          <a:chExt cx="0" cy="0"/>
        </a:xfrm>
      </p:grpSpPr>
      <p:sp>
        <p:nvSpPr>
          <p:cNvPr id="234" name="Google Shape;234;p5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Proxima Nova"/>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35" name="Google Shape;235;p5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236" name="Google Shape;236;p55"/>
          <p:cNvPicPr preferRelativeResize="0"/>
          <p:nvPr/>
        </p:nvPicPr>
        <p:blipFill rotWithShape="1">
          <a:blip r:embed="rId2">
            <a:alphaModFix/>
          </a:blip>
          <a:srcRect b="0" l="0" r="0" t="0"/>
          <a:stretch/>
        </p:blipFill>
        <p:spPr>
          <a:xfrm>
            <a:off x="914602" y="2566307"/>
            <a:ext cx="2538282" cy="1298479"/>
          </a:xfrm>
          <a:prstGeom prst="rect">
            <a:avLst/>
          </a:prstGeom>
          <a:noFill/>
          <a:ln>
            <a:noFill/>
          </a:ln>
        </p:spPr>
      </p:pic>
      <p:pic>
        <p:nvPicPr>
          <p:cNvPr id="237" name="Google Shape;237;p55"/>
          <p:cNvPicPr preferRelativeResize="0"/>
          <p:nvPr/>
        </p:nvPicPr>
        <p:blipFill rotWithShape="1">
          <a:blip r:embed="rId3">
            <a:alphaModFix/>
          </a:blip>
          <a:srcRect b="0" l="0" r="0" t="0"/>
          <a:stretch/>
        </p:blipFill>
        <p:spPr>
          <a:xfrm>
            <a:off x="918760" y="1581506"/>
            <a:ext cx="7431156" cy="2999208"/>
          </a:xfrm>
          <a:prstGeom prst="rect">
            <a:avLst/>
          </a:prstGeom>
          <a:noFill/>
          <a:ln>
            <a:noFill/>
          </a:ln>
        </p:spPr>
      </p:pic>
      <p:sp>
        <p:nvSpPr>
          <p:cNvPr id="238" name="Google Shape;238;p55"/>
          <p:cNvSpPr txBox="1"/>
          <p:nvPr>
            <p:ph idx="1" type="body"/>
          </p:nvPr>
        </p:nvSpPr>
        <p:spPr>
          <a:xfrm>
            <a:off x="1263041" y="2104600"/>
            <a:ext cx="830454" cy="29204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800"/>
              <a:buFont typeface="Arial"/>
              <a:buNone/>
              <a:defRPr b="1" i="0" sz="18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9" name="Google Shape;239;p55"/>
          <p:cNvSpPr txBox="1"/>
          <p:nvPr>
            <p:ph idx="2" type="body"/>
          </p:nvPr>
        </p:nvSpPr>
        <p:spPr>
          <a:xfrm>
            <a:off x="2470356" y="3778988"/>
            <a:ext cx="784195" cy="30595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800"/>
              <a:buFont typeface="Arial"/>
              <a:buNone/>
              <a:defRPr b="1" i="0" sz="1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0" name="Google Shape;240;p55"/>
          <p:cNvSpPr txBox="1"/>
          <p:nvPr>
            <p:ph idx="3" type="body"/>
          </p:nvPr>
        </p:nvSpPr>
        <p:spPr>
          <a:xfrm>
            <a:off x="3530790" y="2108961"/>
            <a:ext cx="824532" cy="28768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1" name="Google Shape;241;p55"/>
          <p:cNvSpPr txBox="1"/>
          <p:nvPr>
            <p:ph idx="4" type="body"/>
          </p:nvPr>
        </p:nvSpPr>
        <p:spPr>
          <a:xfrm>
            <a:off x="4729642" y="3771033"/>
            <a:ext cx="745627" cy="30595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2" name="Google Shape;242;p55"/>
          <p:cNvSpPr txBox="1"/>
          <p:nvPr>
            <p:ph idx="5" type="body"/>
          </p:nvPr>
        </p:nvSpPr>
        <p:spPr>
          <a:xfrm>
            <a:off x="5904099" y="2107682"/>
            <a:ext cx="758842" cy="292044"/>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800"/>
              <a:buFont typeface="Arial"/>
              <a:buNone/>
              <a:defRPr b="1" i="0" sz="18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3" name="Google Shape;243;p55"/>
          <p:cNvSpPr txBox="1"/>
          <p:nvPr>
            <p:ph idx="6" type="body"/>
          </p:nvPr>
        </p:nvSpPr>
        <p:spPr>
          <a:xfrm>
            <a:off x="7023857" y="3762859"/>
            <a:ext cx="784195" cy="30595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4" name="Google Shape;244;p55"/>
          <p:cNvSpPr txBox="1"/>
          <p:nvPr>
            <p:ph idx="7" type="body"/>
          </p:nvPr>
        </p:nvSpPr>
        <p:spPr>
          <a:xfrm>
            <a:off x="2156171" y="125799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200"/>
              <a:buFont typeface="Arial"/>
              <a:buNone/>
              <a:defRPr b="1" i="0" sz="12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5" name="Google Shape;245;p55"/>
          <p:cNvSpPr txBox="1"/>
          <p:nvPr>
            <p:ph idx="8" type="body"/>
          </p:nvPr>
        </p:nvSpPr>
        <p:spPr>
          <a:xfrm>
            <a:off x="2156171" y="152366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6" name="Google Shape;246;p55"/>
          <p:cNvSpPr txBox="1"/>
          <p:nvPr>
            <p:ph idx="9" type="body"/>
          </p:nvPr>
        </p:nvSpPr>
        <p:spPr>
          <a:xfrm>
            <a:off x="4513908" y="125799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7" name="Google Shape;247;p55"/>
          <p:cNvSpPr txBox="1"/>
          <p:nvPr>
            <p:ph idx="13" type="body"/>
          </p:nvPr>
        </p:nvSpPr>
        <p:spPr>
          <a:xfrm>
            <a:off x="4513908" y="152366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8" name="Google Shape;248;p55"/>
          <p:cNvSpPr txBox="1"/>
          <p:nvPr>
            <p:ph idx="14" type="body"/>
          </p:nvPr>
        </p:nvSpPr>
        <p:spPr>
          <a:xfrm>
            <a:off x="6720777" y="125799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9" name="Google Shape;249;p55"/>
          <p:cNvSpPr txBox="1"/>
          <p:nvPr>
            <p:ph idx="15" type="body"/>
          </p:nvPr>
        </p:nvSpPr>
        <p:spPr>
          <a:xfrm>
            <a:off x="6720777" y="152366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50" name="Google Shape;250;p55"/>
          <p:cNvSpPr txBox="1"/>
          <p:nvPr>
            <p:ph idx="16" type="body"/>
          </p:nvPr>
        </p:nvSpPr>
        <p:spPr>
          <a:xfrm>
            <a:off x="995265" y="3791876"/>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51" name="Google Shape;251;p55"/>
          <p:cNvSpPr txBox="1"/>
          <p:nvPr>
            <p:ph idx="17" type="body"/>
          </p:nvPr>
        </p:nvSpPr>
        <p:spPr>
          <a:xfrm>
            <a:off x="995265" y="4057543"/>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52" name="Google Shape;252;p55"/>
          <p:cNvSpPr txBox="1"/>
          <p:nvPr>
            <p:ph idx="18" type="body"/>
          </p:nvPr>
        </p:nvSpPr>
        <p:spPr>
          <a:xfrm>
            <a:off x="3326285" y="3779691"/>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53" name="Google Shape;253;p55"/>
          <p:cNvSpPr txBox="1"/>
          <p:nvPr>
            <p:ph idx="19" type="body"/>
          </p:nvPr>
        </p:nvSpPr>
        <p:spPr>
          <a:xfrm>
            <a:off x="3326285" y="4045358"/>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54" name="Google Shape;254;p55"/>
          <p:cNvSpPr txBox="1"/>
          <p:nvPr>
            <p:ph idx="20" type="body"/>
          </p:nvPr>
        </p:nvSpPr>
        <p:spPr>
          <a:xfrm>
            <a:off x="5599996" y="375897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55" name="Google Shape;255;p55"/>
          <p:cNvSpPr txBox="1"/>
          <p:nvPr>
            <p:ph idx="21" type="body"/>
          </p:nvPr>
        </p:nvSpPr>
        <p:spPr>
          <a:xfrm>
            <a:off x="5599996" y="4024639"/>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256" name="Google Shape;256;p55"/>
          <p:cNvPicPr preferRelativeResize="0"/>
          <p:nvPr/>
        </p:nvPicPr>
        <p:blipFill rotWithShape="1">
          <a:blip r:embed="rId2">
            <a:alphaModFix/>
          </a:blip>
          <a:srcRect b="0" l="0" r="0" t="0"/>
          <a:stretch/>
        </p:blipFill>
        <p:spPr>
          <a:xfrm>
            <a:off x="914602" y="2566307"/>
            <a:ext cx="2538282" cy="1298479"/>
          </a:xfrm>
          <a:prstGeom prst="rect">
            <a:avLst/>
          </a:prstGeom>
          <a:noFill/>
          <a:ln>
            <a:noFill/>
          </a:ln>
        </p:spPr>
      </p:pic>
      <p:pic>
        <p:nvPicPr>
          <p:cNvPr id="257" name="Google Shape;257;p55"/>
          <p:cNvPicPr preferRelativeResize="0"/>
          <p:nvPr/>
        </p:nvPicPr>
        <p:blipFill rotWithShape="1">
          <a:blip r:embed="rId3">
            <a:alphaModFix/>
          </a:blip>
          <a:srcRect b="0" l="0" r="0" t="0"/>
          <a:stretch/>
        </p:blipFill>
        <p:spPr>
          <a:xfrm>
            <a:off x="918760" y="1581506"/>
            <a:ext cx="7431156" cy="2999208"/>
          </a:xfrm>
          <a:prstGeom prst="rect">
            <a:avLst/>
          </a:prstGeom>
          <a:noFill/>
          <a:ln>
            <a:noFill/>
          </a:ln>
        </p:spPr>
      </p:pic>
      <p:sp>
        <p:nvSpPr>
          <p:cNvPr id="258" name="Google Shape;258;p55"/>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259" name="Google Shape;259;p55"/>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60" name="Google Shape;260;p55"/>
          <p:cNvPicPr preferRelativeResize="0"/>
          <p:nvPr/>
        </p:nvPicPr>
        <p:blipFill rotWithShape="1">
          <a:blip r:embed="rId4">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nfographic 2">
  <p:cSld name="1_Title and Infographic 2">
    <p:spTree>
      <p:nvGrpSpPr>
        <p:cNvPr id="261" name="Shape 261"/>
        <p:cNvGrpSpPr/>
        <p:nvPr/>
      </p:nvGrpSpPr>
      <p:grpSpPr>
        <a:xfrm>
          <a:off x="0" y="0"/>
          <a:ext cx="0" cy="0"/>
          <a:chOff x="0" y="0"/>
          <a:chExt cx="0" cy="0"/>
        </a:xfrm>
      </p:grpSpPr>
      <p:sp>
        <p:nvSpPr>
          <p:cNvPr id="262" name="Google Shape;262;p5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Proxima Nova"/>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63" name="Google Shape;263;p5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descr="C:\Users\diyajoseph\Desktop\New folder (3)\Infographics-01-01.png" id="264" name="Google Shape;264;p56"/>
          <p:cNvPicPr preferRelativeResize="0"/>
          <p:nvPr/>
        </p:nvPicPr>
        <p:blipFill rotWithShape="1">
          <a:blip r:embed="rId2">
            <a:alphaModFix/>
          </a:blip>
          <a:srcRect b="0" l="0" r="0" t="0"/>
          <a:stretch/>
        </p:blipFill>
        <p:spPr>
          <a:xfrm>
            <a:off x="4349184" y="1331625"/>
            <a:ext cx="3644856" cy="3644859"/>
          </a:xfrm>
          <a:prstGeom prst="rect">
            <a:avLst/>
          </a:prstGeom>
          <a:noFill/>
          <a:ln>
            <a:noFill/>
          </a:ln>
        </p:spPr>
      </p:pic>
      <p:sp>
        <p:nvSpPr>
          <p:cNvPr id="265" name="Google Shape;265;p56"/>
          <p:cNvSpPr txBox="1"/>
          <p:nvPr>
            <p:ph idx="1" type="body"/>
          </p:nvPr>
        </p:nvSpPr>
        <p:spPr>
          <a:xfrm>
            <a:off x="630238" y="1347788"/>
            <a:ext cx="3182128" cy="27717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6" name="Google Shape;266;p56"/>
          <p:cNvSpPr txBox="1"/>
          <p:nvPr>
            <p:ph idx="2" type="body"/>
          </p:nvPr>
        </p:nvSpPr>
        <p:spPr>
          <a:xfrm>
            <a:off x="6433953" y="1722104"/>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7" name="Google Shape;267;p56"/>
          <p:cNvSpPr txBox="1"/>
          <p:nvPr>
            <p:ph idx="3" type="body"/>
          </p:nvPr>
        </p:nvSpPr>
        <p:spPr>
          <a:xfrm>
            <a:off x="6433953" y="1987771"/>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8" name="Google Shape;268;p56"/>
          <p:cNvSpPr txBox="1"/>
          <p:nvPr>
            <p:ph idx="4" type="body"/>
          </p:nvPr>
        </p:nvSpPr>
        <p:spPr>
          <a:xfrm>
            <a:off x="4628562" y="3026158"/>
            <a:ext cx="1182772" cy="3866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100"/>
              <a:buFont typeface="Arial"/>
              <a:buNone/>
              <a:defRPr b="1" i="0" sz="11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9" name="Google Shape;269;p56"/>
          <p:cNvSpPr txBox="1"/>
          <p:nvPr>
            <p:ph idx="5" type="body"/>
          </p:nvPr>
        </p:nvSpPr>
        <p:spPr>
          <a:xfrm>
            <a:off x="7003447" y="278373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0" name="Google Shape;270;p56"/>
          <p:cNvSpPr txBox="1"/>
          <p:nvPr>
            <p:ph idx="6" type="body"/>
          </p:nvPr>
        </p:nvSpPr>
        <p:spPr>
          <a:xfrm>
            <a:off x="7009593" y="3303767"/>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1" name="Google Shape;271;p56"/>
          <p:cNvSpPr txBox="1"/>
          <p:nvPr>
            <p:ph idx="7" type="body"/>
          </p:nvPr>
        </p:nvSpPr>
        <p:spPr>
          <a:xfrm>
            <a:off x="7009593" y="3569434"/>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2" name="Google Shape;272;p56"/>
          <p:cNvSpPr txBox="1"/>
          <p:nvPr>
            <p:ph idx="8" type="body"/>
          </p:nvPr>
        </p:nvSpPr>
        <p:spPr>
          <a:xfrm>
            <a:off x="6433953" y="4034311"/>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3" name="Google Shape;273;p56"/>
          <p:cNvSpPr txBox="1"/>
          <p:nvPr>
            <p:ph idx="9" type="body"/>
          </p:nvPr>
        </p:nvSpPr>
        <p:spPr>
          <a:xfrm>
            <a:off x="6433953" y="4299978"/>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4" name="Google Shape;274;p56"/>
          <p:cNvSpPr txBox="1"/>
          <p:nvPr>
            <p:ph idx="13" type="body"/>
          </p:nvPr>
        </p:nvSpPr>
        <p:spPr>
          <a:xfrm>
            <a:off x="7001132" y="2524953"/>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5" name="Google Shape;275;p56"/>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pic>
        <p:nvPicPr>
          <p:cNvPr id="276" name="Google Shape;276;p56"/>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orient="horz" pos="849">
          <p15:clr>
            <a:srgbClr val="FBAE40"/>
          </p15:clr>
        </p15:guide>
        <p15:guide id="3" orient="horz" pos="2663">
          <p15:clr>
            <a:srgbClr val="FBAE40"/>
          </p15:clr>
        </p15:guide>
        <p15:guide id="4" pos="25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nfographic 3">
  <p:cSld name="1_Title and Infographic 3">
    <p:spTree>
      <p:nvGrpSpPr>
        <p:cNvPr id="277" name="Shape 277"/>
        <p:cNvGrpSpPr/>
        <p:nvPr/>
      </p:nvGrpSpPr>
      <p:grpSpPr>
        <a:xfrm>
          <a:off x="0" y="0"/>
          <a:ext cx="0" cy="0"/>
          <a:chOff x="0" y="0"/>
          <a:chExt cx="0" cy="0"/>
        </a:xfrm>
      </p:grpSpPr>
      <p:sp>
        <p:nvSpPr>
          <p:cNvPr id="278" name="Google Shape;278;p5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Proxima Nova"/>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79" name="Google Shape;279;p5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280" name="Google Shape;280;p57"/>
          <p:cNvSpPr txBox="1"/>
          <p:nvPr>
            <p:ph idx="1" type="body"/>
          </p:nvPr>
        </p:nvSpPr>
        <p:spPr>
          <a:xfrm>
            <a:off x="2184783" y="1316876"/>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1" name="Google Shape;281;p57"/>
          <p:cNvSpPr txBox="1"/>
          <p:nvPr>
            <p:ph idx="2" type="body"/>
          </p:nvPr>
        </p:nvSpPr>
        <p:spPr>
          <a:xfrm>
            <a:off x="2184783" y="1496505"/>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2" name="Google Shape;282;p57"/>
          <p:cNvSpPr txBox="1"/>
          <p:nvPr>
            <p:ph idx="3" type="body"/>
          </p:nvPr>
        </p:nvSpPr>
        <p:spPr>
          <a:xfrm>
            <a:off x="2184783" y="1708544"/>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3" name="Google Shape;283;p57"/>
          <p:cNvSpPr txBox="1"/>
          <p:nvPr>
            <p:ph idx="4" type="body"/>
          </p:nvPr>
        </p:nvSpPr>
        <p:spPr>
          <a:xfrm>
            <a:off x="1648313" y="2160534"/>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1"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4" name="Google Shape;284;p57"/>
          <p:cNvSpPr txBox="1"/>
          <p:nvPr>
            <p:ph idx="5" type="body"/>
          </p:nvPr>
        </p:nvSpPr>
        <p:spPr>
          <a:xfrm>
            <a:off x="1648313" y="2340163"/>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5" name="Google Shape;285;p57"/>
          <p:cNvSpPr txBox="1"/>
          <p:nvPr>
            <p:ph idx="6" type="body"/>
          </p:nvPr>
        </p:nvSpPr>
        <p:spPr>
          <a:xfrm>
            <a:off x="1648313" y="2552202"/>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6" name="Google Shape;286;p57"/>
          <p:cNvSpPr txBox="1"/>
          <p:nvPr>
            <p:ph idx="7" type="body"/>
          </p:nvPr>
        </p:nvSpPr>
        <p:spPr>
          <a:xfrm>
            <a:off x="1670695" y="3113991"/>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7" name="Google Shape;287;p57"/>
          <p:cNvSpPr txBox="1"/>
          <p:nvPr>
            <p:ph idx="8" type="body"/>
          </p:nvPr>
        </p:nvSpPr>
        <p:spPr>
          <a:xfrm>
            <a:off x="1670695" y="3293620"/>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8" name="Google Shape;288;p57"/>
          <p:cNvSpPr txBox="1"/>
          <p:nvPr>
            <p:ph idx="9" type="body"/>
          </p:nvPr>
        </p:nvSpPr>
        <p:spPr>
          <a:xfrm>
            <a:off x="1670695" y="3505659"/>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9" name="Google Shape;289;p57"/>
          <p:cNvSpPr txBox="1"/>
          <p:nvPr>
            <p:ph idx="13" type="body"/>
          </p:nvPr>
        </p:nvSpPr>
        <p:spPr>
          <a:xfrm>
            <a:off x="2154251" y="3833167"/>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0" name="Google Shape;290;p57"/>
          <p:cNvSpPr txBox="1"/>
          <p:nvPr>
            <p:ph idx="14" type="body"/>
          </p:nvPr>
        </p:nvSpPr>
        <p:spPr>
          <a:xfrm>
            <a:off x="2154251" y="4012796"/>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1" name="Google Shape;291;p57"/>
          <p:cNvSpPr txBox="1"/>
          <p:nvPr>
            <p:ph idx="15" type="body"/>
          </p:nvPr>
        </p:nvSpPr>
        <p:spPr>
          <a:xfrm>
            <a:off x="2154251" y="4224835"/>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2" name="Google Shape;292;p57"/>
          <p:cNvSpPr txBox="1"/>
          <p:nvPr>
            <p:ph idx="16" type="body"/>
          </p:nvPr>
        </p:nvSpPr>
        <p:spPr>
          <a:xfrm>
            <a:off x="5711844" y="1274684"/>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3" name="Google Shape;293;p57"/>
          <p:cNvSpPr txBox="1"/>
          <p:nvPr>
            <p:ph idx="17" type="body"/>
          </p:nvPr>
        </p:nvSpPr>
        <p:spPr>
          <a:xfrm>
            <a:off x="5711844" y="1454313"/>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4" name="Google Shape;294;p57"/>
          <p:cNvSpPr txBox="1"/>
          <p:nvPr>
            <p:ph idx="18" type="body"/>
          </p:nvPr>
        </p:nvSpPr>
        <p:spPr>
          <a:xfrm>
            <a:off x="5711844" y="1666352"/>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5" name="Google Shape;295;p57"/>
          <p:cNvSpPr txBox="1"/>
          <p:nvPr>
            <p:ph idx="19" type="body"/>
          </p:nvPr>
        </p:nvSpPr>
        <p:spPr>
          <a:xfrm>
            <a:off x="6247590" y="2081713"/>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6" name="Google Shape;296;p57"/>
          <p:cNvSpPr txBox="1"/>
          <p:nvPr>
            <p:ph idx="20" type="body"/>
          </p:nvPr>
        </p:nvSpPr>
        <p:spPr>
          <a:xfrm>
            <a:off x="6247590" y="2261342"/>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7" name="Google Shape;297;p57"/>
          <p:cNvSpPr txBox="1"/>
          <p:nvPr>
            <p:ph idx="21" type="body"/>
          </p:nvPr>
        </p:nvSpPr>
        <p:spPr>
          <a:xfrm>
            <a:off x="6247590" y="2473381"/>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8" name="Google Shape;298;p57"/>
          <p:cNvSpPr txBox="1"/>
          <p:nvPr>
            <p:ph idx="22" type="body"/>
          </p:nvPr>
        </p:nvSpPr>
        <p:spPr>
          <a:xfrm>
            <a:off x="6247590" y="3009669"/>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9" name="Google Shape;299;p57"/>
          <p:cNvSpPr txBox="1"/>
          <p:nvPr>
            <p:ph idx="23" type="body"/>
          </p:nvPr>
        </p:nvSpPr>
        <p:spPr>
          <a:xfrm>
            <a:off x="6247590" y="3189298"/>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00" name="Google Shape;300;p57"/>
          <p:cNvSpPr txBox="1"/>
          <p:nvPr>
            <p:ph idx="24" type="body"/>
          </p:nvPr>
        </p:nvSpPr>
        <p:spPr>
          <a:xfrm>
            <a:off x="6247590" y="3401337"/>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01" name="Google Shape;301;p57"/>
          <p:cNvSpPr txBox="1"/>
          <p:nvPr>
            <p:ph idx="25" type="body"/>
          </p:nvPr>
        </p:nvSpPr>
        <p:spPr>
          <a:xfrm>
            <a:off x="5911033" y="3827718"/>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02" name="Google Shape;302;p57"/>
          <p:cNvSpPr txBox="1"/>
          <p:nvPr>
            <p:ph idx="26" type="body"/>
          </p:nvPr>
        </p:nvSpPr>
        <p:spPr>
          <a:xfrm>
            <a:off x="5911033" y="4007347"/>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03" name="Google Shape;303;p57"/>
          <p:cNvSpPr txBox="1"/>
          <p:nvPr>
            <p:ph idx="27" type="body"/>
          </p:nvPr>
        </p:nvSpPr>
        <p:spPr>
          <a:xfrm>
            <a:off x="5911033" y="4219386"/>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grpSp>
        <p:nvGrpSpPr>
          <p:cNvPr id="304" name="Google Shape;304;p57"/>
          <p:cNvGrpSpPr/>
          <p:nvPr/>
        </p:nvGrpSpPr>
        <p:grpSpPr>
          <a:xfrm>
            <a:off x="3064089" y="1322496"/>
            <a:ext cx="3130304" cy="3130304"/>
            <a:chOff x="1725851" y="197234"/>
            <a:chExt cx="4799362" cy="4799363"/>
          </a:xfrm>
        </p:grpSpPr>
        <p:sp>
          <p:nvSpPr>
            <p:cNvPr id="305" name="Google Shape;305;p57"/>
            <p:cNvSpPr/>
            <p:nvPr/>
          </p:nvSpPr>
          <p:spPr>
            <a:xfrm>
              <a:off x="2160294" y="631678"/>
              <a:ext cx="3930473" cy="3930474"/>
            </a:xfrm>
            <a:prstGeom prst="blockArc">
              <a:avLst>
                <a:gd fmla="val 13500000" name="adj1"/>
                <a:gd fmla="val 16200000" name="adj2"/>
                <a:gd fmla="val 3430" name="adj3"/>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6" name="Google Shape;306;p57"/>
            <p:cNvSpPr/>
            <p:nvPr/>
          </p:nvSpPr>
          <p:spPr>
            <a:xfrm>
              <a:off x="2160294" y="631678"/>
              <a:ext cx="3930473" cy="3930474"/>
            </a:xfrm>
            <a:prstGeom prst="blockArc">
              <a:avLst>
                <a:gd fmla="val 10800000" name="adj1"/>
                <a:gd fmla="val 13500000" name="adj2"/>
                <a:gd fmla="val 3430" name="adj3"/>
              </a:avLst>
            </a:prstGeom>
            <a:solidFill>
              <a:srgbClr val="9D9D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7" name="Google Shape;307;p57"/>
            <p:cNvSpPr/>
            <p:nvPr/>
          </p:nvSpPr>
          <p:spPr>
            <a:xfrm>
              <a:off x="2160294" y="631678"/>
              <a:ext cx="3930473" cy="3930474"/>
            </a:xfrm>
            <a:prstGeom prst="blockArc">
              <a:avLst>
                <a:gd fmla="val 8100000" name="adj1"/>
                <a:gd fmla="val 10800000" name="adj2"/>
                <a:gd fmla="val 3430" name="adj3"/>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08" name="Google Shape;308;p57"/>
            <p:cNvSpPr/>
            <p:nvPr/>
          </p:nvSpPr>
          <p:spPr>
            <a:xfrm>
              <a:off x="2160294" y="631678"/>
              <a:ext cx="3930473" cy="3930474"/>
            </a:xfrm>
            <a:prstGeom prst="blockArc">
              <a:avLst>
                <a:gd fmla="val 5400000" name="adj1"/>
                <a:gd fmla="val 8100000" name="adj2"/>
                <a:gd fmla="val 3430" name="adj3"/>
              </a:avLst>
            </a:prstGeom>
            <a:solidFill>
              <a:srgbClr val="B4B4B4"/>
            </a:solidFill>
            <a:ln cap="flat" cmpd="sng" w="9525">
              <a:solidFill>
                <a:srgbClr val="A8A8A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309" name="Google Shape;309;p57"/>
            <p:cNvSpPr/>
            <p:nvPr/>
          </p:nvSpPr>
          <p:spPr>
            <a:xfrm>
              <a:off x="2160294" y="631678"/>
              <a:ext cx="3930473" cy="3930474"/>
            </a:xfrm>
            <a:prstGeom prst="blockArc">
              <a:avLst>
                <a:gd fmla="val 2700000" name="adj1"/>
                <a:gd fmla="val 5400000" name="adj2"/>
                <a:gd fmla="val 3430" name="adj3"/>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10" name="Google Shape;310;p57"/>
            <p:cNvSpPr/>
            <p:nvPr/>
          </p:nvSpPr>
          <p:spPr>
            <a:xfrm>
              <a:off x="2160294" y="631678"/>
              <a:ext cx="3930473" cy="3930474"/>
            </a:xfrm>
            <a:prstGeom prst="blockArc">
              <a:avLst>
                <a:gd fmla="val 0" name="adj1"/>
                <a:gd fmla="val 2700000" name="adj2"/>
                <a:gd fmla="val 3430" name="adj3"/>
              </a:avLst>
            </a:prstGeom>
            <a:solidFill>
              <a:srgbClr val="F632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11" name="Google Shape;311;p57"/>
            <p:cNvSpPr/>
            <p:nvPr/>
          </p:nvSpPr>
          <p:spPr>
            <a:xfrm>
              <a:off x="2160294" y="631678"/>
              <a:ext cx="3930473" cy="3930474"/>
            </a:xfrm>
            <a:prstGeom prst="blockArc">
              <a:avLst>
                <a:gd fmla="val 18900000" name="adj1"/>
                <a:gd fmla="val 0" name="adj2"/>
                <a:gd fmla="val 3430" name="adj3"/>
              </a:avLst>
            </a:pr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12" name="Google Shape;312;p57"/>
            <p:cNvSpPr/>
            <p:nvPr/>
          </p:nvSpPr>
          <p:spPr>
            <a:xfrm>
              <a:off x="2160294" y="631678"/>
              <a:ext cx="3930473" cy="3930474"/>
            </a:xfrm>
            <a:prstGeom prst="blockArc">
              <a:avLst>
                <a:gd fmla="val 16200000" name="adj1"/>
                <a:gd fmla="val 18900000" name="adj2"/>
                <a:gd fmla="val 3430" name="adj3"/>
              </a:avLst>
            </a:prstGeom>
            <a:solidFill>
              <a:srgbClr val="F632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313" name="Google Shape;313;p57"/>
            <p:cNvSpPr/>
            <p:nvPr/>
          </p:nvSpPr>
          <p:spPr>
            <a:xfrm>
              <a:off x="3128723" y="1600108"/>
              <a:ext cx="1993614" cy="1993614"/>
            </a:xfrm>
            <a:custGeom>
              <a:rect b="b" l="l" r="r" t="t"/>
              <a:pathLst>
                <a:path extrusionOk="0" h="1993614" w="1993614">
                  <a:moveTo>
                    <a:pt x="0" y="996807"/>
                  </a:moveTo>
                  <a:cubicBezTo>
                    <a:pt x="0" y="446286"/>
                    <a:pt x="446286" y="0"/>
                    <a:pt x="996807" y="0"/>
                  </a:cubicBezTo>
                  <a:cubicBezTo>
                    <a:pt x="1547328" y="0"/>
                    <a:pt x="1993614" y="446286"/>
                    <a:pt x="1993614" y="996807"/>
                  </a:cubicBezTo>
                  <a:cubicBezTo>
                    <a:pt x="1993614" y="1547328"/>
                    <a:pt x="1547328" y="1993614"/>
                    <a:pt x="996807" y="1993614"/>
                  </a:cubicBezTo>
                  <a:cubicBezTo>
                    <a:pt x="446286" y="1993614"/>
                    <a:pt x="0" y="1547328"/>
                    <a:pt x="0" y="996807"/>
                  </a:cubicBezTo>
                  <a:close/>
                </a:path>
              </a:pathLst>
            </a:custGeom>
            <a:noFill/>
            <a:ln cap="flat" cmpd="sng" w="50800">
              <a:solidFill>
                <a:srgbClr val="4C4C4C"/>
              </a:solidFill>
              <a:prstDash val="solid"/>
              <a:miter lim="800000"/>
              <a:headEnd len="sm" w="sm" type="none"/>
              <a:tailEnd len="sm" w="sm" type="none"/>
            </a:ln>
            <a:effectLst>
              <a:outerShdw blurRad="50800" rotWithShape="0" algn="tr" dir="8100000" dist="38100">
                <a:srgbClr val="000000">
                  <a:alpha val="40000"/>
                </a:srgbClr>
              </a:outerShdw>
            </a:effectLst>
          </p:spPr>
          <p:txBody>
            <a:bodyPr anchorCtr="0" anchor="ctr" bIns="307175" lIns="307175" spcFirstLastPara="1" rIns="307175" wrap="square" tIns="307175">
              <a:noAutofit/>
            </a:bodyPr>
            <a:lstStyle/>
            <a:p>
              <a:pPr indent="0" lvl="0" marL="0" marR="0" rtl="0" algn="ctr">
                <a:lnSpc>
                  <a:spcPct val="90000"/>
                </a:lnSpc>
                <a:spcBef>
                  <a:spcPts val="0"/>
                </a:spcBef>
                <a:spcAft>
                  <a:spcPts val="0"/>
                </a:spcAft>
                <a:buClr>
                  <a:schemeClr val="dk1"/>
                </a:buClr>
                <a:buSzPts val="1200"/>
                <a:buFont typeface="Calibri"/>
                <a:buNone/>
              </a:pPr>
              <a:r>
                <a:t/>
              </a:r>
              <a:endParaRPr b="0" i="0" sz="1200" u="none" cap="none" strike="noStrike">
                <a:solidFill>
                  <a:srgbClr val="4C4C4C"/>
                </a:solidFill>
                <a:latin typeface="Roboto"/>
                <a:ea typeface="Roboto"/>
                <a:cs typeface="Roboto"/>
                <a:sym typeface="Roboto"/>
              </a:endParaRPr>
            </a:p>
          </p:txBody>
        </p:sp>
        <p:sp>
          <p:nvSpPr>
            <p:cNvPr id="314" name="Google Shape;314;p57"/>
            <p:cNvSpPr/>
            <p:nvPr/>
          </p:nvSpPr>
          <p:spPr>
            <a:xfrm>
              <a:off x="3657379" y="19723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F6323E"/>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chemeClr val="dk1"/>
                </a:buClr>
                <a:buSzPts val="2100"/>
                <a:buFont typeface="Calibri"/>
                <a:buNone/>
              </a:pPr>
              <a:r>
                <a:t/>
              </a:r>
              <a:endParaRPr b="0" i="0" sz="2100" u="none" cap="none" strike="noStrike">
                <a:solidFill>
                  <a:schemeClr val="lt1"/>
                </a:solidFill>
                <a:latin typeface="Calibri"/>
                <a:ea typeface="Calibri"/>
                <a:cs typeface="Calibri"/>
                <a:sym typeface="Calibri"/>
              </a:endParaRPr>
            </a:p>
          </p:txBody>
        </p:sp>
        <p:sp>
          <p:nvSpPr>
            <p:cNvPr id="315" name="Google Shape;315;p57"/>
            <p:cNvSpPr/>
            <p:nvPr/>
          </p:nvSpPr>
          <p:spPr>
            <a:xfrm>
              <a:off x="5023178" y="762966"/>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CCCCCC"/>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chemeClr val="dk1"/>
                </a:buClr>
                <a:buSzPts val="2100"/>
                <a:buFont typeface="Calibri"/>
                <a:buNone/>
              </a:pPr>
              <a:r>
                <a:t/>
              </a:r>
              <a:endParaRPr b="0" i="0" sz="2100" u="none" cap="none" strike="noStrike">
                <a:solidFill>
                  <a:schemeClr val="lt1"/>
                </a:solidFill>
                <a:latin typeface="Calibri"/>
                <a:ea typeface="Calibri"/>
                <a:cs typeface="Calibri"/>
                <a:sym typeface="Calibri"/>
              </a:endParaRPr>
            </a:p>
          </p:txBody>
        </p:sp>
        <p:sp>
          <p:nvSpPr>
            <p:cNvPr id="316" name="Google Shape;316;p57"/>
            <p:cNvSpPr/>
            <p:nvPr/>
          </p:nvSpPr>
          <p:spPr>
            <a:xfrm>
              <a:off x="5588911" y="21287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F6323E"/>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chemeClr val="dk1"/>
                </a:buClr>
                <a:buSzPts val="2100"/>
                <a:buFont typeface="Calibri"/>
                <a:buNone/>
              </a:pPr>
              <a:r>
                <a:t/>
              </a:r>
              <a:endParaRPr b="0" i="0" sz="2100" u="none" cap="none" strike="noStrike">
                <a:solidFill>
                  <a:schemeClr val="lt1"/>
                </a:solidFill>
                <a:latin typeface="Calibri"/>
                <a:ea typeface="Calibri"/>
                <a:cs typeface="Calibri"/>
                <a:sym typeface="Calibri"/>
              </a:endParaRPr>
            </a:p>
          </p:txBody>
        </p:sp>
        <p:sp>
          <p:nvSpPr>
            <p:cNvPr id="317" name="Google Shape;317;p57"/>
            <p:cNvSpPr/>
            <p:nvPr/>
          </p:nvSpPr>
          <p:spPr>
            <a:xfrm>
              <a:off x="5023177" y="3494562"/>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9D9D9D"/>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chemeClr val="dk1"/>
                </a:buClr>
                <a:buSzPts val="2100"/>
                <a:buFont typeface="Calibri"/>
                <a:buNone/>
              </a:pPr>
              <a:r>
                <a:t/>
              </a:r>
              <a:endParaRPr b="0" i="0" sz="2100" u="none" cap="none" strike="noStrike">
                <a:solidFill>
                  <a:schemeClr val="lt1"/>
                </a:solidFill>
                <a:latin typeface="Calibri"/>
                <a:ea typeface="Calibri"/>
                <a:cs typeface="Calibri"/>
                <a:sym typeface="Calibri"/>
              </a:endParaRPr>
            </a:p>
          </p:txBody>
        </p:sp>
        <p:sp>
          <p:nvSpPr>
            <p:cNvPr id="318" name="Google Shape;318;p57"/>
            <p:cNvSpPr/>
            <p:nvPr/>
          </p:nvSpPr>
          <p:spPr>
            <a:xfrm>
              <a:off x="3657379" y="4060295"/>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F6323E"/>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chemeClr val="dk1"/>
                </a:buClr>
                <a:buSzPts val="4000"/>
                <a:buFont typeface="Calibri"/>
                <a:buNone/>
              </a:pPr>
              <a:r>
                <a:t/>
              </a:r>
              <a:endParaRPr b="0" i="0" sz="4000" u="none" cap="none" strike="noStrike">
                <a:solidFill>
                  <a:schemeClr val="lt1"/>
                </a:solidFill>
                <a:latin typeface="Calibri"/>
                <a:ea typeface="Calibri"/>
                <a:cs typeface="Calibri"/>
                <a:sym typeface="Calibri"/>
              </a:endParaRPr>
            </a:p>
          </p:txBody>
        </p:sp>
        <p:sp>
          <p:nvSpPr>
            <p:cNvPr id="319" name="Google Shape;319;p57"/>
            <p:cNvSpPr/>
            <p:nvPr/>
          </p:nvSpPr>
          <p:spPr>
            <a:xfrm>
              <a:off x="2291582" y="34945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A8A8A8"/>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chemeClr val="dk1"/>
                </a:buClr>
                <a:buSzPts val="4000"/>
                <a:buFont typeface="Calibri"/>
                <a:buNone/>
              </a:pPr>
              <a:r>
                <a:t/>
              </a:r>
              <a:endParaRPr b="0" i="0" sz="4000" u="none" cap="none" strike="noStrike">
                <a:solidFill>
                  <a:schemeClr val="lt1"/>
                </a:solidFill>
                <a:latin typeface="Calibri"/>
                <a:ea typeface="Calibri"/>
                <a:cs typeface="Calibri"/>
                <a:sym typeface="Calibri"/>
              </a:endParaRPr>
            </a:p>
          </p:txBody>
        </p:sp>
        <p:sp>
          <p:nvSpPr>
            <p:cNvPr id="320" name="Google Shape;320;p57"/>
            <p:cNvSpPr/>
            <p:nvPr/>
          </p:nvSpPr>
          <p:spPr>
            <a:xfrm>
              <a:off x="1725851" y="21287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chemeClr val="dk1"/>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chemeClr val="dk1"/>
                </a:buClr>
                <a:buSzPts val="4000"/>
                <a:buFont typeface="Calibri"/>
                <a:buNone/>
              </a:pPr>
              <a:r>
                <a:t/>
              </a:r>
              <a:endParaRPr b="0" i="0" sz="4000" u="none" cap="none" strike="noStrike">
                <a:solidFill>
                  <a:schemeClr val="lt1"/>
                </a:solidFill>
                <a:latin typeface="Calibri"/>
                <a:ea typeface="Calibri"/>
                <a:cs typeface="Calibri"/>
                <a:sym typeface="Calibri"/>
              </a:endParaRPr>
            </a:p>
          </p:txBody>
        </p:sp>
        <p:sp>
          <p:nvSpPr>
            <p:cNvPr id="321" name="Google Shape;321;p57"/>
            <p:cNvSpPr/>
            <p:nvPr/>
          </p:nvSpPr>
          <p:spPr>
            <a:xfrm>
              <a:off x="2291581" y="762965"/>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989898"/>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chemeClr val="dk1"/>
                </a:buClr>
                <a:buSzPts val="4000"/>
                <a:buFont typeface="Calibri"/>
                <a:buNone/>
              </a:pPr>
              <a:r>
                <a:t/>
              </a:r>
              <a:endParaRPr b="0" i="0" sz="4000" u="none" cap="none" strike="noStrike">
                <a:solidFill>
                  <a:schemeClr val="lt1"/>
                </a:solidFill>
                <a:latin typeface="Calibri"/>
                <a:ea typeface="Calibri"/>
                <a:cs typeface="Calibri"/>
                <a:sym typeface="Calibri"/>
              </a:endParaRPr>
            </a:p>
          </p:txBody>
        </p:sp>
      </p:grpSp>
      <p:pic>
        <p:nvPicPr>
          <p:cNvPr id="322" name="Google Shape;322;p57"/>
          <p:cNvPicPr preferRelativeResize="0"/>
          <p:nvPr/>
        </p:nvPicPr>
        <p:blipFill rotWithShape="1">
          <a:blip r:embed="rId2">
            <a:alphaModFix/>
          </a:blip>
          <a:srcRect b="0" l="0" r="0" t="0"/>
          <a:stretch/>
        </p:blipFill>
        <p:spPr>
          <a:xfrm>
            <a:off x="3906518" y="1572770"/>
            <a:ext cx="365816" cy="365816"/>
          </a:xfrm>
          <a:prstGeom prst="rect">
            <a:avLst/>
          </a:prstGeom>
          <a:noFill/>
          <a:ln>
            <a:noFill/>
          </a:ln>
        </p:spPr>
      </p:pic>
      <p:pic>
        <p:nvPicPr>
          <p:cNvPr id="323" name="Google Shape;323;p57"/>
          <p:cNvPicPr preferRelativeResize="0"/>
          <p:nvPr/>
        </p:nvPicPr>
        <p:blipFill rotWithShape="1">
          <a:blip r:embed="rId3">
            <a:alphaModFix/>
          </a:blip>
          <a:srcRect b="0" l="0" r="0" t="0"/>
          <a:stretch/>
        </p:blipFill>
        <p:spPr>
          <a:xfrm>
            <a:off x="4972122" y="3840710"/>
            <a:ext cx="365816" cy="365816"/>
          </a:xfrm>
          <a:prstGeom prst="rect">
            <a:avLst/>
          </a:prstGeom>
          <a:noFill/>
          <a:ln>
            <a:noFill/>
          </a:ln>
        </p:spPr>
      </p:pic>
      <p:pic>
        <p:nvPicPr>
          <p:cNvPr id="324" name="Google Shape;324;p57"/>
          <p:cNvPicPr preferRelativeResize="0"/>
          <p:nvPr/>
        </p:nvPicPr>
        <p:blipFill rotWithShape="1">
          <a:blip r:embed="rId4">
            <a:alphaModFix/>
          </a:blip>
          <a:srcRect b="0" l="0" r="0" t="0"/>
          <a:stretch/>
        </p:blipFill>
        <p:spPr>
          <a:xfrm>
            <a:off x="3285784" y="3229619"/>
            <a:ext cx="365816" cy="365816"/>
          </a:xfrm>
          <a:prstGeom prst="rect">
            <a:avLst/>
          </a:prstGeom>
          <a:noFill/>
          <a:ln>
            <a:noFill/>
          </a:ln>
        </p:spPr>
      </p:pic>
      <p:pic>
        <p:nvPicPr>
          <p:cNvPr id="325" name="Google Shape;325;p57"/>
          <p:cNvPicPr preferRelativeResize="0"/>
          <p:nvPr/>
        </p:nvPicPr>
        <p:blipFill rotWithShape="1">
          <a:blip r:embed="rId5">
            <a:alphaModFix/>
          </a:blip>
          <a:srcRect b="0" l="0" r="0" t="0"/>
          <a:stretch/>
        </p:blipFill>
        <p:spPr>
          <a:xfrm>
            <a:off x="3260129" y="2284117"/>
            <a:ext cx="365816" cy="365816"/>
          </a:xfrm>
          <a:prstGeom prst="rect">
            <a:avLst/>
          </a:prstGeom>
          <a:noFill/>
          <a:ln>
            <a:noFill/>
          </a:ln>
        </p:spPr>
      </p:pic>
      <p:pic>
        <p:nvPicPr>
          <p:cNvPr id="326" name="Google Shape;326;p57"/>
          <p:cNvPicPr preferRelativeResize="0"/>
          <p:nvPr/>
        </p:nvPicPr>
        <p:blipFill rotWithShape="1">
          <a:blip r:embed="rId6">
            <a:alphaModFix/>
          </a:blip>
          <a:srcRect b="0" l="0" r="0" t="0"/>
          <a:stretch/>
        </p:blipFill>
        <p:spPr>
          <a:xfrm>
            <a:off x="4871063" y="1518775"/>
            <a:ext cx="365816" cy="365816"/>
          </a:xfrm>
          <a:prstGeom prst="rect">
            <a:avLst/>
          </a:prstGeom>
          <a:noFill/>
          <a:ln>
            <a:noFill/>
          </a:ln>
        </p:spPr>
      </p:pic>
      <p:pic>
        <p:nvPicPr>
          <p:cNvPr id="327" name="Google Shape;327;p57"/>
          <p:cNvPicPr preferRelativeResize="0"/>
          <p:nvPr/>
        </p:nvPicPr>
        <p:blipFill rotWithShape="1">
          <a:blip r:embed="rId7">
            <a:alphaModFix/>
          </a:blip>
          <a:srcRect b="0" l="0" r="0" t="0"/>
          <a:stretch/>
        </p:blipFill>
        <p:spPr>
          <a:xfrm>
            <a:off x="5606880" y="2182634"/>
            <a:ext cx="365816" cy="365816"/>
          </a:xfrm>
          <a:prstGeom prst="rect">
            <a:avLst/>
          </a:prstGeom>
          <a:noFill/>
          <a:ln>
            <a:noFill/>
          </a:ln>
        </p:spPr>
      </p:pic>
      <p:pic>
        <p:nvPicPr>
          <p:cNvPr id="328" name="Google Shape;328;p57"/>
          <p:cNvPicPr preferRelativeResize="0"/>
          <p:nvPr/>
        </p:nvPicPr>
        <p:blipFill rotWithShape="1">
          <a:blip r:embed="rId8">
            <a:alphaModFix/>
          </a:blip>
          <a:srcRect b="0" l="0" r="0" t="0"/>
          <a:stretch/>
        </p:blipFill>
        <p:spPr>
          <a:xfrm>
            <a:off x="5641355" y="3145032"/>
            <a:ext cx="365816" cy="365816"/>
          </a:xfrm>
          <a:prstGeom prst="rect">
            <a:avLst/>
          </a:prstGeom>
          <a:noFill/>
          <a:ln>
            <a:noFill/>
          </a:ln>
        </p:spPr>
      </p:pic>
      <p:pic>
        <p:nvPicPr>
          <p:cNvPr id="329" name="Google Shape;329;p57"/>
          <p:cNvPicPr preferRelativeResize="0"/>
          <p:nvPr/>
        </p:nvPicPr>
        <p:blipFill rotWithShape="1">
          <a:blip r:embed="rId9">
            <a:alphaModFix/>
          </a:blip>
          <a:srcRect b="0" l="0" r="0" t="0"/>
          <a:stretch/>
        </p:blipFill>
        <p:spPr>
          <a:xfrm>
            <a:off x="4014639" y="3877794"/>
            <a:ext cx="365816" cy="365816"/>
          </a:xfrm>
          <a:prstGeom prst="rect">
            <a:avLst/>
          </a:prstGeom>
          <a:noFill/>
          <a:ln>
            <a:noFill/>
          </a:ln>
        </p:spPr>
      </p:pic>
      <p:sp>
        <p:nvSpPr>
          <p:cNvPr id="330" name="Google Shape;330;p57"/>
          <p:cNvSpPr txBox="1"/>
          <p:nvPr>
            <p:ph idx="28" type="body"/>
          </p:nvPr>
        </p:nvSpPr>
        <p:spPr>
          <a:xfrm>
            <a:off x="4052675" y="2723156"/>
            <a:ext cx="1182772" cy="3866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100"/>
              <a:buFont typeface="Arial"/>
              <a:buNone/>
              <a:defRPr b="1" i="0" sz="11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31" name="Google Shape;331;p57"/>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332" name="Google Shape;332;p57"/>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33" name="Google Shape;333;p57"/>
          <p:cNvPicPr preferRelativeResize="0"/>
          <p:nvPr/>
        </p:nvPicPr>
        <p:blipFill rotWithShape="1">
          <a:blip r:embed="rId10">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10_Custom Layout">
    <p:spTree>
      <p:nvGrpSpPr>
        <p:cNvPr id="334" name="Shape 334"/>
        <p:cNvGrpSpPr/>
        <p:nvPr/>
      </p:nvGrpSpPr>
      <p:grpSpPr>
        <a:xfrm>
          <a:off x="0" y="0"/>
          <a:ext cx="0" cy="0"/>
          <a:chOff x="0" y="0"/>
          <a:chExt cx="0" cy="0"/>
        </a:xfrm>
      </p:grpSpPr>
      <p:sp>
        <p:nvSpPr>
          <p:cNvPr id="335" name="Google Shape;335;p5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Proxima Nova"/>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336" name="Google Shape;336;p5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337" name="Google Shape;337;p58"/>
          <p:cNvSpPr txBox="1"/>
          <p:nvPr>
            <p:ph idx="1" type="body"/>
          </p:nvPr>
        </p:nvSpPr>
        <p:spPr>
          <a:xfrm>
            <a:off x="630238" y="1455738"/>
            <a:ext cx="2933700" cy="3060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38" name="Google Shape;338;p58"/>
          <p:cNvSpPr/>
          <p:nvPr>
            <p:ph idx="2" type="chart"/>
          </p:nvPr>
        </p:nvSpPr>
        <p:spPr>
          <a:xfrm>
            <a:off x="3676650" y="1466850"/>
            <a:ext cx="4845050" cy="3048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39" name="Google Shape;339;p58"/>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sp>
        <p:nvSpPr>
          <p:cNvPr id="340" name="Google Shape;340;p58"/>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41" name="Google Shape;341;p58"/>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pos="2245">
          <p15:clr>
            <a:srgbClr val="FBAE40"/>
          </p15:clr>
        </p15:guide>
        <p15:guide id="3" orient="horz" pos="917">
          <p15:clr>
            <a:srgbClr val="FBAE40"/>
          </p15:clr>
        </p15:guide>
        <p15:guide id="4" orient="horz" pos="2845">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p:cSld name="1_Divider">
    <p:spTree>
      <p:nvGrpSpPr>
        <p:cNvPr id="342" name="Shape 342"/>
        <p:cNvGrpSpPr/>
        <p:nvPr/>
      </p:nvGrpSpPr>
      <p:grpSpPr>
        <a:xfrm>
          <a:off x="0" y="0"/>
          <a:ext cx="0" cy="0"/>
          <a:chOff x="0" y="0"/>
          <a:chExt cx="0" cy="0"/>
        </a:xfrm>
      </p:grpSpPr>
      <p:sp>
        <p:nvSpPr>
          <p:cNvPr id="343" name="Google Shape;343;p59"/>
          <p:cNvSpPr/>
          <p:nvPr>
            <p:ph idx="2" type="pic"/>
          </p:nvPr>
        </p:nvSpPr>
        <p:spPr>
          <a:xfrm>
            <a:off x="0" y="0"/>
            <a:ext cx="9144000" cy="5143500"/>
          </a:xfrm>
          <a:prstGeom prst="rect">
            <a:avLst/>
          </a:prstGeom>
          <a:noFill/>
          <a:ln>
            <a:noFill/>
          </a:ln>
        </p:spPr>
      </p:sp>
      <p:sp>
        <p:nvSpPr>
          <p:cNvPr id="344" name="Google Shape;344;p5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5" name="Google Shape;345;p5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346" name="Google Shape;346;p59"/>
          <p:cNvPicPr preferRelativeResize="0"/>
          <p:nvPr/>
        </p:nvPicPr>
        <p:blipFill rotWithShape="1">
          <a:blip r:embed="rId2">
            <a:alphaModFix/>
          </a:blip>
          <a:srcRect b="0" l="0" r="0" t="0"/>
          <a:stretch/>
        </p:blipFill>
        <p:spPr>
          <a:xfrm>
            <a:off x="628650" y="546100"/>
            <a:ext cx="3259769" cy="4033989"/>
          </a:xfrm>
          <a:prstGeom prst="rect">
            <a:avLst/>
          </a:prstGeom>
          <a:noFill/>
          <a:ln>
            <a:noFill/>
          </a:ln>
        </p:spPr>
      </p:pic>
      <p:sp>
        <p:nvSpPr>
          <p:cNvPr id="347" name="Google Shape;347;p59"/>
          <p:cNvSpPr txBox="1"/>
          <p:nvPr/>
        </p:nvSpPr>
        <p:spPr>
          <a:xfrm>
            <a:off x="971550" y="1260629"/>
            <a:ext cx="2552886" cy="15802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1400"/>
              <a:buFont typeface="Arial"/>
              <a:buNone/>
            </a:pPr>
            <a:r>
              <a:rPr b="0" i="0" lang="en-IN" sz="1400" u="none" cap="none" strike="noStrike">
                <a:solidFill>
                  <a:schemeClr val="lt1"/>
                </a:solidFill>
                <a:latin typeface="Proxima Nova"/>
                <a:ea typeface="Proxima Nova"/>
                <a:cs typeface="Proxima Nova"/>
                <a:sym typeface="Proxima Nova"/>
              </a:rPr>
              <a:t>Edit Master text styles</a:t>
            </a:r>
            <a:endParaRPr b="0" i="0" sz="1400" u="none" cap="none" strike="noStrike">
              <a:solidFill>
                <a:srgbClr val="000000"/>
              </a:solidFill>
              <a:latin typeface="Arial"/>
              <a:ea typeface="Arial"/>
              <a:cs typeface="Arial"/>
              <a:sym typeface="Arial"/>
            </a:endParaRPr>
          </a:p>
        </p:txBody>
      </p:sp>
      <p:pic>
        <p:nvPicPr>
          <p:cNvPr id="348" name="Google Shape;348;p59"/>
          <p:cNvPicPr preferRelativeResize="0"/>
          <p:nvPr/>
        </p:nvPicPr>
        <p:blipFill rotWithShape="1">
          <a:blip r:embed="rId2">
            <a:alphaModFix/>
          </a:blip>
          <a:srcRect b="0" l="0" r="0" t="0"/>
          <a:stretch/>
        </p:blipFill>
        <p:spPr>
          <a:xfrm>
            <a:off x="628650" y="546100"/>
            <a:ext cx="3259769" cy="4033989"/>
          </a:xfrm>
          <a:prstGeom prst="rect">
            <a:avLst/>
          </a:prstGeom>
          <a:noFill/>
          <a:ln>
            <a:noFill/>
          </a:ln>
        </p:spPr>
      </p:pic>
      <p:sp>
        <p:nvSpPr>
          <p:cNvPr id="349" name="Google Shape;349;p59"/>
          <p:cNvSpPr txBox="1"/>
          <p:nvPr/>
        </p:nvSpPr>
        <p:spPr>
          <a:xfrm>
            <a:off x="971550" y="1260629"/>
            <a:ext cx="2552886" cy="15802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1400"/>
              <a:buFont typeface="Arial"/>
              <a:buNone/>
            </a:pPr>
            <a:r>
              <a:rPr b="0" i="0" lang="en-IN" sz="1400" u="none" cap="none" strike="noStrike">
                <a:solidFill>
                  <a:schemeClr val="lt1"/>
                </a:solidFill>
                <a:latin typeface="Proxima Nova"/>
                <a:ea typeface="Proxima Nova"/>
                <a:cs typeface="Proxima Nova"/>
                <a:sym typeface="Proxima Nova"/>
              </a:rPr>
              <a:t>Edit Master text styles</a:t>
            </a:r>
            <a:endParaRPr b="0" i="0" sz="1400" u="none" cap="none" strike="noStrike">
              <a:solidFill>
                <a:srgbClr val="000000"/>
              </a:solidFill>
              <a:latin typeface="Arial"/>
              <a:ea typeface="Arial"/>
              <a:cs typeface="Arial"/>
              <a:sym typeface="Arial"/>
            </a:endParaRPr>
          </a:p>
        </p:txBody>
      </p:sp>
    </p:spTree>
  </p:cSld>
  <p:clrMapOvr>
    <a:masterClrMapping/>
  </p:clrMapOvr>
  <p:extLst>
    <p:ext uri="{DCECCB84-F9BA-43D5-87BE-67443E8EF086}">
      <p15:sldGuideLst>
        <p15:guide id="1" orient="horz" pos="2890">
          <p15:clr>
            <a:srgbClr val="FBAE40"/>
          </p15:clr>
        </p15:guide>
        <p15:guide id="2" pos="612">
          <p15:clr>
            <a:srgbClr val="FBAE40"/>
          </p15:clr>
        </p15:guide>
        <p15:guide id="3" pos="2222">
          <p15:clr>
            <a:srgbClr val="FBAE40"/>
          </p15:clr>
        </p15:guide>
        <p15:guide id="4" orient="horz" pos="16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picture with caption">
  <p:cSld name="Title and 3 picture with caption">
    <p:spTree>
      <p:nvGrpSpPr>
        <p:cNvPr id="350" name="Shape 350"/>
        <p:cNvGrpSpPr/>
        <p:nvPr/>
      </p:nvGrpSpPr>
      <p:grpSpPr>
        <a:xfrm>
          <a:off x="0" y="0"/>
          <a:ext cx="0" cy="0"/>
          <a:chOff x="0" y="0"/>
          <a:chExt cx="0" cy="0"/>
        </a:xfrm>
      </p:grpSpPr>
      <p:sp>
        <p:nvSpPr>
          <p:cNvPr id="351" name="Google Shape;351;p60"/>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352" name="Google Shape;352;p60"/>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353" name="Google Shape;353;p60"/>
          <p:cNvSpPr txBox="1"/>
          <p:nvPr>
            <p:ph type="title"/>
          </p:nvPr>
        </p:nvSpPr>
        <p:spPr>
          <a:xfrm>
            <a:off x="629841" y="600075"/>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4" name="Google Shape;354;p60"/>
          <p:cNvSpPr/>
          <p:nvPr>
            <p:ph idx="2" type="pic"/>
          </p:nvPr>
        </p:nvSpPr>
        <p:spPr>
          <a:xfrm>
            <a:off x="1445363" y="1382268"/>
            <a:ext cx="1668121" cy="1946672"/>
          </a:xfrm>
          <a:prstGeom prst="rect">
            <a:avLst/>
          </a:prstGeom>
          <a:noFill/>
          <a:ln>
            <a:noFill/>
          </a:ln>
          <a:effectLst>
            <a:outerShdw blurRad="50800" rotWithShape="0" algn="r" dir="10800000" dist="38100">
              <a:srgbClr val="000000">
                <a:alpha val="40000"/>
              </a:srgbClr>
            </a:outerShdw>
          </a:effectLst>
        </p:spPr>
      </p:sp>
      <p:sp>
        <p:nvSpPr>
          <p:cNvPr id="355" name="Google Shape;355;p60"/>
          <p:cNvSpPr/>
          <p:nvPr>
            <p:ph idx="3" type="pic"/>
          </p:nvPr>
        </p:nvSpPr>
        <p:spPr>
          <a:xfrm>
            <a:off x="3744984" y="1382268"/>
            <a:ext cx="1654032" cy="1946672"/>
          </a:xfrm>
          <a:prstGeom prst="rect">
            <a:avLst/>
          </a:prstGeom>
          <a:noFill/>
          <a:ln>
            <a:noFill/>
          </a:ln>
          <a:effectLst>
            <a:outerShdw blurRad="50800" rotWithShape="0" algn="r" dir="10800000" dist="38100">
              <a:srgbClr val="000000">
                <a:alpha val="40000"/>
              </a:srgbClr>
            </a:outerShdw>
          </a:effectLst>
        </p:spPr>
      </p:sp>
      <p:sp>
        <p:nvSpPr>
          <p:cNvPr id="356" name="Google Shape;356;p60"/>
          <p:cNvSpPr/>
          <p:nvPr>
            <p:ph idx="4" type="pic"/>
          </p:nvPr>
        </p:nvSpPr>
        <p:spPr>
          <a:xfrm>
            <a:off x="6055443" y="1382268"/>
            <a:ext cx="1654032" cy="1946672"/>
          </a:xfrm>
          <a:prstGeom prst="rect">
            <a:avLst/>
          </a:prstGeom>
          <a:noFill/>
          <a:ln>
            <a:noFill/>
          </a:ln>
          <a:effectLst>
            <a:outerShdw blurRad="50800" rotWithShape="0" algn="r" dir="10800000" dist="38100">
              <a:srgbClr val="000000">
                <a:alpha val="40000"/>
              </a:srgbClr>
            </a:outerShdw>
          </a:effectLst>
        </p:spPr>
      </p:sp>
      <p:sp>
        <p:nvSpPr>
          <p:cNvPr id="357" name="Google Shape;357;p60"/>
          <p:cNvSpPr txBox="1"/>
          <p:nvPr>
            <p:ph idx="1" type="body"/>
          </p:nvPr>
        </p:nvSpPr>
        <p:spPr>
          <a:xfrm>
            <a:off x="1439466" y="3519224"/>
            <a:ext cx="1674019" cy="276489"/>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F0000"/>
              </a:buClr>
              <a:buSzPts val="1215"/>
              <a:buFont typeface="Arial"/>
              <a:buNone/>
              <a:defRPr b="1" i="0" sz="1215" u="none" cap="none" strike="noStrike">
                <a:solidFill>
                  <a:srgbClr val="FF0000"/>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8" name="Google Shape;358;p60"/>
          <p:cNvSpPr txBox="1"/>
          <p:nvPr>
            <p:ph idx="5" type="body"/>
          </p:nvPr>
        </p:nvSpPr>
        <p:spPr>
          <a:xfrm>
            <a:off x="3744985" y="3519224"/>
            <a:ext cx="1654032" cy="276489"/>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F0000"/>
              </a:buClr>
              <a:buSzPts val="1215"/>
              <a:buFont typeface="Arial"/>
              <a:buNone/>
              <a:defRPr b="1" i="0" sz="1215" u="none" cap="none" strike="noStrike">
                <a:solidFill>
                  <a:srgbClr val="FF0000"/>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9" name="Google Shape;359;p60"/>
          <p:cNvSpPr txBox="1"/>
          <p:nvPr>
            <p:ph idx="6" type="body"/>
          </p:nvPr>
        </p:nvSpPr>
        <p:spPr>
          <a:xfrm>
            <a:off x="6050503" y="3519223"/>
            <a:ext cx="1654032" cy="283960"/>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F0000"/>
              </a:buClr>
              <a:buSzPts val="1215"/>
              <a:buFont typeface="Arial"/>
              <a:buNone/>
              <a:defRPr b="1" i="0" sz="1215" u="none" cap="none" strike="noStrike">
                <a:solidFill>
                  <a:srgbClr val="FF0000"/>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60" name="Google Shape;360;p60"/>
          <p:cNvSpPr txBox="1"/>
          <p:nvPr>
            <p:ph idx="7" type="body"/>
          </p:nvPr>
        </p:nvSpPr>
        <p:spPr>
          <a:xfrm>
            <a:off x="1439863" y="3862520"/>
            <a:ext cx="1674019" cy="67128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940"/>
              <a:buFont typeface="Arial"/>
              <a:buNone/>
              <a:defRPr b="0" i="0" sz="939"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61" name="Google Shape;361;p60"/>
          <p:cNvSpPr txBox="1"/>
          <p:nvPr>
            <p:ph idx="8" type="body"/>
          </p:nvPr>
        </p:nvSpPr>
        <p:spPr>
          <a:xfrm>
            <a:off x="3735388" y="3862520"/>
            <a:ext cx="1674019" cy="67128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940"/>
              <a:buFont typeface="Arial"/>
              <a:buNone/>
              <a:defRPr b="0" i="0" sz="939"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62" name="Google Shape;362;p60"/>
          <p:cNvSpPr txBox="1"/>
          <p:nvPr>
            <p:ph idx="9" type="body"/>
          </p:nvPr>
        </p:nvSpPr>
        <p:spPr>
          <a:xfrm>
            <a:off x="6050502" y="3862520"/>
            <a:ext cx="1658973" cy="67128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940"/>
              <a:buFont typeface="Arial"/>
              <a:buNone/>
              <a:defRPr b="0" i="0" sz="939"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63" name="Google Shape;363;p6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4" name="Google Shape;364;p6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365" name="Google Shape;365;p60"/>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2210">
          <p15:clr>
            <a:srgbClr val="FBAE40"/>
          </p15:clr>
        </p15:guide>
        <p15:guide id="2" orient="horz" pos="2391">
          <p15:clr>
            <a:srgbClr val="FBAE40"/>
          </p15:clr>
        </p15:guide>
        <p15:guide id="3" orient="horz" pos="2096">
          <p15:clr>
            <a:srgbClr val="FBAE40"/>
          </p15:clr>
        </p15:guide>
        <p15:guide id="4" orient="horz" pos="378">
          <p15:clr>
            <a:srgbClr val="FBAE40"/>
          </p15:clr>
        </p15:guide>
        <p15:guide id="5" pos="907">
          <p15:clr>
            <a:srgbClr val="FBAE40"/>
          </p15:clr>
        </p15:guide>
        <p15:guide id="6" orient="horz" pos="872">
          <p15:clr>
            <a:srgbClr val="FBAE40"/>
          </p15:clr>
        </p15:guide>
        <p15:guide id="7" pos="1961">
          <p15:clr>
            <a:srgbClr val="FBAE40"/>
          </p15:clr>
        </p15:guide>
        <p15:guide id="8" pos="2353">
          <p15:clr>
            <a:srgbClr val="FBAE40"/>
          </p15:clr>
        </p15:guide>
        <p15:guide id="9" pos="3407">
          <p15:clr>
            <a:srgbClr val="FBAE40"/>
          </p15:clr>
        </p15:guide>
        <p15:guide id="10" pos="3810">
          <p15:clr>
            <a:srgbClr val="FBAE40"/>
          </p15:clr>
        </p15:guide>
        <p15:guide id="11" pos="4853">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pictures">
  <p:cSld name="Title and 2 pictures">
    <p:spTree>
      <p:nvGrpSpPr>
        <p:cNvPr id="366" name="Shape 366"/>
        <p:cNvGrpSpPr/>
        <p:nvPr/>
      </p:nvGrpSpPr>
      <p:grpSpPr>
        <a:xfrm>
          <a:off x="0" y="0"/>
          <a:ext cx="0" cy="0"/>
          <a:chOff x="0" y="0"/>
          <a:chExt cx="0" cy="0"/>
        </a:xfrm>
      </p:grpSpPr>
      <p:sp>
        <p:nvSpPr>
          <p:cNvPr id="367" name="Google Shape;367;p61"/>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368" name="Google Shape;368;p61"/>
          <p:cNvSpPr txBox="1"/>
          <p:nvPr>
            <p:ph type="title"/>
          </p:nvPr>
        </p:nvSpPr>
        <p:spPr>
          <a:xfrm>
            <a:off x="642473" y="546498"/>
            <a:ext cx="5902706" cy="56792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9" name="Google Shape;369;p61"/>
          <p:cNvSpPr/>
          <p:nvPr/>
        </p:nvSpPr>
        <p:spPr>
          <a:xfrm>
            <a:off x="4599929" y="1870236"/>
            <a:ext cx="3921771" cy="2322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370" name="Google Shape;370;p61"/>
          <p:cNvSpPr/>
          <p:nvPr>
            <p:ph idx="2" type="pic"/>
          </p:nvPr>
        </p:nvSpPr>
        <p:spPr>
          <a:xfrm>
            <a:off x="4599929" y="1868092"/>
            <a:ext cx="3921771" cy="2325290"/>
          </a:xfrm>
          <a:prstGeom prst="rect">
            <a:avLst/>
          </a:prstGeom>
          <a:noFill/>
          <a:ln>
            <a:noFill/>
          </a:ln>
        </p:spPr>
      </p:sp>
      <p:sp>
        <p:nvSpPr>
          <p:cNvPr id="371" name="Google Shape;371;p61"/>
          <p:cNvSpPr/>
          <p:nvPr>
            <p:ph idx="3" type="pic"/>
          </p:nvPr>
        </p:nvSpPr>
        <p:spPr>
          <a:xfrm>
            <a:off x="621848" y="1868091"/>
            <a:ext cx="2592000" cy="783000"/>
          </a:xfrm>
          <a:prstGeom prst="rect">
            <a:avLst/>
          </a:prstGeom>
          <a:noFill/>
          <a:ln>
            <a:noFill/>
          </a:ln>
        </p:spPr>
      </p:sp>
      <p:sp>
        <p:nvSpPr>
          <p:cNvPr id="372" name="Google Shape;372;p61"/>
          <p:cNvSpPr txBox="1"/>
          <p:nvPr>
            <p:ph idx="1" type="body"/>
          </p:nvPr>
        </p:nvSpPr>
        <p:spPr>
          <a:xfrm>
            <a:off x="629841" y="3145632"/>
            <a:ext cx="3343275" cy="283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215"/>
              <a:buFont typeface="Arial"/>
              <a:buNone/>
              <a:defRPr b="1" i="0" sz="1215"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73" name="Google Shape;373;p61"/>
          <p:cNvSpPr txBox="1"/>
          <p:nvPr>
            <p:ph idx="4" type="body"/>
          </p:nvPr>
        </p:nvSpPr>
        <p:spPr>
          <a:xfrm>
            <a:off x="635000" y="3515616"/>
            <a:ext cx="3343275" cy="28396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310"/>
              <a:buFont typeface="Arial"/>
              <a:buNone/>
              <a:defRPr b="0" i="0" sz="131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74" name="Google Shape;374;p61"/>
          <p:cNvSpPr txBox="1"/>
          <p:nvPr>
            <p:ph idx="10" type="dt"/>
          </p:nvPr>
        </p:nvSpPr>
        <p:spPr>
          <a:xfrm>
            <a:off x="642473"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5" name="Google Shape;375;p61"/>
          <p:cNvSpPr txBox="1"/>
          <p:nvPr>
            <p:ph idx="12" type="sldNum"/>
          </p:nvPr>
        </p:nvSpPr>
        <p:spPr>
          <a:xfrm>
            <a:off x="6466042"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376" name="Google Shape;376;p61"/>
          <p:cNvPicPr preferRelativeResize="0"/>
          <p:nvPr/>
        </p:nvPicPr>
        <p:blipFill rotWithShape="1">
          <a:blip r:embed="rId2">
            <a:alphaModFix/>
          </a:blip>
          <a:srcRect b="0" l="0" r="0" t="0"/>
          <a:stretch/>
        </p:blipFill>
        <p:spPr>
          <a:xfrm>
            <a:off x="7611920" y="303610"/>
            <a:ext cx="909780" cy="242888"/>
          </a:xfrm>
          <a:prstGeom prst="rect">
            <a:avLst/>
          </a:prstGeom>
          <a:noFill/>
          <a:ln>
            <a:noFill/>
          </a:ln>
        </p:spPr>
      </p:pic>
      <p:sp>
        <p:nvSpPr>
          <p:cNvPr id="377" name="Google Shape;377;p61"/>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378" name="Google Shape;378;p61"/>
          <p:cNvSpPr/>
          <p:nvPr/>
        </p:nvSpPr>
        <p:spPr>
          <a:xfrm>
            <a:off x="4599929" y="1870236"/>
            <a:ext cx="3969000" cy="2322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pic>
        <p:nvPicPr>
          <p:cNvPr id="379" name="Google Shape;379;p61"/>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78">
          <p15:clr>
            <a:srgbClr val="FBAE40"/>
          </p15:clr>
        </p15:guide>
        <p15:guide id="2" orient="horz" pos="1178">
          <p15:clr>
            <a:srgbClr val="FBAE40"/>
          </p15:clr>
        </p15:guide>
        <p15:guide id="3" orient="horz" pos="1671">
          <p15:clr>
            <a:srgbClr val="FBAE40"/>
          </p15:clr>
        </p15:guide>
        <p15:guide id="4" orient="horz" pos="1977">
          <p15:clr>
            <a:srgbClr val="FBAE40"/>
          </p15:clr>
        </p15:guide>
        <p15:guide id="5" orient="horz" pos="2930">
          <p15:clr>
            <a:srgbClr val="FBAE40"/>
          </p15:clr>
        </p15:guide>
        <p15:guide id="6" orient="horz" pos="2641">
          <p15:clr>
            <a:srgbClr val="FBAE40"/>
          </p15:clr>
        </p15:guide>
        <p15:guide id="7" pos="289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cons and Content">
  <p:cSld name="Title, Icons and Content">
    <p:spTree>
      <p:nvGrpSpPr>
        <p:cNvPr id="380" name="Shape 380"/>
        <p:cNvGrpSpPr/>
        <p:nvPr/>
      </p:nvGrpSpPr>
      <p:grpSpPr>
        <a:xfrm>
          <a:off x="0" y="0"/>
          <a:ext cx="0" cy="0"/>
          <a:chOff x="0" y="0"/>
          <a:chExt cx="0" cy="0"/>
        </a:xfrm>
      </p:grpSpPr>
      <p:pic>
        <p:nvPicPr>
          <p:cNvPr id="381" name="Google Shape;381;p62"/>
          <p:cNvPicPr preferRelativeResize="0"/>
          <p:nvPr/>
        </p:nvPicPr>
        <p:blipFill rotWithShape="1">
          <a:blip r:embed="rId2">
            <a:alphaModFix/>
          </a:blip>
          <a:srcRect b="0" l="0" r="0" t="0"/>
          <a:stretch/>
        </p:blipFill>
        <p:spPr>
          <a:xfrm>
            <a:off x="417869" y="988850"/>
            <a:ext cx="402337" cy="402337"/>
          </a:xfrm>
          <a:prstGeom prst="rect">
            <a:avLst/>
          </a:prstGeom>
          <a:noFill/>
          <a:ln>
            <a:noFill/>
          </a:ln>
        </p:spPr>
      </p:pic>
      <p:pic>
        <p:nvPicPr>
          <p:cNvPr id="382" name="Google Shape;382;p62"/>
          <p:cNvPicPr preferRelativeResize="0"/>
          <p:nvPr/>
        </p:nvPicPr>
        <p:blipFill rotWithShape="1">
          <a:blip r:embed="rId3">
            <a:alphaModFix/>
          </a:blip>
          <a:srcRect b="0" l="0" r="0" t="0"/>
          <a:stretch/>
        </p:blipFill>
        <p:spPr>
          <a:xfrm>
            <a:off x="417869" y="1469040"/>
            <a:ext cx="402337" cy="402337"/>
          </a:xfrm>
          <a:prstGeom prst="rect">
            <a:avLst/>
          </a:prstGeom>
          <a:noFill/>
          <a:ln>
            <a:noFill/>
          </a:ln>
        </p:spPr>
      </p:pic>
      <p:pic>
        <p:nvPicPr>
          <p:cNvPr id="383" name="Google Shape;383;p62"/>
          <p:cNvPicPr preferRelativeResize="0"/>
          <p:nvPr/>
        </p:nvPicPr>
        <p:blipFill rotWithShape="1">
          <a:blip r:embed="rId4">
            <a:alphaModFix/>
          </a:blip>
          <a:srcRect b="0" l="0" r="0" t="0"/>
          <a:stretch/>
        </p:blipFill>
        <p:spPr>
          <a:xfrm>
            <a:off x="417869" y="1948824"/>
            <a:ext cx="402337" cy="400051"/>
          </a:xfrm>
          <a:prstGeom prst="rect">
            <a:avLst/>
          </a:prstGeom>
          <a:noFill/>
          <a:ln>
            <a:noFill/>
          </a:ln>
        </p:spPr>
      </p:pic>
      <p:pic>
        <p:nvPicPr>
          <p:cNvPr id="384" name="Google Shape;384;p62"/>
          <p:cNvPicPr preferRelativeResize="0"/>
          <p:nvPr/>
        </p:nvPicPr>
        <p:blipFill rotWithShape="1">
          <a:blip r:embed="rId5">
            <a:alphaModFix/>
          </a:blip>
          <a:srcRect b="0" l="0" r="0" t="0"/>
          <a:stretch/>
        </p:blipFill>
        <p:spPr>
          <a:xfrm>
            <a:off x="417869" y="2427167"/>
            <a:ext cx="402337" cy="402337"/>
          </a:xfrm>
          <a:prstGeom prst="rect">
            <a:avLst/>
          </a:prstGeom>
          <a:noFill/>
          <a:ln>
            <a:noFill/>
          </a:ln>
        </p:spPr>
      </p:pic>
      <p:pic>
        <p:nvPicPr>
          <p:cNvPr id="385" name="Google Shape;385;p62"/>
          <p:cNvPicPr preferRelativeResize="0"/>
          <p:nvPr/>
        </p:nvPicPr>
        <p:blipFill rotWithShape="1">
          <a:blip r:embed="rId6">
            <a:alphaModFix/>
          </a:blip>
          <a:srcRect b="0" l="0" r="0" t="0"/>
          <a:stretch/>
        </p:blipFill>
        <p:spPr>
          <a:xfrm>
            <a:off x="417868" y="2907797"/>
            <a:ext cx="402337" cy="402337"/>
          </a:xfrm>
          <a:prstGeom prst="rect">
            <a:avLst/>
          </a:prstGeom>
          <a:noFill/>
          <a:ln>
            <a:noFill/>
          </a:ln>
        </p:spPr>
      </p:pic>
      <p:sp>
        <p:nvSpPr>
          <p:cNvPr id="386" name="Google Shape;386;p62"/>
          <p:cNvSpPr txBox="1"/>
          <p:nvPr>
            <p:ph idx="1" type="body"/>
          </p:nvPr>
        </p:nvSpPr>
        <p:spPr>
          <a:xfrm>
            <a:off x="878243" y="1572506"/>
            <a:ext cx="2471738"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7" name="Google Shape;387;p62"/>
          <p:cNvSpPr txBox="1"/>
          <p:nvPr>
            <p:ph idx="2" type="body"/>
          </p:nvPr>
        </p:nvSpPr>
        <p:spPr>
          <a:xfrm>
            <a:off x="878243" y="1088140"/>
            <a:ext cx="2471738"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8" name="Google Shape;388;p62"/>
          <p:cNvSpPr txBox="1"/>
          <p:nvPr>
            <p:ph idx="3" type="body"/>
          </p:nvPr>
        </p:nvSpPr>
        <p:spPr>
          <a:xfrm>
            <a:off x="878243" y="2046971"/>
            <a:ext cx="2471738"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9" name="Google Shape;389;p62"/>
          <p:cNvSpPr txBox="1"/>
          <p:nvPr>
            <p:ph idx="4" type="body"/>
          </p:nvPr>
        </p:nvSpPr>
        <p:spPr>
          <a:xfrm>
            <a:off x="878243" y="2528954"/>
            <a:ext cx="2471738"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90" name="Google Shape;390;p62"/>
          <p:cNvSpPr txBox="1"/>
          <p:nvPr>
            <p:ph idx="5" type="body"/>
          </p:nvPr>
        </p:nvSpPr>
        <p:spPr>
          <a:xfrm>
            <a:off x="878243" y="3005394"/>
            <a:ext cx="2471738"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91" name="Google Shape;391;p62"/>
          <p:cNvSpPr txBox="1"/>
          <p:nvPr>
            <p:ph idx="6" type="body"/>
          </p:nvPr>
        </p:nvSpPr>
        <p:spPr>
          <a:xfrm>
            <a:off x="4359486" y="1572507"/>
            <a:ext cx="2413617" cy="231984"/>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92" name="Google Shape;392;p62"/>
          <p:cNvSpPr txBox="1"/>
          <p:nvPr>
            <p:ph idx="7" type="body"/>
          </p:nvPr>
        </p:nvSpPr>
        <p:spPr>
          <a:xfrm>
            <a:off x="4359486" y="1088140"/>
            <a:ext cx="2413617" cy="24188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93" name="Google Shape;393;p62"/>
          <p:cNvSpPr txBox="1"/>
          <p:nvPr>
            <p:ph idx="8" type="body"/>
          </p:nvPr>
        </p:nvSpPr>
        <p:spPr>
          <a:xfrm>
            <a:off x="4359486" y="2046971"/>
            <a:ext cx="2413617"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94" name="Google Shape;394;p62"/>
          <p:cNvSpPr txBox="1"/>
          <p:nvPr>
            <p:ph idx="9" type="body"/>
          </p:nvPr>
        </p:nvSpPr>
        <p:spPr>
          <a:xfrm>
            <a:off x="4359486" y="2528954"/>
            <a:ext cx="2413617"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95" name="Google Shape;395;p62"/>
          <p:cNvSpPr txBox="1"/>
          <p:nvPr>
            <p:ph idx="13" type="body"/>
          </p:nvPr>
        </p:nvSpPr>
        <p:spPr>
          <a:xfrm>
            <a:off x="4359486" y="3005394"/>
            <a:ext cx="2413617" cy="20375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96" name="Google Shape;396;p6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7" name="Google Shape;397;p6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398" name="Google Shape;398;p62"/>
          <p:cNvPicPr preferRelativeResize="0"/>
          <p:nvPr/>
        </p:nvPicPr>
        <p:blipFill rotWithShape="1">
          <a:blip r:embed="rId2">
            <a:alphaModFix/>
          </a:blip>
          <a:srcRect b="0" l="0" r="0" t="0"/>
          <a:stretch/>
        </p:blipFill>
        <p:spPr>
          <a:xfrm>
            <a:off x="420427" y="997235"/>
            <a:ext cx="402337" cy="402337"/>
          </a:xfrm>
          <a:prstGeom prst="rect">
            <a:avLst/>
          </a:prstGeom>
          <a:noFill/>
          <a:ln>
            <a:noFill/>
          </a:ln>
        </p:spPr>
      </p:pic>
      <p:pic>
        <p:nvPicPr>
          <p:cNvPr id="399" name="Google Shape;399;p62"/>
          <p:cNvPicPr preferRelativeResize="0"/>
          <p:nvPr/>
        </p:nvPicPr>
        <p:blipFill rotWithShape="1">
          <a:blip r:embed="rId3">
            <a:alphaModFix/>
          </a:blip>
          <a:srcRect b="0" l="0" r="0" t="0"/>
          <a:stretch/>
        </p:blipFill>
        <p:spPr>
          <a:xfrm>
            <a:off x="420427" y="1477425"/>
            <a:ext cx="402337" cy="402337"/>
          </a:xfrm>
          <a:prstGeom prst="rect">
            <a:avLst/>
          </a:prstGeom>
          <a:noFill/>
          <a:ln>
            <a:noFill/>
          </a:ln>
        </p:spPr>
      </p:pic>
      <p:pic>
        <p:nvPicPr>
          <p:cNvPr id="400" name="Google Shape;400;p62"/>
          <p:cNvPicPr preferRelativeResize="0"/>
          <p:nvPr/>
        </p:nvPicPr>
        <p:blipFill rotWithShape="1">
          <a:blip r:embed="rId4">
            <a:alphaModFix/>
          </a:blip>
          <a:srcRect b="0" l="0" r="0" t="0"/>
          <a:stretch/>
        </p:blipFill>
        <p:spPr>
          <a:xfrm>
            <a:off x="420427" y="1957209"/>
            <a:ext cx="402337" cy="400051"/>
          </a:xfrm>
          <a:prstGeom prst="rect">
            <a:avLst/>
          </a:prstGeom>
          <a:noFill/>
          <a:ln>
            <a:noFill/>
          </a:ln>
        </p:spPr>
      </p:pic>
      <p:pic>
        <p:nvPicPr>
          <p:cNvPr id="401" name="Google Shape;401;p62"/>
          <p:cNvPicPr preferRelativeResize="0"/>
          <p:nvPr/>
        </p:nvPicPr>
        <p:blipFill rotWithShape="1">
          <a:blip r:embed="rId5">
            <a:alphaModFix/>
          </a:blip>
          <a:srcRect b="0" l="0" r="0" t="0"/>
          <a:stretch/>
        </p:blipFill>
        <p:spPr>
          <a:xfrm>
            <a:off x="420427" y="2435552"/>
            <a:ext cx="402337" cy="402337"/>
          </a:xfrm>
          <a:prstGeom prst="rect">
            <a:avLst/>
          </a:prstGeom>
          <a:noFill/>
          <a:ln>
            <a:noFill/>
          </a:ln>
        </p:spPr>
      </p:pic>
      <p:pic>
        <p:nvPicPr>
          <p:cNvPr id="402" name="Google Shape;402;p62"/>
          <p:cNvPicPr preferRelativeResize="0"/>
          <p:nvPr/>
        </p:nvPicPr>
        <p:blipFill rotWithShape="1">
          <a:blip r:embed="rId6">
            <a:alphaModFix/>
          </a:blip>
          <a:srcRect b="0" l="0" r="0" t="0"/>
          <a:stretch/>
        </p:blipFill>
        <p:spPr>
          <a:xfrm>
            <a:off x="420426" y="2916182"/>
            <a:ext cx="402337" cy="402337"/>
          </a:xfrm>
          <a:prstGeom prst="rect">
            <a:avLst/>
          </a:prstGeom>
          <a:noFill/>
          <a:ln>
            <a:noFill/>
          </a:ln>
        </p:spPr>
      </p:pic>
      <p:pic>
        <p:nvPicPr>
          <p:cNvPr id="403" name="Google Shape;403;p62"/>
          <p:cNvPicPr preferRelativeResize="0"/>
          <p:nvPr/>
        </p:nvPicPr>
        <p:blipFill rotWithShape="1">
          <a:blip r:embed="rId7">
            <a:alphaModFix/>
          </a:blip>
          <a:srcRect b="0" l="0" r="0" t="0"/>
          <a:stretch/>
        </p:blipFill>
        <p:spPr>
          <a:xfrm>
            <a:off x="3874155" y="997235"/>
            <a:ext cx="402337" cy="402337"/>
          </a:xfrm>
          <a:prstGeom prst="rect">
            <a:avLst/>
          </a:prstGeom>
          <a:noFill/>
          <a:ln>
            <a:noFill/>
          </a:ln>
        </p:spPr>
      </p:pic>
      <p:pic>
        <p:nvPicPr>
          <p:cNvPr id="404" name="Google Shape;404;p62"/>
          <p:cNvPicPr preferRelativeResize="0"/>
          <p:nvPr/>
        </p:nvPicPr>
        <p:blipFill rotWithShape="1">
          <a:blip r:embed="rId8">
            <a:alphaModFix/>
          </a:blip>
          <a:srcRect b="0" l="0" r="0" t="0"/>
          <a:stretch/>
        </p:blipFill>
        <p:spPr>
          <a:xfrm>
            <a:off x="3874154" y="1477425"/>
            <a:ext cx="402337" cy="402337"/>
          </a:xfrm>
          <a:prstGeom prst="rect">
            <a:avLst/>
          </a:prstGeom>
          <a:noFill/>
          <a:ln>
            <a:noFill/>
          </a:ln>
        </p:spPr>
      </p:pic>
      <p:pic>
        <p:nvPicPr>
          <p:cNvPr id="405" name="Google Shape;405;p62"/>
          <p:cNvPicPr preferRelativeResize="0"/>
          <p:nvPr/>
        </p:nvPicPr>
        <p:blipFill rotWithShape="1">
          <a:blip r:embed="rId9">
            <a:alphaModFix/>
          </a:blip>
          <a:srcRect b="0" l="0" r="0" t="0"/>
          <a:stretch/>
        </p:blipFill>
        <p:spPr>
          <a:xfrm>
            <a:off x="3874153" y="1957209"/>
            <a:ext cx="402337" cy="400051"/>
          </a:xfrm>
          <a:prstGeom prst="rect">
            <a:avLst/>
          </a:prstGeom>
          <a:noFill/>
          <a:ln>
            <a:noFill/>
          </a:ln>
        </p:spPr>
      </p:pic>
      <p:pic>
        <p:nvPicPr>
          <p:cNvPr id="406" name="Google Shape;406;p62"/>
          <p:cNvPicPr preferRelativeResize="0"/>
          <p:nvPr/>
        </p:nvPicPr>
        <p:blipFill rotWithShape="1">
          <a:blip r:embed="rId10">
            <a:alphaModFix/>
          </a:blip>
          <a:srcRect b="0" l="0" r="0" t="0"/>
          <a:stretch/>
        </p:blipFill>
        <p:spPr>
          <a:xfrm>
            <a:off x="3874153" y="2434706"/>
            <a:ext cx="402337" cy="402337"/>
          </a:xfrm>
          <a:prstGeom prst="rect">
            <a:avLst/>
          </a:prstGeom>
          <a:noFill/>
          <a:ln>
            <a:noFill/>
          </a:ln>
        </p:spPr>
      </p:pic>
      <p:pic>
        <p:nvPicPr>
          <p:cNvPr id="407" name="Google Shape;407;p62"/>
          <p:cNvPicPr preferRelativeResize="0"/>
          <p:nvPr/>
        </p:nvPicPr>
        <p:blipFill rotWithShape="1">
          <a:blip r:embed="rId11">
            <a:alphaModFix/>
          </a:blip>
          <a:srcRect b="0" l="0" r="0" t="0"/>
          <a:stretch/>
        </p:blipFill>
        <p:spPr>
          <a:xfrm>
            <a:off x="3874153" y="2914489"/>
            <a:ext cx="402337" cy="402337"/>
          </a:xfrm>
          <a:prstGeom prst="rect">
            <a:avLst/>
          </a:prstGeom>
          <a:noFill/>
          <a:ln>
            <a:noFill/>
          </a:ln>
        </p:spPr>
      </p:pic>
      <p:sp>
        <p:nvSpPr>
          <p:cNvPr id="408" name="Google Shape;408;p62"/>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409" name="Google Shape;409;p62"/>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10" name="Google Shape;410;p62"/>
          <p:cNvPicPr preferRelativeResize="0"/>
          <p:nvPr/>
        </p:nvPicPr>
        <p:blipFill rotWithShape="1">
          <a:blip r:embed="rId1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pos="3878">
          <p15:clr>
            <a:srgbClr val="FBAE40"/>
          </p15:clr>
        </p15:guide>
        <p15:guide id="2" pos="397">
          <p15:clr>
            <a:srgbClr val="FBAE40"/>
          </p15:clr>
        </p15:guide>
        <p15:guide id="3" orient="horz" pos="378">
          <p15:clr>
            <a:srgbClr val="FBAE40"/>
          </p15:clr>
        </p15:guide>
        <p15:guide id="4" orient="horz" pos="923">
          <p15:clr>
            <a:srgbClr val="FBAE40"/>
          </p15:clr>
        </p15:guide>
        <p15:guide id="5" pos="1638">
          <p15:clr>
            <a:srgbClr val="FBAE40"/>
          </p15:clr>
        </p15:guide>
        <p15:guide id="6" pos="3578">
          <p15:clr>
            <a:srgbClr val="FBAE40"/>
          </p15:clr>
        </p15:guide>
        <p15:guide id="7" orient="horz" pos="1393">
          <p15:clr>
            <a:srgbClr val="FBAE40"/>
          </p15:clr>
        </p15:guide>
        <p15:guide id="8" pos="1877">
          <p15:clr>
            <a:srgbClr val="FBAE40"/>
          </p15:clr>
        </p15:guide>
        <p15:guide id="9" pos="1928">
          <p15:clr>
            <a:srgbClr val="FBAE40"/>
          </p15:clr>
        </p15:guide>
        <p15:guide id="10" pos="3833">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Header">
  <p:cSld name="5_Section Header">
    <p:spTree>
      <p:nvGrpSpPr>
        <p:cNvPr id="411" name="Shape 411"/>
        <p:cNvGrpSpPr/>
        <p:nvPr/>
      </p:nvGrpSpPr>
      <p:grpSpPr>
        <a:xfrm>
          <a:off x="0" y="0"/>
          <a:ext cx="0" cy="0"/>
          <a:chOff x="0" y="0"/>
          <a:chExt cx="0" cy="0"/>
        </a:xfrm>
      </p:grpSpPr>
      <p:sp>
        <p:nvSpPr>
          <p:cNvPr id="412" name="Google Shape;412;p63"/>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413" name="Google Shape;413;p63"/>
          <p:cNvSpPr/>
          <p:nvPr/>
        </p:nvSpPr>
        <p:spPr>
          <a:xfrm>
            <a:off x="629841" y="2556933"/>
            <a:ext cx="7891859" cy="826623"/>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grpSp>
        <p:nvGrpSpPr>
          <p:cNvPr id="414" name="Google Shape;414;p63"/>
          <p:cNvGrpSpPr/>
          <p:nvPr/>
        </p:nvGrpSpPr>
        <p:grpSpPr>
          <a:xfrm>
            <a:off x="994787" y="3020755"/>
            <a:ext cx="775019" cy="174751"/>
            <a:chOff x="1326382" y="4041646"/>
            <a:chExt cx="2597497" cy="653143"/>
          </a:xfrm>
        </p:grpSpPr>
        <p:sp>
          <p:nvSpPr>
            <p:cNvPr id="415" name="Google Shape;415;p63"/>
            <p:cNvSpPr/>
            <p:nvPr/>
          </p:nvSpPr>
          <p:spPr>
            <a:xfrm>
              <a:off x="1326382"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416" name="Google Shape;416;p63"/>
            <p:cNvSpPr/>
            <p:nvPr/>
          </p:nvSpPr>
          <p:spPr>
            <a:xfrm>
              <a:off x="1974500"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417" name="Google Shape;417;p63"/>
            <p:cNvSpPr/>
            <p:nvPr/>
          </p:nvSpPr>
          <p:spPr>
            <a:xfrm>
              <a:off x="2622617"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418" name="Google Shape;418;p63"/>
            <p:cNvSpPr/>
            <p:nvPr/>
          </p:nvSpPr>
          <p:spPr>
            <a:xfrm>
              <a:off x="3270737" y="4041646"/>
              <a:ext cx="653142"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419" name="Google Shape;419;p63"/>
            <p:cNvSpPr/>
            <p:nvPr/>
          </p:nvSpPr>
          <p:spPr>
            <a:xfrm>
              <a:off x="3597306" y="4041650"/>
              <a:ext cx="326569" cy="653139"/>
            </a:xfrm>
            <a:custGeom>
              <a:rect b="b" l="l" r="r" t="t"/>
              <a:pathLst>
                <a:path extrusionOk="0" h="653141" w="32657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grpSp>
      <p:sp>
        <p:nvSpPr>
          <p:cNvPr id="420" name="Google Shape;420;p63"/>
          <p:cNvSpPr txBox="1"/>
          <p:nvPr>
            <p:ph idx="1" type="body"/>
          </p:nvPr>
        </p:nvSpPr>
        <p:spPr>
          <a:xfrm>
            <a:off x="1029406" y="2721203"/>
            <a:ext cx="846528" cy="24904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350"/>
              <a:buFont typeface="Arial"/>
              <a:buNone/>
              <a:defRPr b="0" i="0" sz="13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21" name="Google Shape;421;p63"/>
          <p:cNvSpPr txBox="1"/>
          <p:nvPr>
            <p:ph idx="2" type="body"/>
          </p:nvPr>
        </p:nvSpPr>
        <p:spPr>
          <a:xfrm>
            <a:off x="1921844" y="3016014"/>
            <a:ext cx="946585" cy="18423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22" name="Google Shape;422;p63"/>
          <p:cNvSpPr txBox="1"/>
          <p:nvPr>
            <p:ph idx="3" type="body"/>
          </p:nvPr>
        </p:nvSpPr>
        <p:spPr>
          <a:xfrm>
            <a:off x="2868429" y="3714682"/>
            <a:ext cx="2471738" cy="13121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23" name="Google Shape;423;p63"/>
          <p:cNvSpPr txBox="1"/>
          <p:nvPr>
            <p:ph idx="10" type="dt"/>
          </p:nvPr>
        </p:nvSpPr>
        <p:spPr>
          <a:xfrm>
            <a:off x="636742"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4" name="Google Shape;424;p63"/>
          <p:cNvSpPr txBox="1"/>
          <p:nvPr>
            <p:ph idx="12" type="sldNum"/>
          </p:nvPr>
        </p:nvSpPr>
        <p:spPr>
          <a:xfrm>
            <a:off x="6466042"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425" name="Google Shape;425;p63"/>
          <p:cNvPicPr preferRelativeResize="0"/>
          <p:nvPr/>
        </p:nvPicPr>
        <p:blipFill rotWithShape="1">
          <a:blip r:embed="rId2">
            <a:alphaModFix/>
          </a:blip>
          <a:srcRect b="0" l="0" r="0" t="0"/>
          <a:stretch/>
        </p:blipFill>
        <p:spPr>
          <a:xfrm>
            <a:off x="7611920" y="303610"/>
            <a:ext cx="909780" cy="242888"/>
          </a:xfrm>
          <a:prstGeom prst="rect">
            <a:avLst/>
          </a:prstGeom>
          <a:noFill/>
          <a:ln>
            <a:noFill/>
          </a:ln>
        </p:spPr>
      </p:pic>
      <p:sp>
        <p:nvSpPr>
          <p:cNvPr id="426" name="Google Shape;426;p63"/>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427" name="Google Shape;427;p63"/>
          <p:cNvSpPr/>
          <p:nvPr/>
        </p:nvSpPr>
        <p:spPr>
          <a:xfrm>
            <a:off x="629841" y="2535239"/>
            <a:ext cx="7939088" cy="848318"/>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grpSp>
        <p:nvGrpSpPr>
          <p:cNvPr id="428" name="Google Shape;428;p63"/>
          <p:cNvGrpSpPr/>
          <p:nvPr/>
        </p:nvGrpSpPr>
        <p:grpSpPr>
          <a:xfrm>
            <a:off x="923664" y="3020755"/>
            <a:ext cx="775019" cy="174751"/>
            <a:chOff x="1326382" y="4041646"/>
            <a:chExt cx="2597497" cy="653143"/>
          </a:xfrm>
        </p:grpSpPr>
        <p:sp>
          <p:nvSpPr>
            <p:cNvPr id="429" name="Google Shape;429;p63"/>
            <p:cNvSpPr/>
            <p:nvPr/>
          </p:nvSpPr>
          <p:spPr>
            <a:xfrm>
              <a:off x="1326382"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430" name="Google Shape;430;p63"/>
            <p:cNvSpPr/>
            <p:nvPr/>
          </p:nvSpPr>
          <p:spPr>
            <a:xfrm>
              <a:off x="1974500"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431" name="Google Shape;431;p63"/>
            <p:cNvSpPr/>
            <p:nvPr/>
          </p:nvSpPr>
          <p:spPr>
            <a:xfrm>
              <a:off x="2622617"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432" name="Google Shape;432;p63"/>
            <p:cNvSpPr/>
            <p:nvPr/>
          </p:nvSpPr>
          <p:spPr>
            <a:xfrm>
              <a:off x="3270737" y="4041646"/>
              <a:ext cx="653142"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433" name="Google Shape;433;p63"/>
            <p:cNvSpPr/>
            <p:nvPr/>
          </p:nvSpPr>
          <p:spPr>
            <a:xfrm>
              <a:off x="3597306" y="4041650"/>
              <a:ext cx="326569" cy="653139"/>
            </a:xfrm>
            <a:custGeom>
              <a:rect b="b" l="l" r="r" t="t"/>
              <a:pathLst>
                <a:path extrusionOk="0" h="653141" w="32657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grpSp>
      <p:sp>
        <p:nvSpPr>
          <p:cNvPr id="434" name="Google Shape;434;p63"/>
          <p:cNvSpPr txBox="1"/>
          <p:nvPr>
            <p:ph idx="4" type="body"/>
          </p:nvPr>
        </p:nvSpPr>
        <p:spPr>
          <a:xfrm>
            <a:off x="958283" y="2721203"/>
            <a:ext cx="846528" cy="24904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350"/>
              <a:buFont typeface="Arial"/>
              <a:buNone/>
              <a:defRPr b="0" i="0" sz="13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35" name="Google Shape;435;p63"/>
          <p:cNvSpPr txBox="1"/>
          <p:nvPr>
            <p:ph idx="5" type="body"/>
          </p:nvPr>
        </p:nvSpPr>
        <p:spPr>
          <a:xfrm>
            <a:off x="1850721" y="3016014"/>
            <a:ext cx="946585" cy="184232"/>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36" name="Google Shape;436;p63"/>
          <p:cNvSpPr txBox="1"/>
          <p:nvPr>
            <p:ph type="title"/>
          </p:nvPr>
        </p:nvSpPr>
        <p:spPr>
          <a:xfrm>
            <a:off x="630238" y="600075"/>
            <a:ext cx="6246812" cy="443979"/>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36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37" name="Google Shape;437;p63"/>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78">
          <p15:clr>
            <a:srgbClr val="FBAE40"/>
          </p15:clr>
        </p15:guide>
        <p15:guide id="2" orient="horz" pos="2210">
          <p15:clr>
            <a:srgbClr val="FBAE40"/>
          </p15:clr>
        </p15:guide>
        <p15:guide id="3" orient="horz" pos="2130">
          <p15:clr>
            <a:srgbClr val="FBAE40"/>
          </p15:clr>
        </p15:guide>
        <p15:guide id="4" orient="horz" pos="1597">
          <p15:clr>
            <a:srgbClr val="FBAE40"/>
          </p15:clr>
        </p15:guide>
        <p15:guide id="5" orient="horz" pos="2641">
          <p15:clr>
            <a:srgbClr val="FBAE40"/>
          </p15:clr>
        </p15:guide>
        <p15:guide id="6" pos="1134">
          <p15:clr>
            <a:srgbClr val="FBAE40"/>
          </p15:clr>
        </p15:guide>
        <p15:guide id="7" pos="433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Imeline Infographic">
  <p:cSld name="Title and TImeline Infographic">
    <p:spTree>
      <p:nvGrpSpPr>
        <p:cNvPr id="438" name="Shape 438"/>
        <p:cNvGrpSpPr/>
        <p:nvPr/>
      </p:nvGrpSpPr>
      <p:grpSpPr>
        <a:xfrm>
          <a:off x="0" y="0"/>
          <a:ext cx="0" cy="0"/>
          <a:chOff x="0" y="0"/>
          <a:chExt cx="0" cy="0"/>
        </a:xfrm>
      </p:grpSpPr>
      <p:sp>
        <p:nvSpPr>
          <p:cNvPr id="439" name="Google Shape;439;p6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0" name="Google Shape;440;p6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441" name="Google Shape;441;p64"/>
          <p:cNvPicPr preferRelativeResize="0"/>
          <p:nvPr/>
        </p:nvPicPr>
        <p:blipFill rotWithShape="1">
          <a:blip r:embed="rId2">
            <a:alphaModFix/>
          </a:blip>
          <a:srcRect b="0" l="0" r="0" t="0"/>
          <a:stretch/>
        </p:blipFill>
        <p:spPr>
          <a:xfrm flipH="1" rot="10800000">
            <a:off x="632499" y="2973622"/>
            <a:ext cx="7691174" cy="667936"/>
          </a:xfrm>
          <a:prstGeom prst="rect">
            <a:avLst/>
          </a:prstGeom>
          <a:noFill/>
          <a:ln>
            <a:noFill/>
          </a:ln>
        </p:spPr>
      </p:pic>
      <p:sp>
        <p:nvSpPr>
          <p:cNvPr id="442" name="Google Shape;442;p64"/>
          <p:cNvSpPr txBox="1"/>
          <p:nvPr>
            <p:ph idx="1" type="body"/>
          </p:nvPr>
        </p:nvSpPr>
        <p:spPr>
          <a:xfrm>
            <a:off x="991750"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2000"/>
              <a:buFont typeface="Arial"/>
              <a:buNone/>
              <a:defRPr b="1" i="0" sz="20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3" name="Google Shape;443;p64"/>
          <p:cNvSpPr txBox="1"/>
          <p:nvPr>
            <p:ph idx="2" type="body"/>
          </p:nvPr>
        </p:nvSpPr>
        <p:spPr>
          <a:xfrm>
            <a:off x="991750"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1100"/>
              <a:buFont typeface="Arial"/>
              <a:buNone/>
              <a:defRPr b="1" i="0" sz="11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4" name="Google Shape;444;p64"/>
          <p:cNvSpPr txBox="1"/>
          <p:nvPr>
            <p:ph idx="3" type="body"/>
          </p:nvPr>
        </p:nvSpPr>
        <p:spPr>
          <a:xfrm>
            <a:off x="991750"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5" name="Google Shape;445;p64"/>
          <p:cNvSpPr txBox="1"/>
          <p:nvPr>
            <p:ph idx="4" type="body"/>
          </p:nvPr>
        </p:nvSpPr>
        <p:spPr>
          <a:xfrm>
            <a:off x="2440487"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6" name="Google Shape;446;p64"/>
          <p:cNvSpPr txBox="1"/>
          <p:nvPr>
            <p:ph idx="5" type="body"/>
          </p:nvPr>
        </p:nvSpPr>
        <p:spPr>
          <a:xfrm>
            <a:off x="2440487"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100"/>
              <a:buFont typeface="Arial"/>
              <a:buNone/>
              <a:defRPr b="1" i="0" sz="11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7" name="Google Shape;447;p64"/>
          <p:cNvSpPr txBox="1"/>
          <p:nvPr>
            <p:ph idx="6" type="body"/>
          </p:nvPr>
        </p:nvSpPr>
        <p:spPr>
          <a:xfrm>
            <a:off x="2440487"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8" name="Google Shape;448;p64"/>
          <p:cNvSpPr txBox="1"/>
          <p:nvPr>
            <p:ph idx="7" type="body"/>
          </p:nvPr>
        </p:nvSpPr>
        <p:spPr>
          <a:xfrm>
            <a:off x="3892297"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2000"/>
              <a:buFont typeface="Arial"/>
              <a:buNone/>
              <a:defRPr b="1" i="0" sz="2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9" name="Google Shape;449;p64"/>
          <p:cNvSpPr txBox="1"/>
          <p:nvPr>
            <p:ph idx="8" type="body"/>
          </p:nvPr>
        </p:nvSpPr>
        <p:spPr>
          <a:xfrm>
            <a:off x="3892297"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100"/>
              <a:buFont typeface="Arial"/>
              <a:buNone/>
              <a:defRPr b="1" i="0" sz="11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0" name="Google Shape;450;p64"/>
          <p:cNvSpPr txBox="1"/>
          <p:nvPr>
            <p:ph idx="9" type="body"/>
          </p:nvPr>
        </p:nvSpPr>
        <p:spPr>
          <a:xfrm>
            <a:off x="3892297"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1" name="Google Shape;451;p64"/>
          <p:cNvSpPr txBox="1"/>
          <p:nvPr>
            <p:ph idx="13" type="body"/>
          </p:nvPr>
        </p:nvSpPr>
        <p:spPr>
          <a:xfrm>
            <a:off x="5326899"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CCCCCC"/>
              </a:buClr>
              <a:buSzPts val="2000"/>
              <a:buFont typeface="Arial"/>
              <a:buNone/>
              <a:defRPr b="1" i="0" sz="20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2" name="Google Shape;452;p64"/>
          <p:cNvSpPr txBox="1"/>
          <p:nvPr>
            <p:ph idx="14" type="body"/>
          </p:nvPr>
        </p:nvSpPr>
        <p:spPr>
          <a:xfrm>
            <a:off x="5326899"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CCCCCC"/>
              </a:buClr>
              <a:buSzPts val="1100"/>
              <a:buFont typeface="Arial"/>
              <a:buNone/>
              <a:defRPr b="1" i="0" sz="11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3" name="Google Shape;453;p64"/>
          <p:cNvSpPr txBox="1"/>
          <p:nvPr>
            <p:ph idx="15" type="body"/>
          </p:nvPr>
        </p:nvSpPr>
        <p:spPr>
          <a:xfrm>
            <a:off x="5326899"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4" name="Google Shape;454;p64"/>
          <p:cNvSpPr txBox="1"/>
          <p:nvPr>
            <p:ph idx="16" type="body"/>
          </p:nvPr>
        </p:nvSpPr>
        <p:spPr>
          <a:xfrm>
            <a:off x="6735161" y="1746401"/>
            <a:ext cx="740399" cy="24904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5" name="Google Shape;455;p64"/>
          <p:cNvSpPr txBox="1"/>
          <p:nvPr>
            <p:ph idx="17" type="body"/>
          </p:nvPr>
        </p:nvSpPr>
        <p:spPr>
          <a:xfrm>
            <a:off x="6735161" y="2056441"/>
            <a:ext cx="1324840"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100"/>
              <a:buFont typeface="Arial"/>
              <a:buNone/>
              <a:defRPr b="1" i="0" sz="11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6" name="Google Shape;456;p64"/>
          <p:cNvSpPr txBox="1"/>
          <p:nvPr>
            <p:ph idx="18" type="body"/>
          </p:nvPr>
        </p:nvSpPr>
        <p:spPr>
          <a:xfrm>
            <a:off x="6735161" y="2281691"/>
            <a:ext cx="1149473" cy="16588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7" name="Google Shape;457;p64"/>
          <p:cNvSpPr txBox="1"/>
          <p:nvPr>
            <p:ph idx="19" type="body"/>
          </p:nvPr>
        </p:nvSpPr>
        <p:spPr>
          <a:xfrm>
            <a:off x="904066" y="3531649"/>
            <a:ext cx="1324840"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1600"/>
              <a:buFont typeface="Arial"/>
              <a:buNone/>
              <a:defRPr b="1" i="0" sz="16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8" name="Google Shape;458;p64"/>
          <p:cNvSpPr txBox="1"/>
          <p:nvPr>
            <p:ph idx="20" type="body"/>
          </p:nvPr>
        </p:nvSpPr>
        <p:spPr>
          <a:xfrm>
            <a:off x="2352802" y="3531649"/>
            <a:ext cx="1352923"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600"/>
              <a:buFont typeface="Arial"/>
              <a:buNone/>
              <a:defRPr b="1" i="0" sz="16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9" name="Google Shape;459;p64"/>
          <p:cNvSpPr txBox="1"/>
          <p:nvPr>
            <p:ph idx="21" type="body"/>
          </p:nvPr>
        </p:nvSpPr>
        <p:spPr>
          <a:xfrm>
            <a:off x="3829621" y="3531648"/>
            <a:ext cx="1352923"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600"/>
              <a:buFont typeface="Arial"/>
              <a:buNone/>
              <a:defRPr b="1" i="0" sz="16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60" name="Google Shape;460;p64"/>
          <p:cNvSpPr txBox="1"/>
          <p:nvPr>
            <p:ph idx="22" type="body"/>
          </p:nvPr>
        </p:nvSpPr>
        <p:spPr>
          <a:xfrm>
            <a:off x="5306440" y="3531648"/>
            <a:ext cx="1324840"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DDDDDD"/>
              </a:buClr>
              <a:buSzPts val="1600"/>
              <a:buFont typeface="Arial"/>
              <a:buNone/>
              <a:defRPr b="1" i="0" sz="16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61" name="Google Shape;461;p64"/>
          <p:cNvSpPr txBox="1"/>
          <p:nvPr>
            <p:ph idx="23" type="body"/>
          </p:nvPr>
        </p:nvSpPr>
        <p:spPr>
          <a:xfrm>
            <a:off x="6755176" y="3531647"/>
            <a:ext cx="1352923" cy="349771"/>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600"/>
              <a:buFont typeface="Arial"/>
              <a:buNone/>
              <a:defRPr b="1" i="0" sz="16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462" name="Google Shape;462;p64"/>
          <p:cNvPicPr preferRelativeResize="0"/>
          <p:nvPr/>
        </p:nvPicPr>
        <p:blipFill rotWithShape="1">
          <a:blip r:embed="rId2">
            <a:alphaModFix/>
          </a:blip>
          <a:srcRect b="0" l="0" r="0" t="0"/>
          <a:stretch/>
        </p:blipFill>
        <p:spPr>
          <a:xfrm flipH="1" rot="10800000">
            <a:off x="632499" y="2973622"/>
            <a:ext cx="7691174" cy="667936"/>
          </a:xfrm>
          <a:prstGeom prst="rect">
            <a:avLst/>
          </a:prstGeom>
          <a:noFill/>
          <a:ln>
            <a:noFill/>
          </a:ln>
        </p:spPr>
      </p:pic>
      <p:sp>
        <p:nvSpPr>
          <p:cNvPr id="463" name="Google Shape;463;p64"/>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464" name="Google Shape;464;p64"/>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65" name="Google Shape;465;p64"/>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ghnut Chart">
  <p:cSld name="Title and Doughnut Chart">
    <p:spTree>
      <p:nvGrpSpPr>
        <p:cNvPr id="466" name="Shape 466"/>
        <p:cNvGrpSpPr/>
        <p:nvPr/>
      </p:nvGrpSpPr>
      <p:grpSpPr>
        <a:xfrm>
          <a:off x="0" y="0"/>
          <a:ext cx="0" cy="0"/>
          <a:chOff x="0" y="0"/>
          <a:chExt cx="0" cy="0"/>
        </a:xfrm>
      </p:grpSpPr>
      <p:sp>
        <p:nvSpPr>
          <p:cNvPr id="467" name="Google Shape;467;p6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8" name="Google Shape;468;p6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469" name="Google Shape;469;p65"/>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470" name="Google Shape;470;p65"/>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71" name="Google Shape;471;p65"/>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ne Chart">
  <p:cSld name="Title and Line Chart">
    <p:spTree>
      <p:nvGrpSpPr>
        <p:cNvPr id="472" name="Shape 472"/>
        <p:cNvGrpSpPr/>
        <p:nvPr/>
      </p:nvGrpSpPr>
      <p:grpSpPr>
        <a:xfrm>
          <a:off x="0" y="0"/>
          <a:ext cx="0" cy="0"/>
          <a:chOff x="0" y="0"/>
          <a:chExt cx="0" cy="0"/>
        </a:xfrm>
      </p:grpSpPr>
      <p:sp>
        <p:nvSpPr>
          <p:cNvPr id="473" name="Google Shape;473;p6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4" name="Google Shape;474;p6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475" name="Google Shape;475;p66"/>
          <p:cNvSpPr/>
          <p:nvPr/>
        </p:nvSpPr>
        <p:spPr>
          <a:xfrm>
            <a:off x="3170379" y="4105875"/>
            <a:ext cx="1512168" cy="41909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6" name="Google Shape;476;p66"/>
          <p:cNvPicPr preferRelativeResize="0"/>
          <p:nvPr/>
        </p:nvPicPr>
        <p:blipFill rotWithShape="1">
          <a:blip r:embed="rId2">
            <a:alphaModFix/>
          </a:blip>
          <a:srcRect b="0" l="0" r="0" t="0"/>
          <a:stretch/>
        </p:blipFill>
        <p:spPr>
          <a:xfrm>
            <a:off x="5176215" y="3284258"/>
            <a:ext cx="1319792" cy="422726"/>
          </a:xfrm>
          <a:prstGeom prst="rect">
            <a:avLst/>
          </a:prstGeom>
          <a:noFill/>
          <a:ln>
            <a:noFill/>
          </a:ln>
        </p:spPr>
      </p:pic>
      <p:pic>
        <p:nvPicPr>
          <p:cNvPr id="477" name="Google Shape;477;p66"/>
          <p:cNvPicPr preferRelativeResize="0"/>
          <p:nvPr/>
        </p:nvPicPr>
        <p:blipFill rotWithShape="1">
          <a:blip r:embed="rId3">
            <a:alphaModFix/>
          </a:blip>
          <a:srcRect b="0" l="0" r="0" t="0"/>
          <a:stretch/>
        </p:blipFill>
        <p:spPr>
          <a:xfrm>
            <a:off x="6609469" y="3232411"/>
            <a:ext cx="1333750" cy="431988"/>
          </a:xfrm>
          <a:prstGeom prst="rect">
            <a:avLst/>
          </a:prstGeom>
          <a:noFill/>
          <a:ln>
            <a:noFill/>
          </a:ln>
        </p:spPr>
      </p:pic>
      <p:sp>
        <p:nvSpPr>
          <p:cNvPr id="478" name="Google Shape;478;p66"/>
          <p:cNvSpPr txBox="1"/>
          <p:nvPr>
            <p:ph idx="1" type="body"/>
          </p:nvPr>
        </p:nvSpPr>
        <p:spPr>
          <a:xfrm>
            <a:off x="630238" y="1600199"/>
            <a:ext cx="3182128" cy="300672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9" name="Google Shape;479;p66"/>
          <p:cNvSpPr txBox="1"/>
          <p:nvPr>
            <p:ph idx="2" type="body"/>
          </p:nvPr>
        </p:nvSpPr>
        <p:spPr>
          <a:xfrm>
            <a:off x="5306779" y="3059187"/>
            <a:ext cx="671653" cy="35078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80" name="Google Shape;480;p66"/>
          <p:cNvSpPr txBox="1"/>
          <p:nvPr>
            <p:ph idx="3" type="body"/>
          </p:nvPr>
        </p:nvSpPr>
        <p:spPr>
          <a:xfrm>
            <a:off x="6894111" y="3052728"/>
            <a:ext cx="671653" cy="3250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CCCCCC"/>
              </a:buClr>
              <a:buSzPts val="2000"/>
              <a:buFont typeface="Arial"/>
              <a:buNone/>
              <a:defRPr b="1" i="0" sz="20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81" name="Google Shape;481;p66"/>
          <p:cNvSpPr txBox="1"/>
          <p:nvPr>
            <p:ph idx="4" type="body"/>
          </p:nvPr>
        </p:nvSpPr>
        <p:spPr>
          <a:xfrm>
            <a:off x="5306778" y="3559464"/>
            <a:ext cx="1077979" cy="21259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200"/>
              <a:buFont typeface="Arial"/>
              <a:buNone/>
              <a:defRPr b="1" i="0" sz="12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82" name="Google Shape;482;p66"/>
          <p:cNvSpPr txBox="1"/>
          <p:nvPr>
            <p:ph idx="5" type="body"/>
          </p:nvPr>
        </p:nvSpPr>
        <p:spPr>
          <a:xfrm>
            <a:off x="5299344" y="3813792"/>
            <a:ext cx="1077979" cy="79914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50"/>
              <a:buFont typeface="Arial"/>
              <a:buNone/>
              <a:defRPr b="0" i="0" sz="10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83" name="Google Shape;483;p66"/>
          <p:cNvSpPr txBox="1"/>
          <p:nvPr>
            <p:ph idx="6" type="body"/>
          </p:nvPr>
        </p:nvSpPr>
        <p:spPr>
          <a:xfrm>
            <a:off x="6890089" y="3559464"/>
            <a:ext cx="1077979" cy="212599"/>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rgbClr val="F6303E"/>
              </a:buClr>
              <a:buSzPts val="1200"/>
              <a:buFont typeface="Arial"/>
              <a:buNone/>
              <a:defRPr b="1" i="0" sz="12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84" name="Google Shape;484;p66"/>
          <p:cNvSpPr txBox="1"/>
          <p:nvPr>
            <p:ph idx="7" type="body"/>
          </p:nvPr>
        </p:nvSpPr>
        <p:spPr>
          <a:xfrm>
            <a:off x="6882655" y="3813792"/>
            <a:ext cx="1077979" cy="799143"/>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050"/>
              <a:buFont typeface="Arial"/>
              <a:buNone/>
              <a:defRPr b="0" i="0" sz="10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85" name="Google Shape;485;p66"/>
          <p:cNvSpPr/>
          <p:nvPr>
            <p:ph idx="8" type="chart"/>
          </p:nvPr>
        </p:nvSpPr>
        <p:spPr>
          <a:xfrm>
            <a:off x="5295900" y="1600200"/>
            <a:ext cx="3225800" cy="13335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86" name="Google Shape;486;p66"/>
          <p:cNvSpPr/>
          <p:nvPr/>
        </p:nvSpPr>
        <p:spPr>
          <a:xfrm>
            <a:off x="3170379" y="4105875"/>
            <a:ext cx="1512168" cy="41909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7" name="Google Shape;487;p66"/>
          <p:cNvPicPr preferRelativeResize="0"/>
          <p:nvPr/>
        </p:nvPicPr>
        <p:blipFill rotWithShape="1">
          <a:blip r:embed="rId2">
            <a:alphaModFix/>
          </a:blip>
          <a:srcRect b="0" l="0" r="0" t="0"/>
          <a:stretch/>
        </p:blipFill>
        <p:spPr>
          <a:xfrm>
            <a:off x="5176215" y="3284258"/>
            <a:ext cx="1319792" cy="422726"/>
          </a:xfrm>
          <a:prstGeom prst="rect">
            <a:avLst/>
          </a:prstGeom>
          <a:noFill/>
          <a:ln>
            <a:noFill/>
          </a:ln>
        </p:spPr>
      </p:pic>
      <p:pic>
        <p:nvPicPr>
          <p:cNvPr id="488" name="Google Shape;488;p66"/>
          <p:cNvPicPr preferRelativeResize="0"/>
          <p:nvPr/>
        </p:nvPicPr>
        <p:blipFill rotWithShape="1">
          <a:blip r:embed="rId3">
            <a:alphaModFix/>
          </a:blip>
          <a:srcRect b="0" l="0" r="0" t="0"/>
          <a:stretch/>
        </p:blipFill>
        <p:spPr>
          <a:xfrm>
            <a:off x="6609469" y="3232411"/>
            <a:ext cx="1333750" cy="431988"/>
          </a:xfrm>
          <a:prstGeom prst="rect">
            <a:avLst/>
          </a:prstGeom>
          <a:noFill/>
          <a:ln>
            <a:noFill/>
          </a:ln>
        </p:spPr>
      </p:pic>
      <p:sp>
        <p:nvSpPr>
          <p:cNvPr id="489" name="Google Shape;489;p66"/>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490" name="Google Shape;490;p66"/>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91" name="Google Shape;491;p66"/>
          <p:cNvPicPr preferRelativeResize="0"/>
          <p:nvPr/>
        </p:nvPicPr>
        <p:blipFill rotWithShape="1">
          <a:blip r:embed="rId4">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orient="horz" pos="1008">
          <p15:clr>
            <a:srgbClr val="FBAE40"/>
          </p15:clr>
        </p15:guide>
        <p15:guide id="3" orient="horz" pos="2754">
          <p15:clr>
            <a:srgbClr val="FBAE40"/>
          </p15:clr>
        </p15:guide>
        <p15:guide id="4" pos="2404">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oughnut Chart 2">
  <p:cSld name="Title and Doughnut Chart 2">
    <p:spTree>
      <p:nvGrpSpPr>
        <p:cNvPr id="492" name="Shape 492"/>
        <p:cNvGrpSpPr/>
        <p:nvPr/>
      </p:nvGrpSpPr>
      <p:grpSpPr>
        <a:xfrm>
          <a:off x="0" y="0"/>
          <a:ext cx="0" cy="0"/>
          <a:chOff x="0" y="0"/>
          <a:chExt cx="0" cy="0"/>
        </a:xfrm>
      </p:grpSpPr>
      <p:sp>
        <p:nvSpPr>
          <p:cNvPr id="493" name="Google Shape;493;p6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4" name="Google Shape;494;p6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495" name="Google Shape;495;p67"/>
          <p:cNvPicPr preferRelativeResize="0"/>
          <p:nvPr/>
        </p:nvPicPr>
        <p:blipFill rotWithShape="1">
          <a:blip r:embed="rId2">
            <a:alphaModFix/>
          </a:blip>
          <a:srcRect b="0" l="0" r="0" t="0"/>
          <a:stretch/>
        </p:blipFill>
        <p:spPr>
          <a:xfrm>
            <a:off x="1960619" y="1967641"/>
            <a:ext cx="2754306" cy="1408988"/>
          </a:xfrm>
          <a:prstGeom prst="rect">
            <a:avLst/>
          </a:prstGeom>
          <a:noFill/>
          <a:ln>
            <a:noFill/>
          </a:ln>
        </p:spPr>
      </p:pic>
      <p:pic>
        <p:nvPicPr>
          <p:cNvPr id="496" name="Google Shape;496;p67"/>
          <p:cNvPicPr preferRelativeResize="0"/>
          <p:nvPr/>
        </p:nvPicPr>
        <p:blipFill rotWithShape="1">
          <a:blip r:embed="rId3">
            <a:alphaModFix/>
          </a:blip>
          <a:srcRect b="0" l="0" r="0" t="0"/>
          <a:stretch/>
        </p:blipFill>
        <p:spPr>
          <a:xfrm>
            <a:off x="880659" y="1705476"/>
            <a:ext cx="4222864" cy="2160240"/>
          </a:xfrm>
          <a:prstGeom prst="rect">
            <a:avLst/>
          </a:prstGeom>
          <a:noFill/>
          <a:ln>
            <a:noFill/>
          </a:ln>
        </p:spPr>
      </p:pic>
      <p:pic>
        <p:nvPicPr>
          <p:cNvPr id="497" name="Google Shape;497;p67"/>
          <p:cNvPicPr preferRelativeResize="0"/>
          <p:nvPr/>
        </p:nvPicPr>
        <p:blipFill rotWithShape="1">
          <a:blip r:embed="rId4">
            <a:alphaModFix/>
          </a:blip>
          <a:srcRect b="0" l="0" r="0" t="0"/>
          <a:stretch/>
        </p:blipFill>
        <p:spPr>
          <a:xfrm>
            <a:off x="3542547" y="1697092"/>
            <a:ext cx="4222864" cy="2160240"/>
          </a:xfrm>
          <a:prstGeom prst="rect">
            <a:avLst/>
          </a:prstGeom>
          <a:noFill/>
          <a:ln>
            <a:noFill/>
          </a:ln>
        </p:spPr>
      </p:pic>
      <p:sp>
        <p:nvSpPr>
          <p:cNvPr id="498" name="Google Shape;498;p67"/>
          <p:cNvSpPr txBox="1"/>
          <p:nvPr>
            <p:ph idx="1" type="body"/>
          </p:nvPr>
        </p:nvSpPr>
        <p:spPr>
          <a:xfrm>
            <a:off x="2286696" y="257175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3200"/>
              <a:buFont typeface="Arial"/>
              <a:buNone/>
              <a:defRPr b="1" i="0" sz="3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99" name="Google Shape;499;p67"/>
          <p:cNvSpPr txBox="1"/>
          <p:nvPr>
            <p:ph idx="2" type="body"/>
          </p:nvPr>
        </p:nvSpPr>
        <p:spPr>
          <a:xfrm>
            <a:off x="2286696" y="293937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0"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00" name="Google Shape;500;p67"/>
          <p:cNvSpPr txBox="1"/>
          <p:nvPr>
            <p:ph idx="3" type="body"/>
          </p:nvPr>
        </p:nvSpPr>
        <p:spPr>
          <a:xfrm>
            <a:off x="4973335" y="257175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3200"/>
              <a:buFont typeface="Arial"/>
              <a:buNone/>
              <a:defRPr b="1" i="0" sz="3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01" name="Google Shape;501;p67"/>
          <p:cNvSpPr txBox="1"/>
          <p:nvPr>
            <p:ph idx="4" type="body"/>
          </p:nvPr>
        </p:nvSpPr>
        <p:spPr>
          <a:xfrm>
            <a:off x="4973335" y="2939370"/>
            <a:ext cx="1324840" cy="29837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0"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502" name="Google Shape;502;p67"/>
          <p:cNvPicPr preferRelativeResize="0"/>
          <p:nvPr/>
        </p:nvPicPr>
        <p:blipFill rotWithShape="1">
          <a:blip r:embed="rId2">
            <a:alphaModFix/>
          </a:blip>
          <a:srcRect b="0" l="0" r="0" t="0"/>
          <a:stretch/>
        </p:blipFill>
        <p:spPr>
          <a:xfrm>
            <a:off x="1960619" y="1967641"/>
            <a:ext cx="2754306" cy="1408988"/>
          </a:xfrm>
          <a:prstGeom prst="rect">
            <a:avLst/>
          </a:prstGeom>
          <a:noFill/>
          <a:ln>
            <a:noFill/>
          </a:ln>
        </p:spPr>
      </p:pic>
      <p:pic>
        <p:nvPicPr>
          <p:cNvPr id="503" name="Google Shape;503;p67"/>
          <p:cNvPicPr preferRelativeResize="0"/>
          <p:nvPr/>
        </p:nvPicPr>
        <p:blipFill rotWithShape="1">
          <a:blip r:embed="rId3">
            <a:alphaModFix/>
          </a:blip>
          <a:srcRect b="0" l="0" r="0" t="0"/>
          <a:stretch/>
        </p:blipFill>
        <p:spPr>
          <a:xfrm>
            <a:off x="880659" y="1705476"/>
            <a:ext cx="4222864" cy="2160240"/>
          </a:xfrm>
          <a:prstGeom prst="rect">
            <a:avLst/>
          </a:prstGeom>
          <a:noFill/>
          <a:ln>
            <a:noFill/>
          </a:ln>
        </p:spPr>
      </p:pic>
      <p:pic>
        <p:nvPicPr>
          <p:cNvPr id="504" name="Google Shape;504;p67"/>
          <p:cNvPicPr preferRelativeResize="0"/>
          <p:nvPr/>
        </p:nvPicPr>
        <p:blipFill rotWithShape="1">
          <a:blip r:embed="rId4">
            <a:alphaModFix/>
          </a:blip>
          <a:srcRect b="0" l="0" r="0" t="0"/>
          <a:stretch/>
        </p:blipFill>
        <p:spPr>
          <a:xfrm>
            <a:off x="3542547" y="1697092"/>
            <a:ext cx="4222864" cy="2160240"/>
          </a:xfrm>
          <a:prstGeom prst="rect">
            <a:avLst/>
          </a:prstGeom>
          <a:noFill/>
          <a:ln>
            <a:noFill/>
          </a:ln>
        </p:spPr>
      </p:pic>
      <p:sp>
        <p:nvSpPr>
          <p:cNvPr id="505" name="Google Shape;505;p67"/>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506" name="Google Shape;506;p67"/>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507" name="Google Shape;507;p67"/>
          <p:cNvPicPr preferRelativeResize="0"/>
          <p:nvPr/>
        </p:nvPicPr>
        <p:blipFill rotWithShape="1">
          <a:blip r:embed="rId5">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nfograhic">
  <p:cSld name="Title and Infograhic">
    <p:spTree>
      <p:nvGrpSpPr>
        <p:cNvPr id="508" name="Shape 508"/>
        <p:cNvGrpSpPr/>
        <p:nvPr/>
      </p:nvGrpSpPr>
      <p:grpSpPr>
        <a:xfrm>
          <a:off x="0" y="0"/>
          <a:ext cx="0" cy="0"/>
          <a:chOff x="0" y="0"/>
          <a:chExt cx="0" cy="0"/>
        </a:xfrm>
      </p:grpSpPr>
      <p:sp>
        <p:nvSpPr>
          <p:cNvPr id="509" name="Google Shape;509;p6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0" name="Google Shape;510;p6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511" name="Google Shape;511;p68"/>
          <p:cNvPicPr preferRelativeResize="0"/>
          <p:nvPr/>
        </p:nvPicPr>
        <p:blipFill rotWithShape="1">
          <a:blip r:embed="rId2">
            <a:alphaModFix/>
          </a:blip>
          <a:srcRect b="0" l="0" r="0" t="0"/>
          <a:stretch/>
        </p:blipFill>
        <p:spPr>
          <a:xfrm>
            <a:off x="914602" y="2566307"/>
            <a:ext cx="2538282" cy="1298479"/>
          </a:xfrm>
          <a:prstGeom prst="rect">
            <a:avLst/>
          </a:prstGeom>
          <a:noFill/>
          <a:ln>
            <a:noFill/>
          </a:ln>
        </p:spPr>
      </p:pic>
      <p:pic>
        <p:nvPicPr>
          <p:cNvPr id="512" name="Google Shape;512;p68"/>
          <p:cNvPicPr preferRelativeResize="0"/>
          <p:nvPr/>
        </p:nvPicPr>
        <p:blipFill rotWithShape="1">
          <a:blip r:embed="rId3">
            <a:alphaModFix/>
          </a:blip>
          <a:srcRect b="0" l="0" r="0" t="0"/>
          <a:stretch/>
        </p:blipFill>
        <p:spPr>
          <a:xfrm>
            <a:off x="918760" y="1581506"/>
            <a:ext cx="7431156" cy="2999208"/>
          </a:xfrm>
          <a:prstGeom prst="rect">
            <a:avLst/>
          </a:prstGeom>
          <a:noFill/>
          <a:ln>
            <a:noFill/>
          </a:ln>
        </p:spPr>
      </p:pic>
      <p:sp>
        <p:nvSpPr>
          <p:cNvPr id="513" name="Google Shape;513;p68"/>
          <p:cNvSpPr txBox="1"/>
          <p:nvPr>
            <p:ph idx="1" type="body"/>
          </p:nvPr>
        </p:nvSpPr>
        <p:spPr>
          <a:xfrm>
            <a:off x="1263041" y="2104600"/>
            <a:ext cx="830454" cy="29204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800"/>
              <a:buFont typeface="Arial"/>
              <a:buNone/>
              <a:defRPr b="1" i="0" sz="18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4" name="Google Shape;514;p68"/>
          <p:cNvSpPr txBox="1"/>
          <p:nvPr>
            <p:ph idx="2" type="body"/>
          </p:nvPr>
        </p:nvSpPr>
        <p:spPr>
          <a:xfrm>
            <a:off x="2470356" y="3778988"/>
            <a:ext cx="784195" cy="30595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800"/>
              <a:buFont typeface="Arial"/>
              <a:buNone/>
              <a:defRPr b="1" i="0" sz="1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5" name="Google Shape;515;p68"/>
          <p:cNvSpPr txBox="1"/>
          <p:nvPr>
            <p:ph idx="3" type="body"/>
          </p:nvPr>
        </p:nvSpPr>
        <p:spPr>
          <a:xfrm>
            <a:off x="3530790" y="2108961"/>
            <a:ext cx="824532" cy="28768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6" name="Google Shape;516;p68"/>
          <p:cNvSpPr txBox="1"/>
          <p:nvPr>
            <p:ph idx="4" type="body"/>
          </p:nvPr>
        </p:nvSpPr>
        <p:spPr>
          <a:xfrm>
            <a:off x="4729642" y="3771033"/>
            <a:ext cx="745627" cy="30595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7" name="Google Shape;517;p68"/>
          <p:cNvSpPr txBox="1"/>
          <p:nvPr>
            <p:ph idx="5" type="body"/>
          </p:nvPr>
        </p:nvSpPr>
        <p:spPr>
          <a:xfrm>
            <a:off x="5904099" y="2107682"/>
            <a:ext cx="758842" cy="292044"/>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800"/>
              <a:buFont typeface="Arial"/>
              <a:buNone/>
              <a:defRPr b="1" i="0" sz="18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8" name="Google Shape;518;p68"/>
          <p:cNvSpPr txBox="1"/>
          <p:nvPr>
            <p:ph idx="6" type="body"/>
          </p:nvPr>
        </p:nvSpPr>
        <p:spPr>
          <a:xfrm>
            <a:off x="7023857" y="3762859"/>
            <a:ext cx="784195" cy="305954"/>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9" name="Google Shape;519;p68"/>
          <p:cNvSpPr txBox="1"/>
          <p:nvPr>
            <p:ph idx="7" type="body"/>
          </p:nvPr>
        </p:nvSpPr>
        <p:spPr>
          <a:xfrm>
            <a:off x="2156171" y="125799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200"/>
              <a:buFont typeface="Arial"/>
              <a:buNone/>
              <a:defRPr b="1" i="0" sz="12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0" name="Google Shape;520;p68"/>
          <p:cNvSpPr txBox="1"/>
          <p:nvPr>
            <p:ph idx="8" type="body"/>
          </p:nvPr>
        </p:nvSpPr>
        <p:spPr>
          <a:xfrm>
            <a:off x="2156171" y="152366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1" name="Google Shape;521;p68"/>
          <p:cNvSpPr txBox="1"/>
          <p:nvPr>
            <p:ph idx="9" type="body"/>
          </p:nvPr>
        </p:nvSpPr>
        <p:spPr>
          <a:xfrm>
            <a:off x="4513908" y="125799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2" name="Google Shape;522;p68"/>
          <p:cNvSpPr txBox="1"/>
          <p:nvPr>
            <p:ph idx="13" type="body"/>
          </p:nvPr>
        </p:nvSpPr>
        <p:spPr>
          <a:xfrm>
            <a:off x="4513908" y="152366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3" name="Google Shape;523;p68"/>
          <p:cNvSpPr txBox="1"/>
          <p:nvPr>
            <p:ph idx="14" type="body"/>
          </p:nvPr>
        </p:nvSpPr>
        <p:spPr>
          <a:xfrm>
            <a:off x="6720777" y="125799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4" name="Google Shape;524;p68"/>
          <p:cNvSpPr txBox="1"/>
          <p:nvPr>
            <p:ph idx="15" type="body"/>
          </p:nvPr>
        </p:nvSpPr>
        <p:spPr>
          <a:xfrm>
            <a:off x="6720777" y="152366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5" name="Google Shape;525;p68"/>
          <p:cNvSpPr txBox="1"/>
          <p:nvPr>
            <p:ph idx="16" type="body"/>
          </p:nvPr>
        </p:nvSpPr>
        <p:spPr>
          <a:xfrm>
            <a:off x="995265" y="3791876"/>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6" name="Google Shape;526;p68"/>
          <p:cNvSpPr txBox="1"/>
          <p:nvPr>
            <p:ph idx="17" type="body"/>
          </p:nvPr>
        </p:nvSpPr>
        <p:spPr>
          <a:xfrm>
            <a:off x="995265" y="4057543"/>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7" name="Google Shape;527;p68"/>
          <p:cNvSpPr txBox="1"/>
          <p:nvPr>
            <p:ph idx="18" type="body"/>
          </p:nvPr>
        </p:nvSpPr>
        <p:spPr>
          <a:xfrm>
            <a:off x="3326285" y="3779691"/>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8" name="Google Shape;528;p68"/>
          <p:cNvSpPr txBox="1"/>
          <p:nvPr>
            <p:ph idx="19" type="body"/>
          </p:nvPr>
        </p:nvSpPr>
        <p:spPr>
          <a:xfrm>
            <a:off x="3326285" y="4045358"/>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9" name="Google Shape;529;p68"/>
          <p:cNvSpPr txBox="1"/>
          <p:nvPr>
            <p:ph idx="20" type="body"/>
          </p:nvPr>
        </p:nvSpPr>
        <p:spPr>
          <a:xfrm>
            <a:off x="5599996" y="3758972"/>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30" name="Google Shape;530;p68"/>
          <p:cNvSpPr txBox="1"/>
          <p:nvPr>
            <p:ph idx="21" type="body"/>
          </p:nvPr>
        </p:nvSpPr>
        <p:spPr>
          <a:xfrm>
            <a:off x="5599996" y="4024639"/>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531" name="Google Shape;531;p68"/>
          <p:cNvPicPr preferRelativeResize="0"/>
          <p:nvPr/>
        </p:nvPicPr>
        <p:blipFill rotWithShape="1">
          <a:blip r:embed="rId2">
            <a:alphaModFix/>
          </a:blip>
          <a:srcRect b="0" l="0" r="0" t="0"/>
          <a:stretch/>
        </p:blipFill>
        <p:spPr>
          <a:xfrm>
            <a:off x="914602" y="2566307"/>
            <a:ext cx="2538282" cy="1298479"/>
          </a:xfrm>
          <a:prstGeom prst="rect">
            <a:avLst/>
          </a:prstGeom>
          <a:noFill/>
          <a:ln>
            <a:noFill/>
          </a:ln>
        </p:spPr>
      </p:pic>
      <p:pic>
        <p:nvPicPr>
          <p:cNvPr id="532" name="Google Shape;532;p68"/>
          <p:cNvPicPr preferRelativeResize="0"/>
          <p:nvPr/>
        </p:nvPicPr>
        <p:blipFill rotWithShape="1">
          <a:blip r:embed="rId3">
            <a:alphaModFix/>
          </a:blip>
          <a:srcRect b="0" l="0" r="0" t="0"/>
          <a:stretch/>
        </p:blipFill>
        <p:spPr>
          <a:xfrm>
            <a:off x="918760" y="1581506"/>
            <a:ext cx="7431156" cy="2999208"/>
          </a:xfrm>
          <a:prstGeom prst="rect">
            <a:avLst/>
          </a:prstGeom>
          <a:noFill/>
          <a:ln>
            <a:noFill/>
          </a:ln>
        </p:spPr>
      </p:pic>
      <p:sp>
        <p:nvSpPr>
          <p:cNvPr id="533" name="Google Shape;533;p68"/>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534" name="Google Shape;534;p68"/>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535" name="Google Shape;535;p68"/>
          <p:cNvPicPr preferRelativeResize="0"/>
          <p:nvPr/>
        </p:nvPicPr>
        <p:blipFill rotWithShape="1">
          <a:blip r:embed="rId4">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nfographic 2">
  <p:cSld name="Title and Infographic 2">
    <p:spTree>
      <p:nvGrpSpPr>
        <p:cNvPr id="536" name="Shape 536"/>
        <p:cNvGrpSpPr/>
        <p:nvPr/>
      </p:nvGrpSpPr>
      <p:grpSpPr>
        <a:xfrm>
          <a:off x="0" y="0"/>
          <a:ext cx="0" cy="0"/>
          <a:chOff x="0" y="0"/>
          <a:chExt cx="0" cy="0"/>
        </a:xfrm>
      </p:grpSpPr>
      <p:sp>
        <p:nvSpPr>
          <p:cNvPr id="537" name="Google Shape;537;p6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8" name="Google Shape;538;p6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descr="C:\Users\diyajoseph\Desktop\New folder (3)\Infographics-01-01.png" id="539" name="Google Shape;539;p69"/>
          <p:cNvPicPr preferRelativeResize="0"/>
          <p:nvPr/>
        </p:nvPicPr>
        <p:blipFill rotWithShape="1">
          <a:blip r:embed="rId2">
            <a:alphaModFix/>
          </a:blip>
          <a:srcRect b="0" l="0" r="0" t="0"/>
          <a:stretch/>
        </p:blipFill>
        <p:spPr>
          <a:xfrm>
            <a:off x="4349184" y="1331625"/>
            <a:ext cx="3644856" cy="3644859"/>
          </a:xfrm>
          <a:prstGeom prst="rect">
            <a:avLst/>
          </a:prstGeom>
          <a:noFill/>
          <a:ln>
            <a:noFill/>
          </a:ln>
        </p:spPr>
      </p:pic>
      <p:sp>
        <p:nvSpPr>
          <p:cNvPr id="540" name="Google Shape;540;p69"/>
          <p:cNvSpPr txBox="1"/>
          <p:nvPr>
            <p:ph idx="1" type="body"/>
          </p:nvPr>
        </p:nvSpPr>
        <p:spPr>
          <a:xfrm>
            <a:off x="630238" y="1347788"/>
            <a:ext cx="3182128" cy="277177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1" name="Google Shape;541;p69"/>
          <p:cNvSpPr txBox="1"/>
          <p:nvPr>
            <p:ph idx="2" type="body"/>
          </p:nvPr>
        </p:nvSpPr>
        <p:spPr>
          <a:xfrm>
            <a:off x="6433953" y="1722104"/>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2" name="Google Shape;542;p69"/>
          <p:cNvSpPr txBox="1"/>
          <p:nvPr>
            <p:ph idx="3" type="body"/>
          </p:nvPr>
        </p:nvSpPr>
        <p:spPr>
          <a:xfrm>
            <a:off x="6433953" y="1987771"/>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3" name="Google Shape;543;p69"/>
          <p:cNvSpPr txBox="1"/>
          <p:nvPr>
            <p:ph idx="4" type="body"/>
          </p:nvPr>
        </p:nvSpPr>
        <p:spPr>
          <a:xfrm>
            <a:off x="4628562" y="3026158"/>
            <a:ext cx="1182772" cy="3866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100"/>
              <a:buFont typeface="Arial"/>
              <a:buNone/>
              <a:defRPr b="1" i="0" sz="11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4" name="Google Shape;544;p69"/>
          <p:cNvSpPr txBox="1"/>
          <p:nvPr>
            <p:ph idx="5" type="body"/>
          </p:nvPr>
        </p:nvSpPr>
        <p:spPr>
          <a:xfrm>
            <a:off x="7003447" y="2783735"/>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5" name="Google Shape;545;p69"/>
          <p:cNvSpPr txBox="1"/>
          <p:nvPr>
            <p:ph idx="6" type="body"/>
          </p:nvPr>
        </p:nvSpPr>
        <p:spPr>
          <a:xfrm>
            <a:off x="7009593" y="3303767"/>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6" name="Google Shape;546;p69"/>
          <p:cNvSpPr txBox="1"/>
          <p:nvPr>
            <p:ph idx="7" type="body"/>
          </p:nvPr>
        </p:nvSpPr>
        <p:spPr>
          <a:xfrm>
            <a:off x="7009593" y="3569434"/>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7" name="Google Shape;547;p69"/>
          <p:cNvSpPr txBox="1"/>
          <p:nvPr>
            <p:ph idx="8" type="body"/>
          </p:nvPr>
        </p:nvSpPr>
        <p:spPr>
          <a:xfrm>
            <a:off x="6433953" y="4034311"/>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8" name="Google Shape;548;p69"/>
          <p:cNvSpPr txBox="1"/>
          <p:nvPr>
            <p:ph idx="9" type="body"/>
          </p:nvPr>
        </p:nvSpPr>
        <p:spPr>
          <a:xfrm>
            <a:off x="6433953" y="4299978"/>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9" name="Google Shape;549;p69"/>
          <p:cNvSpPr txBox="1"/>
          <p:nvPr>
            <p:ph idx="13" type="body"/>
          </p:nvPr>
        </p:nvSpPr>
        <p:spPr>
          <a:xfrm>
            <a:off x="7001132" y="2524953"/>
            <a:ext cx="1331623" cy="211628"/>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0" name="Google Shape;550;p69"/>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pic>
        <p:nvPicPr>
          <p:cNvPr id="551" name="Google Shape;551;p69"/>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orient="horz" pos="849">
          <p15:clr>
            <a:srgbClr val="FBAE40"/>
          </p15:clr>
        </p15:guide>
        <p15:guide id="3" orient="horz" pos="2663">
          <p15:clr>
            <a:srgbClr val="FBAE40"/>
          </p15:clr>
        </p15:guide>
        <p15:guide id="4" pos="25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nfographic 3">
  <p:cSld name="Title and Infographic 3">
    <p:spTree>
      <p:nvGrpSpPr>
        <p:cNvPr id="552" name="Shape 552"/>
        <p:cNvGrpSpPr/>
        <p:nvPr/>
      </p:nvGrpSpPr>
      <p:grpSpPr>
        <a:xfrm>
          <a:off x="0" y="0"/>
          <a:ext cx="0" cy="0"/>
          <a:chOff x="0" y="0"/>
          <a:chExt cx="0" cy="0"/>
        </a:xfrm>
      </p:grpSpPr>
      <p:sp>
        <p:nvSpPr>
          <p:cNvPr id="553" name="Google Shape;553;p7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4" name="Google Shape;554;p7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555" name="Google Shape;555;p70"/>
          <p:cNvSpPr txBox="1"/>
          <p:nvPr>
            <p:ph idx="1" type="body"/>
          </p:nvPr>
        </p:nvSpPr>
        <p:spPr>
          <a:xfrm>
            <a:off x="2184783" y="1316876"/>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6" name="Google Shape;556;p70"/>
          <p:cNvSpPr txBox="1"/>
          <p:nvPr>
            <p:ph idx="2" type="body"/>
          </p:nvPr>
        </p:nvSpPr>
        <p:spPr>
          <a:xfrm>
            <a:off x="2184783" y="1496505"/>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7" name="Google Shape;557;p70"/>
          <p:cNvSpPr txBox="1"/>
          <p:nvPr>
            <p:ph idx="3" type="body"/>
          </p:nvPr>
        </p:nvSpPr>
        <p:spPr>
          <a:xfrm>
            <a:off x="2184783" y="1708544"/>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8" name="Google Shape;558;p70"/>
          <p:cNvSpPr txBox="1"/>
          <p:nvPr>
            <p:ph idx="4" type="body"/>
          </p:nvPr>
        </p:nvSpPr>
        <p:spPr>
          <a:xfrm>
            <a:off x="1648313" y="2160534"/>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1000"/>
              <a:buFont typeface="Arial"/>
              <a:buNone/>
              <a:defRPr b="1"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9" name="Google Shape;559;p70"/>
          <p:cNvSpPr txBox="1"/>
          <p:nvPr>
            <p:ph idx="5" type="body"/>
          </p:nvPr>
        </p:nvSpPr>
        <p:spPr>
          <a:xfrm>
            <a:off x="1648313" y="2340163"/>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0" name="Google Shape;560;p70"/>
          <p:cNvSpPr txBox="1"/>
          <p:nvPr>
            <p:ph idx="6" type="body"/>
          </p:nvPr>
        </p:nvSpPr>
        <p:spPr>
          <a:xfrm>
            <a:off x="1648313" y="2552202"/>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1" name="Google Shape;561;p70"/>
          <p:cNvSpPr txBox="1"/>
          <p:nvPr>
            <p:ph idx="7" type="body"/>
          </p:nvPr>
        </p:nvSpPr>
        <p:spPr>
          <a:xfrm>
            <a:off x="1670695" y="3113991"/>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2" name="Google Shape;562;p70"/>
          <p:cNvSpPr txBox="1"/>
          <p:nvPr>
            <p:ph idx="8" type="body"/>
          </p:nvPr>
        </p:nvSpPr>
        <p:spPr>
          <a:xfrm>
            <a:off x="1670695" y="3293620"/>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3" name="Google Shape;563;p70"/>
          <p:cNvSpPr txBox="1"/>
          <p:nvPr>
            <p:ph idx="9" type="body"/>
          </p:nvPr>
        </p:nvSpPr>
        <p:spPr>
          <a:xfrm>
            <a:off x="1670695" y="3505659"/>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4" name="Google Shape;564;p70"/>
          <p:cNvSpPr txBox="1"/>
          <p:nvPr>
            <p:ph idx="13" type="body"/>
          </p:nvPr>
        </p:nvSpPr>
        <p:spPr>
          <a:xfrm>
            <a:off x="2154251" y="3833167"/>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5" name="Google Shape;565;p70"/>
          <p:cNvSpPr txBox="1"/>
          <p:nvPr>
            <p:ph idx="14" type="body"/>
          </p:nvPr>
        </p:nvSpPr>
        <p:spPr>
          <a:xfrm>
            <a:off x="2154251" y="4012796"/>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6" name="Google Shape;566;p70"/>
          <p:cNvSpPr txBox="1"/>
          <p:nvPr>
            <p:ph idx="15" type="body"/>
          </p:nvPr>
        </p:nvSpPr>
        <p:spPr>
          <a:xfrm>
            <a:off x="2154251" y="4224835"/>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7" name="Google Shape;567;p70"/>
          <p:cNvSpPr txBox="1"/>
          <p:nvPr>
            <p:ph idx="16" type="body"/>
          </p:nvPr>
        </p:nvSpPr>
        <p:spPr>
          <a:xfrm>
            <a:off x="5711844" y="1274684"/>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8" name="Google Shape;568;p70"/>
          <p:cNvSpPr txBox="1"/>
          <p:nvPr>
            <p:ph idx="17" type="body"/>
          </p:nvPr>
        </p:nvSpPr>
        <p:spPr>
          <a:xfrm>
            <a:off x="5711844" y="1454313"/>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9" name="Google Shape;569;p70"/>
          <p:cNvSpPr txBox="1"/>
          <p:nvPr>
            <p:ph idx="18" type="body"/>
          </p:nvPr>
        </p:nvSpPr>
        <p:spPr>
          <a:xfrm>
            <a:off x="5711844" y="1666352"/>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0" name="Google Shape;570;p70"/>
          <p:cNvSpPr txBox="1"/>
          <p:nvPr>
            <p:ph idx="19" type="body"/>
          </p:nvPr>
        </p:nvSpPr>
        <p:spPr>
          <a:xfrm>
            <a:off x="6247590" y="2081713"/>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1" name="Google Shape;571;p70"/>
          <p:cNvSpPr txBox="1"/>
          <p:nvPr>
            <p:ph idx="20" type="body"/>
          </p:nvPr>
        </p:nvSpPr>
        <p:spPr>
          <a:xfrm>
            <a:off x="6247590" y="2261342"/>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2" name="Google Shape;572;p70"/>
          <p:cNvSpPr txBox="1"/>
          <p:nvPr>
            <p:ph idx="21" type="body"/>
          </p:nvPr>
        </p:nvSpPr>
        <p:spPr>
          <a:xfrm>
            <a:off x="6247590" y="2473381"/>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3" name="Google Shape;573;p70"/>
          <p:cNvSpPr txBox="1"/>
          <p:nvPr>
            <p:ph idx="22" type="body"/>
          </p:nvPr>
        </p:nvSpPr>
        <p:spPr>
          <a:xfrm>
            <a:off x="6247590" y="3009669"/>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4" name="Google Shape;574;p70"/>
          <p:cNvSpPr txBox="1"/>
          <p:nvPr>
            <p:ph idx="23" type="body"/>
          </p:nvPr>
        </p:nvSpPr>
        <p:spPr>
          <a:xfrm>
            <a:off x="6247590" y="3189298"/>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5" name="Google Shape;575;p70"/>
          <p:cNvSpPr txBox="1"/>
          <p:nvPr>
            <p:ph idx="24" type="body"/>
          </p:nvPr>
        </p:nvSpPr>
        <p:spPr>
          <a:xfrm>
            <a:off x="6247590" y="3401337"/>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6" name="Google Shape;576;p70"/>
          <p:cNvSpPr txBox="1"/>
          <p:nvPr>
            <p:ph idx="25" type="body"/>
          </p:nvPr>
        </p:nvSpPr>
        <p:spPr>
          <a:xfrm>
            <a:off x="5911033" y="3827718"/>
            <a:ext cx="1331623" cy="1481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7" name="Google Shape;577;p70"/>
          <p:cNvSpPr txBox="1"/>
          <p:nvPr>
            <p:ph idx="26" type="body"/>
          </p:nvPr>
        </p:nvSpPr>
        <p:spPr>
          <a:xfrm>
            <a:off x="5911033" y="4007347"/>
            <a:ext cx="1331623" cy="176979"/>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8" name="Google Shape;578;p70"/>
          <p:cNvSpPr txBox="1"/>
          <p:nvPr>
            <p:ph idx="27" type="body"/>
          </p:nvPr>
        </p:nvSpPr>
        <p:spPr>
          <a:xfrm>
            <a:off x="5911033" y="4219386"/>
            <a:ext cx="1331623" cy="18359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grpSp>
        <p:nvGrpSpPr>
          <p:cNvPr id="579" name="Google Shape;579;p70"/>
          <p:cNvGrpSpPr/>
          <p:nvPr/>
        </p:nvGrpSpPr>
        <p:grpSpPr>
          <a:xfrm>
            <a:off x="3064089" y="1322496"/>
            <a:ext cx="3130304" cy="3130304"/>
            <a:chOff x="1725851" y="197234"/>
            <a:chExt cx="4799362" cy="4799363"/>
          </a:xfrm>
        </p:grpSpPr>
        <p:sp>
          <p:nvSpPr>
            <p:cNvPr id="580" name="Google Shape;580;p70"/>
            <p:cNvSpPr/>
            <p:nvPr/>
          </p:nvSpPr>
          <p:spPr>
            <a:xfrm>
              <a:off x="2160294" y="631678"/>
              <a:ext cx="3930473" cy="3930474"/>
            </a:xfrm>
            <a:prstGeom prst="blockArc">
              <a:avLst>
                <a:gd fmla="val 13500000" name="adj1"/>
                <a:gd fmla="val 16200000" name="adj2"/>
                <a:gd fmla="val 3430" name="adj3"/>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70"/>
            <p:cNvSpPr/>
            <p:nvPr/>
          </p:nvSpPr>
          <p:spPr>
            <a:xfrm>
              <a:off x="2160294" y="631678"/>
              <a:ext cx="3930473" cy="3930474"/>
            </a:xfrm>
            <a:prstGeom prst="blockArc">
              <a:avLst>
                <a:gd fmla="val 10800000" name="adj1"/>
                <a:gd fmla="val 13500000" name="adj2"/>
                <a:gd fmla="val 3430" name="adj3"/>
              </a:avLst>
            </a:prstGeom>
            <a:solidFill>
              <a:srgbClr val="9D9D9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70"/>
            <p:cNvSpPr/>
            <p:nvPr/>
          </p:nvSpPr>
          <p:spPr>
            <a:xfrm>
              <a:off x="2160294" y="631678"/>
              <a:ext cx="3930473" cy="3930474"/>
            </a:xfrm>
            <a:prstGeom prst="blockArc">
              <a:avLst>
                <a:gd fmla="val 8100000" name="adj1"/>
                <a:gd fmla="val 10800000" name="adj2"/>
                <a:gd fmla="val 3430" name="adj3"/>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70"/>
            <p:cNvSpPr/>
            <p:nvPr/>
          </p:nvSpPr>
          <p:spPr>
            <a:xfrm>
              <a:off x="2160294" y="631678"/>
              <a:ext cx="3930473" cy="3930474"/>
            </a:xfrm>
            <a:prstGeom prst="blockArc">
              <a:avLst>
                <a:gd fmla="val 5400000" name="adj1"/>
                <a:gd fmla="val 8100000" name="adj2"/>
                <a:gd fmla="val 3430" name="adj3"/>
              </a:avLst>
            </a:prstGeom>
            <a:solidFill>
              <a:srgbClr val="B4B4B4"/>
            </a:solidFill>
            <a:ln cap="flat" cmpd="sng" w="9525">
              <a:solidFill>
                <a:srgbClr val="A8A8A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84" name="Google Shape;584;p70"/>
            <p:cNvSpPr/>
            <p:nvPr/>
          </p:nvSpPr>
          <p:spPr>
            <a:xfrm>
              <a:off x="2160294" y="631678"/>
              <a:ext cx="3930473" cy="3930474"/>
            </a:xfrm>
            <a:prstGeom prst="blockArc">
              <a:avLst>
                <a:gd fmla="val 2700000" name="adj1"/>
                <a:gd fmla="val 5400000" name="adj2"/>
                <a:gd fmla="val 3430" name="adj3"/>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70"/>
            <p:cNvSpPr/>
            <p:nvPr/>
          </p:nvSpPr>
          <p:spPr>
            <a:xfrm>
              <a:off x="2160294" y="631678"/>
              <a:ext cx="3930473" cy="3930474"/>
            </a:xfrm>
            <a:prstGeom prst="blockArc">
              <a:avLst>
                <a:gd fmla="val 0" name="adj1"/>
                <a:gd fmla="val 2700000" name="adj2"/>
                <a:gd fmla="val 3430" name="adj3"/>
              </a:avLst>
            </a:prstGeom>
            <a:solidFill>
              <a:srgbClr val="F632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70"/>
            <p:cNvSpPr/>
            <p:nvPr/>
          </p:nvSpPr>
          <p:spPr>
            <a:xfrm>
              <a:off x="2160294" y="631678"/>
              <a:ext cx="3930473" cy="3930474"/>
            </a:xfrm>
            <a:prstGeom prst="blockArc">
              <a:avLst>
                <a:gd fmla="val 18900000" name="adj1"/>
                <a:gd fmla="val 0" name="adj2"/>
                <a:gd fmla="val 3430" name="adj3"/>
              </a:avLst>
            </a:pr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70"/>
            <p:cNvSpPr/>
            <p:nvPr/>
          </p:nvSpPr>
          <p:spPr>
            <a:xfrm>
              <a:off x="2160294" y="631678"/>
              <a:ext cx="3930473" cy="3930474"/>
            </a:xfrm>
            <a:prstGeom prst="blockArc">
              <a:avLst>
                <a:gd fmla="val 16200000" name="adj1"/>
                <a:gd fmla="val 18900000" name="adj2"/>
                <a:gd fmla="val 3430" name="adj3"/>
              </a:avLst>
            </a:prstGeom>
            <a:solidFill>
              <a:srgbClr val="F632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70"/>
            <p:cNvSpPr/>
            <p:nvPr/>
          </p:nvSpPr>
          <p:spPr>
            <a:xfrm>
              <a:off x="3128723" y="1600108"/>
              <a:ext cx="1993614" cy="1993614"/>
            </a:xfrm>
            <a:custGeom>
              <a:rect b="b" l="l" r="r" t="t"/>
              <a:pathLst>
                <a:path extrusionOk="0" h="1993614" w="1993614">
                  <a:moveTo>
                    <a:pt x="0" y="996807"/>
                  </a:moveTo>
                  <a:cubicBezTo>
                    <a:pt x="0" y="446286"/>
                    <a:pt x="446286" y="0"/>
                    <a:pt x="996807" y="0"/>
                  </a:cubicBezTo>
                  <a:cubicBezTo>
                    <a:pt x="1547328" y="0"/>
                    <a:pt x="1993614" y="446286"/>
                    <a:pt x="1993614" y="996807"/>
                  </a:cubicBezTo>
                  <a:cubicBezTo>
                    <a:pt x="1993614" y="1547328"/>
                    <a:pt x="1547328" y="1993614"/>
                    <a:pt x="996807" y="1993614"/>
                  </a:cubicBezTo>
                  <a:cubicBezTo>
                    <a:pt x="446286" y="1993614"/>
                    <a:pt x="0" y="1547328"/>
                    <a:pt x="0" y="996807"/>
                  </a:cubicBezTo>
                  <a:close/>
                </a:path>
              </a:pathLst>
            </a:custGeom>
            <a:noFill/>
            <a:ln cap="flat" cmpd="sng" w="50800">
              <a:solidFill>
                <a:srgbClr val="4C4C4C"/>
              </a:solidFill>
              <a:prstDash val="solid"/>
              <a:miter lim="800000"/>
              <a:headEnd len="sm" w="sm" type="none"/>
              <a:tailEnd len="sm" w="sm" type="none"/>
            </a:ln>
            <a:effectLst>
              <a:outerShdw blurRad="50800" rotWithShape="0" algn="tr" dir="8100000" dist="38100">
                <a:srgbClr val="000000">
                  <a:alpha val="40000"/>
                </a:srgbClr>
              </a:outerShdw>
            </a:effectLst>
          </p:spPr>
          <p:txBody>
            <a:bodyPr anchorCtr="0" anchor="ctr" bIns="307175" lIns="307175" spcFirstLastPara="1" rIns="307175" wrap="square" tIns="307175">
              <a:noAutofit/>
            </a:bodyPr>
            <a:lstStyle/>
            <a:p>
              <a:pPr indent="0" lvl="0" marL="0" marR="0" rtl="0" algn="ctr">
                <a:lnSpc>
                  <a:spcPct val="90000"/>
                </a:lnSpc>
                <a:spcBef>
                  <a:spcPts val="0"/>
                </a:spcBef>
                <a:spcAft>
                  <a:spcPts val="0"/>
                </a:spcAft>
                <a:buClr>
                  <a:srgbClr val="000000"/>
                </a:buClr>
                <a:buSzPts val="1200"/>
                <a:buFont typeface="Arial"/>
                <a:buNone/>
              </a:pPr>
              <a:r>
                <a:t/>
              </a:r>
              <a:endParaRPr b="0" i="0" sz="1200" u="none" cap="none" strike="noStrike">
                <a:solidFill>
                  <a:srgbClr val="4C4C4C"/>
                </a:solidFill>
                <a:latin typeface="Roboto"/>
                <a:ea typeface="Roboto"/>
                <a:cs typeface="Roboto"/>
                <a:sym typeface="Roboto"/>
              </a:endParaRPr>
            </a:p>
          </p:txBody>
        </p:sp>
        <p:sp>
          <p:nvSpPr>
            <p:cNvPr id="589" name="Google Shape;589;p70"/>
            <p:cNvSpPr/>
            <p:nvPr/>
          </p:nvSpPr>
          <p:spPr>
            <a:xfrm>
              <a:off x="3657379" y="19723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F6323E"/>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rgbClr val="000000"/>
                </a:buClr>
                <a:buSzPts val="2100"/>
                <a:buFont typeface="Arial"/>
                <a:buNone/>
              </a:pPr>
              <a:r>
                <a:t/>
              </a:r>
              <a:endParaRPr b="0" i="0" sz="2100" u="none" cap="none" strike="noStrike">
                <a:solidFill>
                  <a:schemeClr val="lt1"/>
                </a:solidFill>
                <a:latin typeface="Calibri"/>
                <a:ea typeface="Calibri"/>
                <a:cs typeface="Calibri"/>
                <a:sym typeface="Calibri"/>
              </a:endParaRPr>
            </a:p>
          </p:txBody>
        </p:sp>
        <p:sp>
          <p:nvSpPr>
            <p:cNvPr id="590" name="Google Shape;590;p70"/>
            <p:cNvSpPr/>
            <p:nvPr/>
          </p:nvSpPr>
          <p:spPr>
            <a:xfrm>
              <a:off x="5023178" y="762966"/>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CCCCCC"/>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rgbClr val="000000"/>
                </a:buClr>
                <a:buSzPts val="2100"/>
                <a:buFont typeface="Arial"/>
                <a:buNone/>
              </a:pPr>
              <a:r>
                <a:t/>
              </a:r>
              <a:endParaRPr b="0" i="0" sz="2100" u="none" cap="none" strike="noStrike">
                <a:solidFill>
                  <a:schemeClr val="lt1"/>
                </a:solidFill>
                <a:latin typeface="Calibri"/>
                <a:ea typeface="Calibri"/>
                <a:cs typeface="Calibri"/>
                <a:sym typeface="Calibri"/>
              </a:endParaRPr>
            </a:p>
          </p:txBody>
        </p:sp>
        <p:sp>
          <p:nvSpPr>
            <p:cNvPr id="591" name="Google Shape;591;p70"/>
            <p:cNvSpPr/>
            <p:nvPr/>
          </p:nvSpPr>
          <p:spPr>
            <a:xfrm>
              <a:off x="5588911" y="21287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F6323E"/>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rgbClr val="000000"/>
                </a:buClr>
                <a:buSzPts val="2100"/>
                <a:buFont typeface="Arial"/>
                <a:buNone/>
              </a:pPr>
              <a:r>
                <a:t/>
              </a:r>
              <a:endParaRPr b="0" i="0" sz="2100" u="none" cap="none" strike="noStrike">
                <a:solidFill>
                  <a:schemeClr val="lt1"/>
                </a:solidFill>
                <a:latin typeface="Calibri"/>
                <a:ea typeface="Calibri"/>
                <a:cs typeface="Calibri"/>
                <a:sym typeface="Calibri"/>
              </a:endParaRPr>
            </a:p>
          </p:txBody>
        </p:sp>
        <p:sp>
          <p:nvSpPr>
            <p:cNvPr id="592" name="Google Shape;592;p70"/>
            <p:cNvSpPr/>
            <p:nvPr/>
          </p:nvSpPr>
          <p:spPr>
            <a:xfrm>
              <a:off x="5023177" y="3494562"/>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9D9D9D"/>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rgbClr val="000000"/>
                </a:buClr>
                <a:buSzPts val="2100"/>
                <a:buFont typeface="Arial"/>
                <a:buNone/>
              </a:pPr>
              <a:r>
                <a:t/>
              </a:r>
              <a:endParaRPr b="0" i="0" sz="2100" u="none" cap="none" strike="noStrike">
                <a:solidFill>
                  <a:schemeClr val="lt1"/>
                </a:solidFill>
                <a:latin typeface="Calibri"/>
                <a:ea typeface="Calibri"/>
                <a:cs typeface="Calibri"/>
                <a:sym typeface="Calibri"/>
              </a:endParaRPr>
            </a:p>
          </p:txBody>
        </p:sp>
        <p:sp>
          <p:nvSpPr>
            <p:cNvPr id="593" name="Google Shape;593;p70"/>
            <p:cNvSpPr/>
            <p:nvPr/>
          </p:nvSpPr>
          <p:spPr>
            <a:xfrm>
              <a:off x="3657379" y="4060295"/>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F6323E"/>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rgbClr val="000000"/>
                </a:buClr>
                <a:buSzPts val="4000"/>
                <a:buFont typeface="Arial"/>
                <a:buNone/>
              </a:pPr>
              <a:r>
                <a:t/>
              </a:r>
              <a:endParaRPr b="0" i="0" sz="4000" u="none" cap="none" strike="noStrike">
                <a:solidFill>
                  <a:schemeClr val="lt1"/>
                </a:solidFill>
                <a:latin typeface="Calibri"/>
                <a:ea typeface="Calibri"/>
                <a:cs typeface="Calibri"/>
                <a:sym typeface="Calibri"/>
              </a:endParaRPr>
            </a:p>
          </p:txBody>
        </p:sp>
        <p:sp>
          <p:nvSpPr>
            <p:cNvPr id="594" name="Google Shape;594;p70"/>
            <p:cNvSpPr/>
            <p:nvPr/>
          </p:nvSpPr>
          <p:spPr>
            <a:xfrm>
              <a:off x="2291582" y="34945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A8A8A8"/>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rgbClr val="000000"/>
                </a:buClr>
                <a:buSzPts val="4000"/>
                <a:buFont typeface="Arial"/>
                <a:buNone/>
              </a:pPr>
              <a:r>
                <a:t/>
              </a:r>
              <a:endParaRPr b="0" i="0" sz="4000" u="none" cap="none" strike="noStrike">
                <a:solidFill>
                  <a:schemeClr val="lt1"/>
                </a:solidFill>
                <a:latin typeface="Calibri"/>
                <a:ea typeface="Calibri"/>
                <a:cs typeface="Calibri"/>
                <a:sym typeface="Calibri"/>
              </a:endParaRPr>
            </a:p>
          </p:txBody>
        </p:sp>
        <p:sp>
          <p:nvSpPr>
            <p:cNvPr id="595" name="Google Shape;595;p70"/>
            <p:cNvSpPr/>
            <p:nvPr/>
          </p:nvSpPr>
          <p:spPr>
            <a:xfrm>
              <a:off x="1725851" y="21287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chemeClr val="dk1"/>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rgbClr val="000000"/>
                </a:buClr>
                <a:buSzPts val="4000"/>
                <a:buFont typeface="Arial"/>
                <a:buNone/>
              </a:pPr>
              <a:r>
                <a:t/>
              </a:r>
              <a:endParaRPr b="0" i="0" sz="4000" u="none" cap="none" strike="noStrike">
                <a:solidFill>
                  <a:schemeClr val="lt1"/>
                </a:solidFill>
                <a:latin typeface="Calibri"/>
                <a:ea typeface="Calibri"/>
                <a:cs typeface="Calibri"/>
                <a:sym typeface="Calibri"/>
              </a:endParaRPr>
            </a:p>
          </p:txBody>
        </p:sp>
        <p:sp>
          <p:nvSpPr>
            <p:cNvPr id="596" name="Google Shape;596;p70"/>
            <p:cNvSpPr/>
            <p:nvPr/>
          </p:nvSpPr>
          <p:spPr>
            <a:xfrm>
              <a:off x="2291581" y="762965"/>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989898"/>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rgbClr val="000000"/>
                </a:buClr>
                <a:buSzPts val="4000"/>
                <a:buFont typeface="Arial"/>
                <a:buNone/>
              </a:pPr>
              <a:r>
                <a:t/>
              </a:r>
              <a:endParaRPr b="0" i="0" sz="4000" u="none" cap="none" strike="noStrike">
                <a:solidFill>
                  <a:schemeClr val="lt1"/>
                </a:solidFill>
                <a:latin typeface="Calibri"/>
                <a:ea typeface="Calibri"/>
                <a:cs typeface="Calibri"/>
                <a:sym typeface="Calibri"/>
              </a:endParaRPr>
            </a:p>
          </p:txBody>
        </p:sp>
      </p:grpSp>
      <p:pic>
        <p:nvPicPr>
          <p:cNvPr id="597" name="Google Shape;597;p70"/>
          <p:cNvPicPr preferRelativeResize="0"/>
          <p:nvPr/>
        </p:nvPicPr>
        <p:blipFill rotWithShape="1">
          <a:blip r:embed="rId2">
            <a:alphaModFix/>
          </a:blip>
          <a:srcRect b="0" l="0" r="0" t="0"/>
          <a:stretch/>
        </p:blipFill>
        <p:spPr>
          <a:xfrm>
            <a:off x="3906518" y="1572770"/>
            <a:ext cx="365816" cy="365816"/>
          </a:xfrm>
          <a:prstGeom prst="rect">
            <a:avLst/>
          </a:prstGeom>
          <a:noFill/>
          <a:ln>
            <a:noFill/>
          </a:ln>
        </p:spPr>
      </p:pic>
      <p:pic>
        <p:nvPicPr>
          <p:cNvPr id="598" name="Google Shape;598;p70"/>
          <p:cNvPicPr preferRelativeResize="0"/>
          <p:nvPr/>
        </p:nvPicPr>
        <p:blipFill rotWithShape="1">
          <a:blip r:embed="rId3">
            <a:alphaModFix/>
          </a:blip>
          <a:srcRect b="0" l="0" r="0" t="0"/>
          <a:stretch/>
        </p:blipFill>
        <p:spPr>
          <a:xfrm>
            <a:off x="4972122" y="3840710"/>
            <a:ext cx="365816" cy="365816"/>
          </a:xfrm>
          <a:prstGeom prst="rect">
            <a:avLst/>
          </a:prstGeom>
          <a:noFill/>
          <a:ln>
            <a:noFill/>
          </a:ln>
        </p:spPr>
      </p:pic>
      <p:pic>
        <p:nvPicPr>
          <p:cNvPr id="599" name="Google Shape;599;p70"/>
          <p:cNvPicPr preferRelativeResize="0"/>
          <p:nvPr/>
        </p:nvPicPr>
        <p:blipFill rotWithShape="1">
          <a:blip r:embed="rId4">
            <a:alphaModFix/>
          </a:blip>
          <a:srcRect b="0" l="0" r="0" t="0"/>
          <a:stretch/>
        </p:blipFill>
        <p:spPr>
          <a:xfrm>
            <a:off x="3285784" y="3229619"/>
            <a:ext cx="365816" cy="365816"/>
          </a:xfrm>
          <a:prstGeom prst="rect">
            <a:avLst/>
          </a:prstGeom>
          <a:noFill/>
          <a:ln>
            <a:noFill/>
          </a:ln>
        </p:spPr>
      </p:pic>
      <p:pic>
        <p:nvPicPr>
          <p:cNvPr id="600" name="Google Shape;600;p70"/>
          <p:cNvPicPr preferRelativeResize="0"/>
          <p:nvPr/>
        </p:nvPicPr>
        <p:blipFill rotWithShape="1">
          <a:blip r:embed="rId5">
            <a:alphaModFix/>
          </a:blip>
          <a:srcRect b="0" l="0" r="0" t="0"/>
          <a:stretch/>
        </p:blipFill>
        <p:spPr>
          <a:xfrm>
            <a:off x="3260129" y="2284117"/>
            <a:ext cx="365816" cy="365816"/>
          </a:xfrm>
          <a:prstGeom prst="rect">
            <a:avLst/>
          </a:prstGeom>
          <a:noFill/>
          <a:ln>
            <a:noFill/>
          </a:ln>
        </p:spPr>
      </p:pic>
      <p:pic>
        <p:nvPicPr>
          <p:cNvPr id="601" name="Google Shape;601;p70"/>
          <p:cNvPicPr preferRelativeResize="0"/>
          <p:nvPr/>
        </p:nvPicPr>
        <p:blipFill rotWithShape="1">
          <a:blip r:embed="rId6">
            <a:alphaModFix/>
          </a:blip>
          <a:srcRect b="0" l="0" r="0" t="0"/>
          <a:stretch/>
        </p:blipFill>
        <p:spPr>
          <a:xfrm>
            <a:off x="4871063" y="1518775"/>
            <a:ext cx="365816" cy="365816"/>
          </a:xfrm>
          <a:prstGeom prst="rect">
            <a:avLst/>
          </a:prstGeom>
          <a:noFill/>
          <a:ln>
            <a:noFill/>
          </a:ln>
        </p:spPr>
      </p:pic>
      <p:pic>
        <p:nvPicPr>
          <p:cNvPr id="602" name="Google Shape;602;p70"/>
          <p:cNvPicPr preferRelativeResize="0"/>
          <p:nvPr/>
        </p:nvPicPr>
        <p:blipFill rotWithShape="1">
          <a:blip r:embed="rId7">
            <a:alphaModFix/>
          </a:blip>
          <a:srcRect b="0" l="0" r="0" t="0"/>
          <a:stretch/>
        </p:blipFill>
        <p:spPr>
          <a:xfrm>
            <a:off x="5606880" y="2182634"/>
            <a:ext cx="365816" cy="365816"/>
          </a:xfrm>
          <a:prstGeom prst="rect">
            <a:avLst/>
          </a:prstGeom>
          <a:noFill/>
          <a:ln>
            <a:noFill/>
          </a:ln>
        </p:spPr>
      </p:pic>
      <p:pic>
        <p:nvPicPr>
          <p:cNvPr id="603" name="Google Shape;603;p70"/>
          <p:cNvPicPr preferRelativeResize="0"/>
          <p:nvPr/>
        </p:nvPicPr>
        <p:blipFill rotWithShape="1">
          <a:blip r:embed="rId8">
            <a:alphaModFix/>
          </a:blip>
          <a:srcRect b="0" l="0" r="0" t="0"/>
          <a:stretch/>
        </p:blipFill>
        <p:spPr>
          <a:xfrm>
            <a:off x="5641355" y="3145032"/>
            <a:ext cx="365816" cy="365816"/>
          </a:xfrm>
          <a:prstGeom prst="rect">
            <a:avLst/>
          </a:prstGeom>
          <a:noFill/>
          <a:ln>
            <a:noFill/>
          </a:ln>
        </p:spPr>
      </p:pic>
      <p:pic>
        <p:nvPicPr>
          <p:cNvPr id="604" name="Google Shape;604;p70"/>
          <p:cNvPicPr preferRelativeResize="0"/>
          <p:nvPr/>
        </p:nvPicPr>
        <p:blipFill rotWithShape="1">
          <a:blip r:embed="rId9">
            <a:alphaModFix/>
          </a:blip>
          <a:srcRect b="0" l="0" r="0" t="0"/>
          <a:stretch/>
        </p:blipFill>
        <p:spPr>
          <a:xfrm>
            <a:off x="4014639" y="3877794"/>
            <a:ext cx="365816" cy="365816"/>
          </a:xfrm>
          <a:prstGeom prst="rect">
            <a:avLst/>
          </a:prstGeom>
          <a:noFill/>
          <a:ln>
            <a:noFill/>
          </a:ln>
        </p:spPr>
      </p:pic>
      <p:sp>
        <p:nvSpPr>
          <p:cNvPr id="605" name="Google Shape;605;p70"/>
          <p:cNvSpPr txBox="1"/>
          <p:nvPr>
            <p:ph idx="28" type="body"/>
          </p:nvPr>
        </p:nvSpPr>
        <p:spPr>
          <a:xfrm>
            <a:off x="4052675" y="2723156"/>
            <a:ext cx="1182772" cy="386646"/>
          </a:xfrm>
          <a:prstGeom prst="rect">
            <a:avLst/>
          </a:prstGeom>
          <a:noFill/>
          <a:ln>
            <a:noFill/>
          </a:ln>
        </p:spPr>
        <p:txBody>
          <a:bodyPr anchorCtr="0" anchor="t" bIns="45700" lIns="91425" spcFirstLastPara="1" rIns="91425" wrap="square" tIns="45700">
            <a:noAutofit/>
          </a:bodyPr>
          <a:lstStyle>
            <a:lvl1pPr indent="-228600" lvl="0" marL="457200" marR="0" rtl="0" algn="ctr">
              <a:lnSpc>
                <a:spcPct val="90000"/>
              </a:lnSpc>
              <a:spcBef>
                <a:spcPts val="750"/>
              </a:spcBef>
              <a:spcAft>
                <a:spcPts val="0"/>
              </a:spcAft>
              <a:buClr>
                <a:srgbClr val="989898"/>
              </a:buClr>
              <a:buSzPts val="1100"/>
              <a:buFont typeface="Arial"/>
              <a:buNone/>
              <a:defRPr b="1" i="0" sz="11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06" name="Google Shape;606;p70"/>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607" name="Google Shape;607;p70"/>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608" name="Google Shape;608;p70"/>
          <p:cNvPicPr preferRelativeResize="0"/>
          <p:nvPr/>
        </p:nvPicPr>
        <p:blipFill rotWithShape="1">
          <a:blip r:embed="rId10">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609" name="Shape 609"/>
        <p:cNvGrpSpPr/>
        <p:nvPr/>
      </p:nvGrpSpPr>
      <p:grpSpPr>
        <a:xfrm>
          <a:off x="0" y="0"/>
          <a:ext cx="0" cy="0"/>
          <a:chOff x="0" y="0"/>
          <a:chExt cx="0" cy="0"/>
        </a:xfrm>
      </p:grpSpPr>
      <p:sp>
        <p:nvSpPr>
          <p:cNvPr id="610" name="Google Shape;610;p7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1" name="Google Shape;611;p7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612" name="Google Shape;612;p71"/>
          <p:cNvSpPr txBox="1"/>
          <p:nvPr>
            <p:ph idx="1" type="body"/>
          </p:nvPr>
        </p:nvSpPr>
        <p:spPr>
          <a:xfrm>
            <a:off x="630238" y="1455738"/>
            <a:ext cx="2933700" cy="30607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13" name="Google Shape;613;p71"/>
          <p:cNvSpPr/>
          <p:nvPr>
            <p:ph idx="2" type="chart"/>
          </p:nvPr>
        </p:nvSpPr>
        <p:spPr>
          <a:xfrm>
            <a:off x="3676650" y="1466850"/>
            <a:ext cx="4845050" cy="30480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14" name="Google Shape;614;p71"/>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13"/>
              <a:buFont typeface="Arial"/>
              <a:buNone/>
            </a:pPr>
            <a:r>
              <a:t/>
            </a:r>
            <a:endParaRPr b="0" i="0" sz="1013" u="none" cap="none" strike="noStrike">
              <a:solidFill>
                <a:schemeClr val="lt1"/>
              </a:solidFill>
              <a:latin typeface="Calibri"/>
              <a:ea typeface="Calibri"/>
              <a:cs typeface="Calibri"/>
              <a:sym typeface="Calibri"/>
            </a:endParaRPr>
          </a:p>
        </p:txBody>
      </p:sp>
      <p:sp>
        <p:nvSpPr>
          <p:cNvPr id="615" name="Google Shape;615;p71"/>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616" name="Google Shape;616;p71"/>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pos="2245">
          <p15:clr>
            <a:srgbClr val="FBAE40"/>
          </p15:clr>
        </p15:guide>
        <p15:guide id="3" orient="horz" pos="917">
          <p15:clr>
            <a:srgbClr val="FBAE40"/>
          </p15:clr>
        </p15:guide>
        <p15:guide id="4" orient="horz" pos="2845">
          <p15:clr>
            <a:srgbClr val="FBAE40"/>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slideLayout" Target="../slideLayouts/slideLayout3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35" Type="http://schemas.openxmlformats.org/officeDocument/2006/relationships/theme" Target="../theme/theme1.xml"/><Relationship Id="rId12" Type="http://schemas.openxmlformats.org/officeDocument/2006/relationships/slideLayout" Target="../slideLayouts/slideLayout11.xml"/><Relationship Id="rId34" Type="http://schemas.openxmlformats.org/officeDocument/2006/relationships/slideLayout" Target="../slideLayouts/slideLayout33.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8"/>
          <p:cNvSpPr txBox="1"/>
          <p:nvPr>
            <p:ph type="title"/>
          </p:nvPr>
        </p:nvSpPr>
        <p:spPr>
          <a:xfrm>
            <a:off x="630238" y="544498"/>
            <a:ext cx="6196824" cy="569927"/>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 name="Google Shape;12;p3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13" name="Google Shape;13;p38"/>
          <p:cNvPicPr preferRelativeResize="0"/>
          <p:nvPr/>
        </p:nvPicPr>
        <p:blipFill rotWithShape="1">
          <a:blip r:embed="rId1">
            <a:alphaModFix/>
          </a:blip>
          <a:srcRect b="0" l="0" r="0" t="0"/>
          <a:stretch/>
        </p:blipFill>
        <p:spPr>
          <a:xfrm>
            <a:off x="7929762" y="209484"/>
            <a:ext cx="814046" cy="21721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398">
          <p15:clr>
            <a:srgbClr val="F26B43"/>
          </p15:clr>
        </p15:guide>
        <p15:guide id="2" orient="horz" pos="191">
          <p15:clr>
            <a:srgbClr val="F26B43"/>
          </p15:clr>
        </p15:guide>
        <p15:guide id="3" orient="horz" pos="344">
          <p15:clr>
            <a:srgbClr val="F26B43"/>
          </p15:clr>
        </p15:guide>
        <p15:guide id="4" pos="39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6.jpg"/><Relationship Id="rId4" Type="http://schemas.openxmlformats.org/officeDocument/2006/relationships/image" Target="../media/image1.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3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3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0.png"/><Relationship Id="rId4" Type="http://schemas.openxmlformats.org/officeDocument/2006/relationships/image" Target="../media/image45.png"/><Relationship Id="rId5" Type="http://schemas.openxmlformats.org/officeDocument/2006/relationships/image" Target="../media/image52.png"/><Relationship Id="rId6" Type="http://schemas.openxmlformats.org/officeDocument/2006/relationships/image" Target="../media/image3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4.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5.png"/><Relationship Id="rId4" Type="http://schemas.openxmlformats.org/officeDocument/2006/relationships/image" Target="../media/image47.png"/><Relationship Id="rId5"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1.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9.png"/><Relationship Id="rId4" Type="http://schemas.openxmlformats.org/officeDocument/2006/relationships/image" Target="../media/image54.png"/><Relationship Id="rId5" Type="http://schemas.openxmlformats.org/officeDocument/2006/relationships/image" Target="../media/image53.png"/><Relationship Id="rId6" Type="http://schemas.openxmlformats.org/officeDocument/2006/relationships/image" Target="../media/image48.png"/><Relationship Id="rId7"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3.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0.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
          <p:cNvSpPr txBox="1"/>
          <p:nvPr/>
        </p:nvSpPr>
        <p:spPr>
          <a:xfrm>
            <a:off x="555025" y="1417902"/>
            <a:ext cx="6895200" cy="186900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Proxima Nova"/>
              <a:buNone/>
            </a:pPr>
            <a:r>
              <a:rPr b="0" i="0" lang="en-IN" sz="4000" u="none" cap="none" strike="noStrike">
                <a:solidFill>
                  <a:schemeClr val="dk1"/>
                </a:solidFill>
                <a:latin typeface="Proxima Nova"/>
                <a:ea typeface="Proxima Nova"/>
                <a:cs typeface="Proxima Nova"/>
                <a:sym typeface="Proxima Nova"/>
              </a:rPr>
              <a:t>Executive Post Graduate Certificate in Cloud Computing and DevOps</a:t>
            </a:r>
            <a:endParaRPr b="0" i="0" sz="4000" u="none" cap="none" strike="noStrike">
              <a:solidFill>
                <a:schemeClr val="dk1"/>
              </a:solidFill>
              <a:latin typeface="Proxima Nova"/>
              <a:ea typeface="Proxima Nova"/>
              <a:cs typeface="Proxima Nova"/>
              <a:sym typeface="Proxima Nova"/>
            </a:endParaRPr>
          </a:p>
        </p:txBody>
      </p:sp>
      <p:pic>
        <p:nvPicPr>
          <p:cNvPr id="622" name="Google Shape;622;p1"/>
          <p:cNvPicPr preferRelativeResize="0"/>
          <p:nvPr/>
        </p:nvPicPr>
        <p:blipFill rotWithShape="1">
          <a:blip r:embed="rId3">
            <a:alphaModFix/>
          </a:blip>
          <a:srcRect b="0" l="0" r="0" t="0"/>
          <a:stretch/>
        </p:blipFill>
        <p:spPr>
          <a:xfrm>
            <a:off x="7582370" y="0"/>
            <a:ext cx="1356542" cy="1577482"/>
          </a:xfrm>
          <a:prstGeom prst="rect">
            <a:avLst/>
          </a:prstGeom>
          <a:noFill/>
          <a:ln>
            <a:noFill/>
          </a:ln>
        </p:spPr>
      </p:pic>
      <p:sp>
        <p:nvSpPr>
          <p:cNvPr id="623" name="Google Shape;623;p1"/>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pic>
        <p:nvPicPr>
          <p:cNvPr id="624" name="Google Shape;624;p1"/>
          <p:cNvPicPr preferRelativeResize="0"/>
          <p:nvPr/>
        </p:nvPicPr>
        <p:blipFill rotWithShape="1">
          <a:blip r:embed="rId4">
            <a:alphaModFix/>
          </a:blip>
          <a:srcRect b="0" l="0" r="0" t="0"/>
          <a:stretch/>
        </p:blipFill>
        <p:spPr>
          <a:xfrm>
            <a:off x="5750231" y="102337"/>
            <a:ext cx="1544050" cy="1544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pic>
        <p:nvPicPr>
          <p:cNvPr id="629" name="Google Shape;629;p2"/>
          <p:cNvPicPr preferRelativeResize="0"/>
          <p:nvPr>
            <p:ph idx="2" type="pic"/>
          </p:nvPr>
        </p:nvPicPr>
        <p:blipFill rotWithShape="1">
          <a:blip r:embed="rId3">
            <a:alphaModFix/>
          </a:blip>
          <a:srcRect b="7696" l="0" r="0" t="7698"/>
          <a:stretch/>
        </p:blipFill>
        <p:spPr>
          <a:xfrm>
            <a:off x="0" y="-11"/>
            <a:ext cx="9144000" cy="5143500"/>
          </a:xfrm>
          <a:prstGeom prst="rect">
            <a:avLst/>
          </a:prstGeom>
          <a:noFill/>
          <a:ln>
            <a:noFill/>
          </a:ln>
        </p:spPr>
      </p:pic>
      <p:pic>
        <p:nvPicPr>
          <p:cNvPr id="630" name="Google Shape;630;p2"/>
          <p:cNvPicPr preferRelativeResize="0"/>
          <p:nvPr/>
        </p:nvPicPr>
        <p:blipFill rotWithShape="1">
          <a:blip r:embed="rId4">
            <a:alphaModFix/>
          </a:blip>
          <a:srcRect b="0" l="0" r="0" t="0"/>
          <a:stretch/>
        </p:blipFill>
        <p:spPr>
          <a:xfrm>
            <a:off x="635172" y="0"/>
            <a:ext cx="3259768" cy="4041774"/>
          </a:xfrm>
          <a:prstGeom prst="rect">
            <a:avLst/>
          </a:prstGeom>
          <a:noFill/>
          <a:ln>
            <a:noFill/>
          </a:ln>
        </p:spPr>
      </p:pic>
      <p:sp>
        <p:nvSpPr>
          <p:cNvPr id="631" name="Google Shape;631;p2"/>
          <p:cNvSpPr txBox="1"/>
          <p:nvPr/>
        </p:nvSpPr>
        <p:spPr>
          <a:xfrm>
            <a:off x="764600" y="121685"/>
            <a:ext cx="3000900" cy="26361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1" i="0" lang="en-IN" sz="1800" u="none" cap="none" strike="noStrike">
                <a:solidFill>
                  <a:srgbClr val="FFFFFF"/>
                </a:solidFill>
                <a:latin typeface="Proxima Nova"/>
                <a:ea typeface="Proxima Nova"/>
                <a:cs typeface="Proxima Nova"/>
                <a:sym typeface="Proxima Nova"/>
              </a:rPr>
              <a:t>Course :</a:t>
            </a:r>
            <a:r>
              <a:rPr b="0" i="0" lang="en-IN" sz="1800" u="none" cap="none" strike="noStrike">
                <a:solidFill>
                  <a:schemeClr val="lt1"/>
                </a:solidFill>
                <a:latin typeface="Proxima Nova"/>
                <a:ea typeface="Proxima Nova"/>
                <a:cs typeface="Proxima Nova"/>
                <a:sym typeface="Proxima Nova"/>
              </a:rPr>
              <a:t> Cloud Computing</a:t>
            </a:r>
            <a:endParaRPr b="0" i="0" sz="1800" u="none" cap="none" strike="noStrike">
              <a:solidFill>
                <a:schemeClr val="lt1"/>
              </a:solidFill>
              <a:latin typeface="Proxima Nova"/>
              <a:ea typeface="Proxima Nova"/>
              <a:cs typeface="Proxima Nova"/>
              <a:sym typeface="Proxima Nova"/>
            </a:endParaRPr>
          </a:p>
          <a:p>
            <a:pPr indent="0" lvl="0" marL="0" marR="0" rtl="0" algn="ctr">
              <a:lnSpc>
                <a:spcPct val="90000"/>
              </a:lnSpc>
              <a:spcBef>
                <a:spcPts val="1000"/>
              </a:spcBef>
              <a:spcAft>
                <a:spcPts val="0"/>
              </a:spcAft>
              <a:buClr>
                <a:srgbClr val="000000"/>
              </a:buClr>
              <a:buSzPts val="1800"/>
              <a:buFont typeface="Arial"/>
              <a:buNone/>
            </a:pPr>
            <a:r>
              <a:rPr b="1" i="0" lang="en-IN" sz="1800" u="none" cap="none" strike="noStrike">
                <a:solidFill>
                  <a:srgbClr val="FFFFFF"/>
                </a:solidFill>
                <a:latin typeface="Proxima Nova"/>
                <a:ea typeface="Proxima Nova"/>
                <a:cs typeface="Proxima Nova"/>
                <a:sym typeface="Proxima Nova"/>
              </a:rPr>
              <a:t>Lecture On :</a:t>
            </a:r>
            <a:r>
              <a:rPr b="0" i="0" lang="en-IN" sz="1800" u="none" cap="none" strike="noStrike">
                <a:solidFill>
                  <a:srgbClr val="FFFFFF"/>
                </a:solidFill>
                <a:latin typeface="Proxima Nova"/>
                <a:ea typeface="Proxima Nova"/>
                <a:cs typeface="Proxima Nova"/>
                <a:sym typeface="Proxima Nova"/>
              </a:rPr>
              <a:t> </a:t>
            </a:r>
            <a:r>
              <a:rPr b="0" i="0" lang="en-IN" sz="1800" u="none" cap="none" strike="noStrike">
                <a:solidFill>
                  <a:schemeClr val="lt1"/>
                </a:solidFill>
                <a:latin typeface="Proxima Nova"/>
                <a:ea typeface="Proxima Nova"/>
                <a:cs typeface="Proxima Nova"/>
                <a:sym typeface="Proxima Nova"/>
              </a:rPr>
              <a:t>Understanding Core Concepts and Service Models</a:t>
            </a:r>
            <a:endParaRPr b="0" i="0" sz="1800" u="none" cap="none" strike="noStrike">
              <a:solidFill>
                <a:schemeClr val="dk1"/>
              </a:solidFill>
              <a:latin typeface="Calibri"/>
              <a:ea typeface="Calibri"/>
              <a:cs typeface="Calibri"/>
              <a:sym typeface="Calibri"/>
            </a:endParaRPr>
          </a:p>
          <a:p>
            <a:pPr indent="0" lvl="0" marL="0" marR="0" rtl="0" algn="ctr">
              <a:lnSpc>
                <a:spcPct val="90000"/>
              </a:lnSpc>
              <a:spcBef>
                <a:spcPts val="1000"/>
              </a:spcBef>
              <a:spcAft>
                <a:spcPts val="0"/>
              </a:spcAft>
              <a:buClr>
                <a:schemeClr val="dk1"/>
              </a:buClr>
              <a:buSzPts val="1800"/>
              <a:buFont typeface="Arial"/>
              <a:buNone/>
            </a:pPr>
            <a:r>
              <a:rPr b="1" i="0" lang="en-IN" sz="1800" u="none" cap="none" strike="noStrike">
                <a:solidFill>
                  <a:schemeClr val="lt1"/>
                </a:solidFill>
                <a:latin typeface="Proxima Nova"/>
                <a:ea typeface="Proxima Nova"/>
                <a:cs typeface="Proxima Nova"/>
                <a:sym typeface="Proxima Nova"/>
              </a:rPr>
              <a:t>Instructor:</a:t>
            </a:r>
            <a:r>
              <a:rPr b="0" i="0" lang="en-IN" sz="1800" u="none" cap="none" strike="noStrike">
                <a:solidFill>
                  <a:schemeClr val="lt1"/>
                </a:solidFill>
                <a:latin typeface="Proxima Nova"/>
                <a:ea typeface="Proxima Nova"/>
                <a:cs typeface="Proxima Nova"/>
                <a:sym typeface="Proxima Nova"/>
              </a:rPr>
              <a:t> Dr. Chandrashekar Ramanathan</a:t>
            </a:r>
            <a:endParaRPr b="0" i="0" sz="1800" u="none" cap="none" strike="noStrike">
              <a:solidFill>
                <a:schemeClr val="lt1"/>
              </a:solidFill>
              <a:latin typeface="Proxima Nova"/>
              <a:ea typeface="Proxima Nova"/>
              <a:cs typeface="Proxima Nova"/>
              <a:sym typeface="Proxima Nova"/>
            </a:endParaRPr>
          </a:p>
          <a:p>
            <a:pPr indent="0" lvl="0" marL="0" marR="0" rtl="0" algn="ctr">
              <a:lnSpc>
                <a:spcPct val="90000"/>
              </a:lnSpc>
              <a:spcBef>
                <a:spcPts val="1000"/>
              </a:spcBef>
              <a:spcAft>
                <a:spcPts val="0"/>
              </a:spcAft>
              <a:buClr>
                <a:schemeClr val="dk1"/>
              </a:buClr>
              <a:buSzPts val="1800"/>
              <a:buFont typeface="Arial"/>
              <a:buNone/>
            </a:pPr>
            <a:r>
              <a:rPr b="0" i="0" lang="en-IN" sz="1800" u="none" cap="none" strike="noStrike">
                <a:solidFill>
                  <a:schemeClr val="lt1"/>
                </a:solidFill>
                <a:latin typeface="Proxima Nova"/>
                <a:ea typeface="Proxima Nova"/>
                <a:cs typeface="Proxima Nova"/>
                <a:sym typeface="Proxima Nova"/>
              </a:rPr>
              <a:t>IIIT Bangalore</a:t>
            </a:r>
            <a:endParaRPr b="0" i="0" sz="1800" u="none" cap="none" strike="noStrike">
              <a:solidFill>
                <a:schemeClr val="lt1"/>
              </a:solidFill>
              <a:latin typeface="Proxima Nova"/>
              <a:ea typeface="Proxima Nova"/>
              <a:cs typeface="Proxima Nova"/>
              <a:sym typeface="Proxima Nova"/>
            </a:endParaRPr>
          </a:p>
          <a:p>
            <a:pPr indent="0" lvl="0" marL="0" marR="0" rtl="0" algn="ctr">
              <a:lnSpc>
                <a:spcPct val="90000"/>
              </a:lnSpc>
              <a:spcBef>
                <a:spcPts val="1000"/>
              </a:spcBef>
              <a:spcAft>
                <a:spcPts val="0"/>
              </a:spcAft>
              <a:buClr>
                <a:srgbClr val="000000"/>
              </a:buClr>
              <a:buSzPts val="1800"/>
              <a:buFont typeface="Arial"/>
              <a:buNone/>
            </a:pPr>
            <a:r>
              <a:t/>
            </a:r>
            <a:endParaRPr b="1" i="0" sz="1800" u="none" cap="none" strike="noStrike">
              <a:solidFill>
                <a:srgbClr val="FFFFFF"/>
              </a:solidFill>
              <a:latin typeface="Proxima Nova"/>
              <a:ea typeface="Proxima Nova"/>
              <a:cs typeface="Proxima Nova"/>
              <a:sym typeface="Proxima Nova"/>
            </a:endParaRPr>
          </a:p>
        </p:txBody>
      </p:sp>
      <p:pic>
        <p:nvPicPr>
          <p:cNvPr id="632" name="Google Shape;632;p2"/>
          <p:cNvPicPr preferRelativeResize="0"/>
          <p:nvPr/>
        </p:nvPicPr>
        <p:blipFill rotWithShape="1">
          <a:blip r:embed="rId5">
            <a:alphaModFix/>
          </a:blip>
          <a:srcRect b="0" l="0" r="0" t="0"/>
          <a:stretch/>
        </p:blipFill>
        <p:spPr>
          <a:xfrm>
            <a:off x="7929288" y="210064"/>
            <a:ext cx="813630" cy="217218"/>
          </a:xfrm>
          <a:prstGeom prst="rect">
            <a:avLst/>
          </a:prstGeom>
          <a:noFill/>
          <a:ln>
            <a:noFill/>
          </a:ln>
        </p:spPr>
      </p:pic>
      <p:sp>
        <p:nvSpPr>
          <p:cNvPr id="633" name="Google Shape;633;p2"/>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3"/>
          <p:cNvSpPr txBox="1"/>
          <p:nvPr>
            <p:ph idx="12" type="sldNum"/>
          </p:nvPr>
        </p:nvSpPr>
        <p:spPr>
          <a:xfrm>
            <a:off x="5976625" y="5327244"/>
            <a:ext cx="2057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latin typeface="Proxima Nova"/>
                <a:ea typeface="Proxima Nova"/>
                <a:cs typeface="Proxima Nova"/>
                <a:sym typeface="Proxima Nova"/>
              </a:rPr>
              <a:t>‹#›</a:t>
            </a:fld>
            <a:endParaRPr sz="900">
              <a:latin typeface="Proxima Nova"/>
              <a:ea typeface="Proxima Nova"/>
              <a:cs typeface="Proxima Nova"/>
              <a:sym typeface="Proxima Nova"/>
            </a:endParaRPr>
          </a:p>
        </p:txBody>
      </p:sp>
      <p:sp>
        <p:nvSpPr>
          <p:cNvPr id="639" name="Google Shape;639;p3"/>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400"/>
              <a:buFont typeface="Proxima Nova"/>
              <a:buNone/>
            </a:pPr>
            <a:r>
              <a:rPr lang="en-IN"/>
              <a:t>Today’s Agenda</a:t>
            </a:r>
            <a:endParaRPr/>
          </a:p>
        </p:txBody>
      </p:sp>
      <p:sp>
        <p:nvSpPr>
          <p:cNvPr id="640" name="Google Shape;640;p3"/>
          <p:cNvSpPr txBox="1"/>
          <p:nvPr/>
        </p:nvSpPr>
        <p:spPr>
          <a:xfrm>
            <a:off x="638175" y="654907"/>
            <a:ext cx="443241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641" name="Google Shape;641;p3"/>
          <p:cNvSpPr txBox="1"/>
          <p:nvPr/>
        </p:nvSpPr>
        <p:spPr>
          <a:xfrm>
            <a:off x="156850" y="1686505"/>
            <a:ext cx="488700" cy="3693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0"/>
              </a:spcBef>
              <a:spcAft>
                <a:spcPts val="0"/>
              </a:spcAft>
              <a:buClr>
                <a:schemeClr val="lt1"/>
              </a:buClr>
              <a:buSzPts val="1800"/>
              <a:buFont typeface="Proxima Nova"/>
              <a:buChar char="●"/>
            </a:pPr>
            <a:r>
              <a:rPr i="0" lang="en-IN" sz="1800" u="none" cap="none" strike="noStrike">
                <a:solidFill>
                  <a:schemeClr val="lt1"/>
                </a:solidFill>
                <a:latin typeface="Proxima Nova"/>
                <a:ea typeface="Proxima Nova"/>
                <a:cs typeface="Proxima Nova"/>
                <a:sym typeface="Proxima Nova"/>
              </a:rPr>
              <a:t>1</a:t>
            </a:r>
            <a:endParaRPr i="0" sz="1800" u="none" cap="none" strike="noStrike">
              <a:solidFill>
                <a:schemeClr val="lt1"/>
              </a:solidFill>
              <a:latin typeface="Proxima Nova"/>
              <a:ea typeface="Proxima Nova"/>
              <a:cs typeface="Proxima Nova"/>
              <a:sym typeface="Proxima Nova"/>
            </a:endParaRPr>
          </a:p>
        </p:txBody>
      </p:sp>
      <p:sp>
        <p:nvSpPr>
          <p:cNvPr id="642" name="Google Shape;642;p3"/>
          <p:cNvSpPr txBox="1"/>
          <p:nvPr/>
        </p:nvSpPr>
        <p:spPr>
          <a:xfrm>
            <a:off x="645637" y="1686505"/>
            <a:ext cx="6489900" cy="3693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0"/>
              </a:spcBef>
              <a:spcAft>
                <a:spcPts val="0"/>
              </a:spcAft>
              <a:buClr>
                <a:schemeClr val="dk1"/>
              </a:buClr>
              <a:buSzPts val="1800"/>
              <a:buFont typeface="Proxima Nova"/>
              <a:buChar char="●"/>
            </a:pPr>
            <a:r>
              <a:rPr i="0" lang="en-IN" sz="1800" u="none" cap="none" strike="noStrike">
                <a:solidFill>
                  <a:schemeClr val="dk1"/>
                </a:solidFill>
                <a:latin typeface="Proxima Nova"/>
                <a:ea typeface="Proxima Nova"/>
                <a:cs typeface="Proxima Nova"/>
                <a:sym typeface="Proxima Nova"/>
              </a:rPr>
              <a:t>What is Cloud Computing?</a:t>
            </a:r>
            <a:endParaRPr i="0" sz="1400" u="none" cap="none" strike="noStrike">
              <a:solidFill>
                <a:schemeClr val="dk1"/>
              </a:solidFill>
              <a:latin typeface="Proxima Nova"/>
              <a:ea typeface="Proxima Nova"/>
              <a:cs typeface="Proxima Nova"/>
              <a:sym typeface="Proxima Nova"/>
            </a:endParaRPr>
          </a:p>
        </p:txBody>
      </p:sp>
      <p:sp>
        <p:nvSpPr>
          <p:cNvPr id="643" name="Google Shape;643;p3"/>
          <p:cNvSpPr txBox="1"/>
          <p:nvPr/>
        </p:nvSpPr>
        <p:spPr>
          <a:xfrm>
            <a:off x="160968" y="2110761"/>
            <a:ext cx="488700" cy="3693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0"/>
              </a:spcBef>
              <a:spcAft>
                <a:spcPts val="0"/>
              </a:spcAft>
              <a:buClr>
                <a:schemeClr val="lt1"/>
              </a:buClr>
              <a:buSzPts val="1800"/>
              <a:buFont typeface="Proxima Nova"/>
              <a:buChar char="●"/>
            </a:pPr>
            <a:r>
              <a:rPr i="0" lang="en-IN" sz="1800" u="none" cap="none" strike="noStrike">
                <a:solidFill>
                  <a:schemeClr val="lt1"/>
                </a:solidFill>
                <a:latin typeface="Proxima Nova"/>
                <a:ea typeface="Proxima Nova"/>
                <a:cs typeface="Proxima Nova"/>
                <a:sym typeface="Proxima Nova"/>
              </a:rPr>
              <a:t>2</a:t>
            </a:r>
            <a:endParaRPr i="0" sz="1800" u="none" cap="none" strike="noStrike">
              <a:solidFill>
                <a:schemeClr val="lt1"/>
              </a:solidFill>
              <a:latin typeface="Proxima Nova"/>
              <a:ea typeface="Proxima Nova"/>
              <a:cs typeface="Proxima Nova"/>
              <a:sym typeface="Proxima Nova"/>
            </a:endParaRPr>
          </a:p>
        </p:txBody>
      </p:sp>
      <p:sp>
        <p:nvSpPr>
          <p:cNvPr id="644" name="Google Shape;644;p3"/>
          <p:cNvSpPr txBox="1"/>
          <p:nvPr/>
        </p:nvSpPr>
        <p:spPr>
          <a:xfrm>
            <a:off x="649755" y="2110761"/>
            <a:ext cx="7393800" cy="1200600"/>
          </a:xfrm>
          <a:prstGeom prst="rect">
            <a:avLst/>
          </a:prstGeom>
          <a:noFill/>
          <a:ln>
            <a:noFill/>
          </a:ln>
        </p:spPr>
        <p:txBody>
          <a:bodyPr anchorCtr="0" anchor="t" bIns="45700" lIns="91425" spcFirstLastPara="1" rIns="91425" wrap="square" tIns="45700">
            <a:spAutoFit/>
          </a:bodyPr>
          <a:lstStyle/>
          <a:p>
            <a:pPr indent="-342900" lvl="0" marL="457200" marR="0" rtl="0" algn="l">
              <a:lnSpc>
                <a:spcPct val="100000"/>
              </a:lnSpc>
              <a:spcBef>
                <a:spcPts val="0"/>
              </a:spcBef>
              <a:spcAft>
                <a:spcPts val="0"/>
              </a:spcAft>
              <a:buClr>
                <a:schemeClr val="dk1"/>
              </a:buClr>
              <a:buSzPts val="1800"/>
              <a:buFont typeface="Proxima Nova"/>
              <a:buChar char="●"/>
            </a:pPr>
            <a:r>
              <a:rPr i="0" lang="en-IN" sz="1800" u="none" cap="none" strike="noStrike">
                <a:solidFill>
                  <a:schemeClr val="dk1"/>
                </a:solidFill>
                <a:latin typeface="Proxima Nova"/>
                <a:ea typeface="Proxima Nova"/>
                <a:cs typeface="Proxima Nova"/>
                <a:sym typeface="Proxima Nova"/>
              </a:rPr>
              <a:t>Types of Cloud Services: IaaS, PaaS and SaaS</a:t>
            </a:r>
            <a:endParaRPr i="0" sz="1800" u="none" cap="none" strike="noStrike">
              <a:solidFill>
                <a:schemeClr val="dk1"/>
              </a:solidFill>
              <a:latin typeface="Proxima Nova"/>
              <a:ea typeface="Proxima Nova"/>
              <a:cs typeface="Proxima Nova"/>
              <a:sym typeface="Proxima Nova"/>
            </a:endParaRPr>
          </a:p>
          <a:p>
            <a:pPr indent="-342900" lvl="1" marL="914400" marR="0" rtl="0" algn="l">
              <a:lnSpc>
                <a:spcPct val="100000"/>
              </a:lnSpc>
              <a:spcBef>
                <a:spcPts val="0"/>
              </a:spcBef>
              <a:spcAft>
                <a:spcPts val="0"/>
              </a:spcAft>
              <a:buClr>
                <a:schemeClr val="dk1"/>
              </a:buClr>
              <a:buSzPts val="1800"/>
              <a:buFont typeface="Proxima Nova"/>
              <a:buChar char="○"/>
            </a:pPr>
            <a:r>
              <a:rPr i="0" lang="en-IN" sz="1800" u="none" cap="none" strike="noStrike">
                <a:solidFill>
                  <a:schemeClr val="dk1"/>
                </a:solidFill>
                <a:latin typeface="Proxima Nova"/>
                <a:ea typeface="Proxima Nova"/>
                <a:cs typeface="Proxima Nova"/>
                <a:sym typeface="Proxima Nova"/>
              </a:rPr>
              <a:t>Infrastructure as a Service (IaaS)</a:t>
            </a:r>
            <a:endParaRPr i="0" sz="1800" u="none" cap="none" strike="noStrike">
              <a:solidFill>
                <a:schemeClr val="dk1"/>
              </a:solidFill>
              <a:latin typeface="Proxima Nova"/>
              <a:ea typeface="Proxima Nova"/>
              <a:cs typeface="Proxima Nova"/>
              <a:sym typeface="Proxima Nova"/>
            </a:endParaRPr>
          </a:p>
          <a:p>
            <a:pPr indent="-342900" lvl="1" marL="914400" marR="0" rtl="0" algn="l">
              <a:lnSpc>
                <a:spcPct val="100000"/>
              </a:lnSpc>
              <a:spcBef>
                <a:spcPts val="0"/>
              </a:spcBef>
              <a:spcAft>
                <a:spcPts val="0"/>
              </a:spcAft>
              <a:buClr>
                <a:schemeClr val="dk1"/>
              </a:buClr>
              <a:buSzPts val="1800"/>
              <a:buFont typeface="Proxima Nova"/>
              <a:buChar char="○"/>
            </a:pPr>
            <a:r>
              <a:rPr i="0" lang="en-IN" sz="1800" u="none" cap="none" strike="noStrike">
                <a:solidFill>
                  <a:schemeClr val="dk1"/>
                </a:solidFill>
                <a:latin typeface="Proxima Nova"/>
                <a:ea typeface="Proxima Nova"/>
                <a:cs typeface="Proxima Nova"/>
                <a:sym typeface="Proxima Nova"/>
              </a:rPr>
              <a:t>Platform as a Service (PaaS)</a:t>
            </a:r>
            <a:endParaRPr i="0" sz="1800" u="none" cap="none" strike="noStrike">
              <a:solidFill>
                <a:schemeClr val="dk1"/>
              </a:solidFill>
              <a:latin typeface="Proxima Nova"/>
              <a:ea typeface="Proxima Nova"/>
              <a:cs typeface="Proxima Nova"/>
              <a:sym typeface="Proxima Nova"/>
            </a:endParaRPr>
          </a:p>
          <a:p>
            <a:pPr indent="-342900" lvl="1" marL="914400" marR="0" rtl="0" algn="l">
              <a:lnSpc>
                <a:spcPct val="100000"/>
              </a:lnSpc>
              <a:spcBef>
                <a:spcPts val="0"/>
              </a:spcBef>
              <a:spcAft>
                <a:spcPts val="0"/>
              </a:spcAft>
              <a:buClr>
                <a:schemeClr val="dk1"/>
              </a:buClr>
              <a:buSzPts val="1800"/>
              <a:buFont typeface="Proxima Nova"/>
              <a:buChar char="○"/>
            </a:pPr>
            <a:r>
              <a:rPr i="0" lang="en-IN" sz="1800" u="none" cap="none" strike="noStrike">
                <a:solidFill>
                  <a:schemeClr val="dk1"/>
                </a:solidFill>
                <a:latin typeface="Proxima Nova"/>
                <a:ea typeface="Proxima Nova"/>
                <a:cs typeface="Proxima Nova"/>
                <a:sym typeface="Proxima Nova"/>
              </a:rPr>
              <a:t>Software as a Service (SaaS)</a:t>
            </a:r>
            <a:endParaRPr i="0" sz="1800" u="none" cap="none" strike="noStrike">
              <a:solidFill>
                <a:schemeClr val="dk1"/>
              </a:solidFill>
              <a:latin typeface="Proxima Nova"/>
              <a:ea typeface="Proxima Nova"/>
              <a:cs typeface="Proxima Nova"/>
              <a:sym typeface="Proxima Nova"/>
            </a:endParaRPr>
          </a:p>
        </p:txBody>
      </p:sp>
      <p:sp>
        <p:nvSpPr>
          <p:cNvPr id="645" name="Google Shape;645;p3"/>
          <p:cNvSpPr txBox="1"/>
          <p:nvPr/>
        </p:nvSpPr>
        <p:spPr>
          <a:xfrm>
            <a:off x="156875" y="3381535"/>
            <a:ext cx="488700" cy="3693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0"/>
              </a:spcBef>
              <a:spcAft>
                <a:spcPts val="0"/>
              </a:spcAft>
              <a:buClr>
                <a:schemeClr val="lt1"/>
              </a:buClr>
              <a:buSzPts val="1800"/>
              <a:buFont typeface="Proxima Nova"/>
              <a:buChar char="●"/>
            </a:pPr>
            <a:r>
              <a:rPr i="0" lang="en-IN" sz="1800" u="none" cap="none" strike="noStrike">
                <a:solidFill>
                  <a:schemeClr val="lt1"/>
                </a:solidFill>
                <a:latin typeface="Proxima Nova"/>
                <a:ea typeface="Proxima Nova"/>
                <a:cs typeface="Proxima Nova"/>
                <a:sym typeface="Proxima Nova"/>
              </a:rPr>
              <a:t>3</a:t>
            </a:r>
            <a:endParaRPr i="0" sz="1400" u="none" cap="none" strike="noStrike">
              <a:solidFill>
                <a:srgbClr val="000000"/>
              </a:solidFill>
              <a:latin typeface="Proxima Nova"/>
              <a:ea typeface="Proxima Nova"/>
              <a:cs typeface="Proxima Nova"/>
              <a:sym typeface="Proxima Nova"/>
            </a:endParaRPr>
          </a:p>
        </p:txBody>
      </p:sp>
      <p:sp>
        <p:nvSpPr>
          <p:cNvPr id="646" name="Google Shape;646;p3"/>
          <p:cNvSpPr txBox="1"/>
          <p:nvPr/>
        </p:nvSpPr>
        <p:spPr>
          <a:xfrm>
            <a:off x="638175" y="3381535"/>
            <a:ext cx="7393800" cy="3693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0"/>
              </a:spcBef>
              <a:spcAft>
                <a:spcPts val="0"/>
              </a:spcAft>
              <a:buClr>
                <a:schemeClr val="dk1"/>
              </a:buClr>
              <a:buSzPts val="1800"/>
              <a:buFont typeface="Proxima Nova"/>
              <a:buChar char="●"/>
            </a:pPr>
            <a:r>
              <a:rPr i="0" lang="en-IN" sz="1800" u="none" cap="none" strike="noStrike">
                <a:solidFill>
                  <a:schemeClr val="dk1"/>
                </a:solidFill>
                <a:latin typeface="Proxima Nova"/>
                <a:ea typeface="Proxima Nova"/>
                <a:cs typeface="Proxima Nova"/>
                <a:sym typeface="Proxima Nova"/>
              </a:rPr>
              <a:t>Cloud Computing: Advantages and Disadvantages </a:t>
            </a:r>
            <a:endParaRPr i="0" sz="1400" u="none" cap="none" strike="noStrike">
              <a:solidFill>
                <a:schemeClr val="dk1"/>
              </a:solidFill>
              <a:latin typeface="Proxima Nova"/>
              <a:ea typeface="Proxima Nova"/>
              <a:cs typeface="Proxima Nova"/>
              <a:sym typeface="Proxima Nova"/>
            </a:endParaRPr>
          </a:p>
        </p:txBody>
      </p:sp>
      <p:sp>
        <p:nvSpPr>
          <p:cNvPr id="647" name="Google Shape;647;p3"/>
          <p:cNvSpPr txBox="1"/>
          <p:nvPr/>
        </p:nvSpPr>
        <p:spPr>
          <a:xfrm>
            <a:off x="638175" y="1290708"/>
            <a:ext cx="6489900" cy="3693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0"/>
              </a:spcBef>
              <a:spcAft>
                <a:spcPts val="0"/>
              </a:spcAft>
              <a:buClr>
                <a:schemeClr val="dk1"/>
              </a:buClr>
              <a:buSzPts val="1800"/>
              <a:buFont typeface="Proxima Nova"/>
              <a:buChar char="●"/>
            </a:pPr>
            <a:r>
              <a:rPr i="0" lang="en-IN" sz="1800" u="none" cap="none" strike="noStrike">
                <a:solidFill>
                  <a:schemeClr val="dk1"/>
                </a:solidFill>
                <a:latin typeface="Proxima Nova"/>
                <a:ea typeface="Proxima Nova"/>
                <a:cs typeface="Proxima Nova"/>
                <a:sym typeface="Proxima Nova"/>
              </a:rPr>
              <a:t>Jargon Busting</a:t>
            </a:r>
            <a:endParaRPr i="0" sz="1400" u="none" cap="none" strike="noStrike">
              <a:solidFill>
                <a:schemeClr val="dk1"/>
              </a:solidFill>
              <a:latin typeface="Proxima Nova"/>
              <a:ea typeface="Proxima Nova"/>
              <a:cs typeface="Proxima Nova"/>
              <a:sym typeface="Proxima Nova"/>
            </a:endParaRPr>
          </a:p>
        </p:txBody>
      </p:sp>
      <p:pic>
        <p:nvPicPr>
          <p:cNvPr id="648" name="Google Shape;648;p3"/>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4"/>
          <p:cNvSpPr txBox="1"/>
          <p:nvPr>
            <p:ph idx="12" type="sldNum"/>
          </p:nvPr>
        </p:nvSpPr>
        <p:spPr>
          <a:xfrm>
            <a:off x="6466042"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a:t>‹#›</a:t>
            </a:fld>
            <a:endParaRPr/>
          </a:p>
        </p:txBody>
      </p:sp>
      <p:sp>
        <p:nvSpPr>
          <p:cNvPr id="654" name="Google Shape;654;p4"/>
          <p:cNvSpPr txBox="1"/>
          <p:nvPr>
            <p:ph type="title"/>
          </p:nvPr>
        </p:nvSpPr>
        <p:spPr>
          <a:xfrm>
            <a:off x="630238" y="600075"/>
            <a:ext cx="6246900" cy="1089600"/>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lt1"/>
              </a:buClr>
              <a:buSzPts val="3600"/>
              <a:buFont typeface="Arial"/>
              <a:buNone/>
            </a:pPr>
            <a:r>
              <a:rPr lang="en-IN"/>
              <a:t>Some Concepts and Terminologies</a:t>
            </a:r>
            <a:endParaRPr/>
          </a:p>
        </p:txBody>
      </p:sp>
      <p:sp>
        <p:nvSpPr>
          <p:cNvPr id="655" name="Google Shape;655;p4"/>
          <p:cNvSpPr/>
          <p:nvPr/>
        </p:nvSpPr>
        <p:spPr>
          <a:xfrm>
            <a:off x="827175" y="2932700"/>
            <a:ext cx="973200" cy="375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56" name="Google Shape;656;p4"/>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g2ec6e1c504f_0_2"/>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Types of Software Systems</a:t>
            </a:r>
            <a:endParaRPr b="0" i="0" sz="1800" u="none" cap="none" strike="noStrike">
              <a:solidFill>
                <a:schemeClr val="dk1"/>
              </a:solidFill>
              <a:latin typeface="Calibri"/>
              <a:ea typeface="Calibri"/>
              <a:cs typeface="Calibri"/>
              <a:sym typeface="Calibri"/>
            </a:endParaRPr>
          </a:p>
        </p:txBody>
      </p:sp>
      <p:sp>
        <p:nvSpPr>
          <p:cNvPr id="662" name="Google Shape;662;g2ec6e1c504f_0_2"/>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663" name="Google Shape;663;g2ec6e1c504f_0_2"/>
          <p:cNvSpPr txBox="1"/>
          <p:nvPr/>
        </p:nvSpPr>
        <p:spPr>
          <a:xfrm>
            <a:off x="407344" y="435429"/>
            <a:ext cx="4955400" cy="7515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1600"/>
              <a:buFont typeface="Proxima Nova"/>
              <a:buNone/>
            </a:pPr>
            <a:r>
              <a:t/>
            </a:r>
            <a:endParaRPr b="0" i="0" sz="1600" u="none" cap="none" strike="noStrike">
              <a:solidFill>
                <a:schemeClr val="lt1"/>
              </a:solidFill>
              <a:latin typeface="Proxima Nova"/>
              <a:ea typeface="Proxima Nova"/>
              <a:cs typeface="Proxima Nova"/>
              <a:sym typeface="Proxima Nova"/>
            </a:endParaRPr>
          </a:p>
        </p:txBody>
      </p:sp>
      <p:sp>
        <p:nvSpPr>
          <p:cNvPr id="664" name="Google Shape;664;g2ec6e1c504f_0_2"/>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pic>
        <p:nvPicPr>
          <p:cNvPr id="665" name="Google Shape;665;g2ec6e1c504f_0_2"/>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grpSp>
        <p:nvGrpSpPr>
          <p:cNvPr id="666" name="Google Shape;666;g2ec6e1c504f_0_2"/>
          <p:cNvGrpSpPr/>
          <p:nvPr/>
        </p:nvGrpSpPr>
        <p:grpSpPr>
          <a:xfrm>
            <a:off x="1533065" y="1087075"/>
            <a:ext cx="5692407" cy="3846572"/>
            <a:chOff x="1314060" y="75"/>
            <a:chExt cx="6103149" cy="4124126"/>
          </a:xfrm>
        </p:grpSpPr>
        <p:sp>
          <p:nvSpPr>
            <p:cNvPr id="667" name="Google Shape;667;g2ec6e1c504f_0_2"/>
            <p:cNvSpPr/>
            <p:nvPr/>
          </p:nvSpPr>
          <p:spPr>
            <a:xfrm>
              <a:off x="1314060" y="75"/>
              <a:ext cx="1736400" cy="868200"/>
            </a:xfrm>
            <a:prstGeom prst="roundRect">
              <a:avLst>
                <a:gd fmla="val 10000" name="adj"/>
              </a:avLst>
            </a:prstGeom>
            <a:solidFill>
              <a:schemeClr val="accent2"/>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g2ec6e1c504f_0_2"/>
            <p:cNvSpPr txBox="1"/>
            <p:nvPr/>
          </p:nvSpPr>
          <p:spPr>
            <a:xfrm>
              <a:off x="1339490" y="25505"/>
              <a:ext cx="1685700" cy="817500"/>
            </a:xfrm>
            <a:prstGeom prst="rect">
              <a:avLst/>
            </a:prstGeom>
            <a:noFill/>
            <a:ln>
              <a:noFill/>
            </a:ln>
          </p:spPr>
          <p:txBody>
            <a:bodyPr anchorCtr="0" anchor="ctr" bIns="29200" lIns="43800" spcFirstLastPara="1" rIns="43800" wrap="square" tIns="29200">
              <a:noAutofit/>
            </a:bodyPr>
            <a:lstStyle/>
            <a:p>
              <a:pPr indent="0" lvl="0" marL="0" marR="0" rtl="0" algn="ctr">
                <a:lnSpc>
                  <a:spcPct val="90000"/>
                </a:lnSpc>
                <a:spcBef>
                  <a:spcPts val="0"/>
                </a:spcBef>
                <a:spcAft>
                  <a:spcPts val="0"/>
                </a:spcAft>
                <a:buNone/>
              </a:pPr>
              <a:r>
                <a:rPr b="0" i="0" lang="en-IN" sz="2300" u="none" cap="none" strike="noStrike">
                  <a:solidFill>
                    <a:schemeClr val="lt1"/>
                  </a:solidFill>
                  <a:latin typeface="Arial"/>
                  <a:ea typeface="Arial"/>
                  <a:cs typeface="Arial"/>
                  <a:sym typeface="Arial"/>
                </a:rPr>
                <a:t>Enterprise Systems</a:t>
              </a:r>
              <a:endParaRPr/>
            </a:p>
          </p:txBody>
        </p:sp>
        <p:sp>
          <p:nvSpPr>
            <p:cNvPr id="669" name="Google Shape;669;g2ec6e1c504f_0_2"/>
            <p:cNvSpPr/>
            <p:nvPr/>
          </p:nvSpPr>
          <p:spPr>
            <a:xfrm>
              <a:off x="1487709" y="868322"/>
              <a:ext cx="173700" cy="651300"/>
            </a:xfrm>
            <a:custGeom>
              <a:rect b="b" l="l" r="r" t="t"/>
              <a:pathLst>
                <a:path extrusionOk="0" h="120000" w="120000">
                  <a:moveTo>
                    <a:pt x="0" y="0"/>
                  </a:moveTo>
                  <a:lnTo>
                    <a:pt x="0" y="120000"/>
                  </a:lnTo>
                  <a:lnTo>
                    <a:pt x="120000" y="120000"/>
                  </a:lnTo>
                </a:path>
              </a:pathLst>
            </a:custGeom>
            <a:noFill/>
            <a:ln cap="flat" cmpd="sng" w="25400">
              <a:solidFill>
                <a:schemeClr val="accent2"/>
              </a:solidFill>
              <a:prstDash val="solid"/>
              <a:round/>
              <a:headEnd len="sm" w="sm" type="none"/>
              <a:tailEnd len="sm" w="sm" type="none"/>
            </a:ln>
          </p:spPr>
        </p:sp>
        <p:sp>
          <p:nvSpPr>
            <p:cNvPr id="670" name="Google Shape;670;g2ec6e1c504f_0_2"/>
            <p:cNvSpPr/>
            <p:nvPr/>
          </p:nvSpPr>
          <p:spPr>
            <a:xfrm>
              <a:off x="1661359" y="1085384"/>
              <a:ext cx="1389300" cy="868200"/>
            </a:xfrm>
            <a:prstGeom prst="roundRect">
              <a:avLst>
                <a:gd fmla="val 10000" name="adj"/>
              </a:avLst>
            </a:prstGeom>
            <a:solidFill>
              <a:schemeClr val="lt1">
                <a:alpha val="89800"/>
              </a:schemeClr>
            </a:solidFill>
            <a:ln cap="flat" cmpd="sng" w="25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g2ec6e1c504f_0_2"/>
            <p:cNvSpPr txBox="1"/>
            <p:nvPr/>
          </p:nvSpPr>
          <p:spPr>
            <a:xfrm>
              <a:off x="1635797" y="1110802"/>
              <a:ext cx="1389300" cy="817500"/>
            </a:xfrm>
            <a:prstGeom prst="rect">
              <a:avLst/>
            </a:prstGeom>
            <a:noFill/>
            <a:ln>
              <a:noFill/>
            </a:ln>
          </p:spPr>
          <p:txBody>
            <a:bodyPr anchorCtr="0" anchor="ctr" bIns="13950" lIns="20950" spcFirstLastPara="1" rIns="20950" wrap="square" tIns="13950">
              <a:normAutofit fontScale="92500" lnSpcReduction="10000"/>
            </a:bodyPr>
            <a:lstStyle/>
            <a:p>
              <a:pPr indent="0" lvl="0" marL="0" marR="0" rtl="0" algn="ctr">
                <a:lnSpc>
                  <a:spcPct val="90000"/>
                </a:lnSpc>
                <a:spcBef>
                  <a:spcPts val="0"/>
                </a:spcBef>
                <a:spcAft>
                  <a:spcPts val="0"/>
                </a:spcAft>
                <a:buNone/>
              </a:pPr>
              <a:r>
                <a:rPr b="0" i="0" lang="en-IN" sz="1100" u="none" cap="none" strike="noStrike">
                  <a:solidFill>
                    <a:srgbClr val="000000"/>
                  </a:solidFill>
                  <a:latin typeface="Arial"/>
                  <a:ea typeface="Arial"/>
                  <a:cs typeface="Arial"/>
                  <a:sym typeface="Arial"/>
                </a:rPr>
                <a:t>Large scale systems used by multiple </a:t>
              </a:r>
              <a:r>
                <a:rPr b="1" i="0" lang="en-IN" sz="1100" u="none" cap="none" strike="noStrike">
                  <a:solidFill>
                    <a:srgbClr val="000000"/>
                  </a:solidFill>
                  <a:latin typeface="Arial"/>
                  <a:ea typeface="Arial"/>
                  <a:cs typeface="Arial"/>
                  <a:sym typeface="Arial"/>
                </a:rPr>
                <a:t>people</a:t>
              </a:r>
              <a:r>
                <a:rPr b="0" i="0" lang="en-IN" sz="1100" u="none" cap="none" strike="noStrike">
                  <a:solidFill>
                    <a:srgbClr val="000000"/>
                  </a:solidFill>
                  <a:latin typeface="Arial"/>
                  <a:ea typeface="Arial"/>
                  <a:cs typeface="Arial"/>
                  <a:sym typeface="Arial"/>
                </a:rPr>
                <a:t> collectively belonging to </a:t>
              </a:r>
              <a:r>
                <a:rPr b="1" i="0" lang="en-IN" sz="1100" u="none" cap="none" strike="noStrike">
                  <a:solidFill>
                    <a:srgbClr val="000000"/>
                  </a:solidFill>
                  <a:latin typeface="Arial"/>
                  <a:ea typeface="Arial"/>
                  <a:cs typeface="Arial"/>
                  <a:sym typeface="Arial"/>
                </a:rPr>
                <a:t>same</a:t>
              </a:r>
              <a:r>
                <a:rPr b="0" i="0" lang="en-IN" sz="1100" u="none" cap="none" strike="noStrike">
                  <a:solidFill>
                    <a:srgbClr val="000000"/>
                  </a:solidFill>
                  <a:latin typeface="Arial"/>
                  <a:ea typeface="Arial"/>
                  <a:cs typeface="Arial"/>
                  <a:sym typeface="Arial"/>
                </a:rPr>
                <a:t> organization</a:t>
              </a:r>
              <a:endParaRPr/>
            </a:p>
          </p:txBody>
        </p:sp>
        <p:sp>
          <p:nvSpPr>
            <p:cNvPr id="672" name="Google Shape;672;g2ec6e1c504f_0_2"/>
            <p:cNvSpPr/>
            <p:nvPr/>
          </p:nvSpPr>
          <p:spPr>
            <a:xfrm>
              <a:off x="1487709" y="868322"/>
              <a:ext cx="173700" cy="1736400"/>
            </a:xfrm>
            <a:custGeom>
              <a:rect b="b" l="l" r="r" t="t"/>
              <a:pathLst>
                <a:path extrusionOk="0" h="120000" w="120000">
                  <a:moveTo>
                    <a:pt x="0" y="0"/>
                  </a:moveTo>
                  <a:lnTo>
                    <a:pt x="0" y="120000"/>
                  </a:lnTo>
                  <a:lnTo>
                    <a:pt x="120000" y="120000"/>
                  </a:lnTo>
                </a:path>
              </a:pathLst>
            </a:custGeom>
            <a:noFill/>
            <a:ln cap="flat" cmpd="sng" w="25400">
              <a:solidFill>
                <a:schemeClr val="accent2"/>
              </a:solidFill>
              <a:prstDash val="solid"/>
              <a:round/>
              <a:headEnd len="sm" w="sm" type="none"/>
              <a:tailEnd len="sm" w="sm" type="none"/>
            </a:ln>
          </p:spPr>
        </p:sp>
        <p:sp>
          <p:nvSpPr>
            <p:cNvPr id="673" name="Google Shape;673;g2ec6e1c504f_0_2"/>
            <p:cNvSpPr/>
            <p:nvPr/>
          </p:nvSpPr>
          <p:spPr>
            <a:xfrm>
              <a:off x="1661359" y="2170692"/>
              <a:ext cx="1389300" cy="868200"/>
            </a:xfrm>
            <a:prstGeom prst="roundRect">
              <a:avLst>
                <a:gd fmla="val 10000" name="adj"/>
              </a:avLst>
            </a:prstGeom>
            <a:solidFill>
              <a:schemeClr val="lt1">
                <a:alpha val="89800"/>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g2ec6e1c504f_0_2"/>
            <p:cNvSpPr txBox="1"/>
            <p:nvPr/>
          </p:nvSpPr>
          <p:spPr>
            <a:xfrm>
              <a:off x="1661368" y="2196119"/>
              <a:ext cx="1389300" cy="817500"/>
            </a:xfrm>
            <a:prstGeom prst="rect">
              <a:avLst/>
            </a:prstGeom>
            <a:noFill/>
            <a:ln>
              <a:noFill/>
            </a:ln>
          </p:spPr>
          <p:txBody>
            <a:bodyPr anchorCtr="0" anchor="ctr" bIns="13950" lIns="20950" spcFirstLastPara="1" rIns="20950" wrap="square" tIns="13950">
              <a:noAutofit/>
            </a:bodyPr>
            <a:lstStyle/>
            <a:p>
              <a:pPr indent="0" lvl="0" marL="0" marR="0" rtl="0" algn="ctr">
                <a:lnSpc>
                  <a:spcPct val="90000"/>
                </a:lnSpc>
                <a:spcBef>
                  <a:spcPts val="0"/>
                </a:spcBef>
                <a:spcAft>
                  <a:spcPts val="0"/>
                </a:spcAft>
                <a:buNone/>
              </a:pPr>
              <a:r>
                <a:rPr b="0" i="0" lang="en-IN" sz="1100" u="none" cap="none" strike="noStrike">
                  <a:solidFill>
                    <a:srgbClr val="000000"/>
                  </a:solidFill>
                  <a:latin typeface="Arial"/>
                  <a:ea typeface="Arial"/>
                  <a:cs typeface="Arial"/>
                  <a:sym typeface="Arial"/>
                </a:rPr>
                <a:t>Large systems, fewer users</a:t>
              </a:r>
              <a:endParaRPr/>
            </a:p>
            <a:p>
              <a:pPr indent="0" lvl="0" marL="0" marR="0" rtl="0" algn="ctr">
                <a:lnSpc>
                  <a:spcPct val="90000"/>
                </a:lnSpc>
                <a:spcBef>
                  <a:spcPts val="385"/>
                </a:spcBef>
                <a:spcAft>
                  <a:spcPts val="0"/>
                </a:spcAft>
                <a:buNone/>
              </a:pPr>
              <a:r>
                <a:rPr b="0" i="0" lang="en-IN" sz="1100" u="none" cap="none" strike="noStrike">
                  <a:solidFill>
                    <a:srgbClr val="000000"/>
                  </a:solidFill>
                  <a:latin typeface="Arial"/>
                  <a:ea typeface="Arial"/>
                  <a:cs typeface="Arial"/>
                  <a:sym typeface="Arial"/>
                </a:rPr>
                <a:t>Closed-User-Group</a:t>
              </a:r>
              <a:endParaRPr/>
            </a:p>
          </p:txBody>
        </p:sp>
        <p:sp>
          <p:nvSpPr>
            <p:cNvPr id="675" name="Google Shape;675;g2ec6e1c504f_0_2"/>
            <p:cNvSpPr/>
            <p:nvPr/>
          </p:nvSpPr>
          <p:spPr>
            <a:xfrm>
              <a:off x="1487709" y="868322"/>
              <a:ext cx="173700" cy="2821800"/>
            </a:xfrm>
            <a:custGeom>
              <a:rect b="b" l="l" r="r" t="t"/>
              <a:pathLst>
                <a:path extrusionOk="0" h="120000" w="120000">
                  <a:moveTo>
                    <a:pt x="0" y="0"/>
                  </a:moveTo>
                  <a:lnTo>
                    <a:pt x="0" y="120000"/>
                  </a:lnTo>
                  <a:lnTo>
                    <a:pt x="120000" y="120000"/>
                  </a:lnTo>
                </a:path>
              </a:pathLst>
            </a:custGeom>
            <a:noFill/>
            <a:ln cap="flat" cmpd="sng" w="25400">
              <a:solidFill>
                <a:schemeClr val="accent2"/>
              </a:solidFill>
              <a:prstDash val="solid"/>
              <a:round/>
              <a:headEnd len="sm" w="sm" type="none"/>
              <a:tailEnd len="sm" w="sm" type="none"/>
            </a:ln>
          </p:spPr>
        </p:sp>
        <p:sp>
          <p:nvSpPr>
            <p:cNvPr id="676" name="Google Shape;676;g2ec6e1c504f_0_2"/>
            <p:cNvSpPr/>
            <p:nvPr/>
          </p:nvSpPr>
          <p:spPr>
            <a:xfrm>
              <a:off x="1661359" y="3256001"/>
              <a:ext cx="1389300" cy="868200"/>
            </a:xfrm>
            <a:prstGeom prst="roundRect">
              <a:avLst>
                <a:gd fmla="val 10000" name="adj"/>
              </a:avLst>
            </a:prstGeom>
            <a:solidFill>
              <a:schemeClr val="lt1">
                <a:alpha val="89800"/>
              </a:schemeClr>
            </a:solidFill>
            <a:ln cap="flat" cmpd="sng" w="254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g2ec6e1c504f_0_2"/>
            <p:cNvSpPr txBox="1"/>
            <p:nvPr/>
          </p:nvSpPr>
          <p:spPr>
            <a:xfrm>
              <a:off x="1686789" y="3281431"/>
              <a:ext cx="1338300" cy="817500"/>
            </a:xfrm>
            <a:prstGeom prst="rect">
              <a:avLst/>
            </a:prstGeom>
            <a:noFill/>
            <a:ln>
              <a:noFill/>
            </a:ln>
          </p:spPr>
          <p:txBody>
            <a:bodyPr anchorCtr="0" anchor="ctr" bIns="13950" lIns="20950" spcFirstLastPara="1" rIns="20950" wrap="square" tIns="13950">
              <a:noAutofit/>
            </a:bodyPr>
            <a:lstStyle/>
            <a:p>
              <a:pPr indent="0" lvl="0" marL="0" marR="0" rtl="0" algn="ctr">
                <a:lnSpc>
                  <a:spcPct val="90000"/>
                </a:lnSpc>
                <a:spcBef>
                  <a:spcPts val="0"/>
                </a:spcBef>
                <a:spcAft>
                  <a:spcPts val="0"/>
                </a:spcAft>
                <a:buNone/>
              </a:pPr>
              <a:r>
                <a:rPr b="0" i="0" lang="en-IN" sz="1100" u="sng" cap="none" strike="noStrike">
                  <a:solidFill>
                    <a:srgbClr val="000000"/>
                  </a:solidFill>
                  <a:latin typeface="Arial"/>
                  <a:ea typeface="Arial"/>
                  <a:cs typeface="Arial"/>
                  <a:sym typeface="Arial"/>
                </a:rPr>
                <a:t>Examples</a:t>
              </a:r>
              <a:endParaRPr/>
            </a:p>
            <a:p>
              <a:pPr indent="0" lvl="0" marL="0" marR="0" rtl="0" algn="ctr">
                <a:lnSpc>
                  <a:spcPct val="90000"/>
                </a:lnSpc>
                <a:spcBef>
                  <a:spcPts val="385"/>
                </a:spcBef>
                <a:spcAft>
                  <a:spcPts val="0"/>
                </a:spcAft>
                <a:buNone/>
              </a:pPr>
              <a:r>
                <a:rPr b="0" i="0" lang="en-IN" sz="1100" u="none" cap="none" strike="noStrike">
                  <a:solidFill>
                    <a:srgbClr val="000000"/>
                  </a:solidFill>
                  <a:latin typeface="Arial"/>
                  <a:ea typeface="Arial"/>
                  <a:cs typeface="Arial"/>
                  <a:sym typeface="Arial"/>
                </a:rPr>
                <a:t>ERP</a:t>
              </a:r>
              <a:endParaRPr/>
            </a:p>
            <a:p>
              <a:pPr indent="0" lvl="0" marL="0" marR="0" rtl="0" algn="ctr">
                <a:lnSpc>
                  <a:spcPct val="90000"/>
                </a:lnSpc>
                <a:spcBef>
                  <a:spcPts val="385"/>
                </a:spcBef>
                <a:spcAft>
                  <a:spcPts val="0"/>
                </a:spcAft>
                <a:buNone/>
              </a:pPr>
              <a:r>
                <a:rPr b="0" i="0" lang="en-IN" sz="1100" u="none" cap="none" strike="noStrike">
                  <a:solidFill>
                    <a:srgbClr val="000000"/>
                  </a:solidFill>
                  <a:latin typeface="Arial"/>
                  <a:ea typeface="Arial"/>
                  <a:cs typeface="Arial"/>
                  <a:sym typeface="Arial"/>
                </a:rPr>
                <a:t>CRM</a:t>
              </a:r>
              <a:endParaRPr/>
            </a:p>
            <a:p>
              <a:pPr indent="0" lvl="0" marL="0" marR="0" rtl="0" algn="ctr">
                <a:lnSpc>
                  <a:spcPct val="90000"/>
                </a:lnSpc>
                <a:spcBef>
                  <a:spcPts val="385"/>
                </a:spcBef>
                <a:spcAft>
                  <a:spcPts val="0"/>
                </a:spcAft>
                <a:buNone/>
              </a:pPr>
              <a:r>
                <a:rPr b="0" i="0" lang="en-IN" sz="1100" u="none" cap="none" strike="noStrike">
                  <a:solidFill>
                    <a:srgbClr val="000000"/>
                  </a:solidFill>
                  <a:latin typeface="Arial"/>
                  <a:ea typeface="Arial"/>
                  <a:cs typeface="Arial"/>
                  <a:sym typeface="Arial"/>
                </a:rPr>
                <a:t>HRMS</a:t>
              </a:r>
              <a:endParaRPr/>
            </a:p>
          </p:txBody>
        </p:sp>
        <p:sp>
          <p:nvSpPr>
            <p:cNvPr id="678" name="Google Shape;678;g2ec6e1c504f_0_2"/>
            <p:cNvSpPr/>
            <p:nvPr/>
          </p:nvSpPr>
          <p:spPr>
            <a:xfrm>
              <a:off x="3484677" y="75"/>
              <a:ext cx="1736400" cy="868200"/>
            </a:xfrm>
            <a:prstGeom prst="roundRect">
              <a:avLst>
                <a:gd fmla="val 10000" name="adj"/>
              </a:avLst>
            </a:prstGeom>
            <a:solidFill>
              <a:schemeClr val="accent3"/>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g2ec6e1c504f_0_2"/>
            <p:cNvSpPr txBox="1"/>
            <p:nvPr/>
          </p:nvSpPr>
          <p:spPr>
            <a:xfrm>
              <a:off x="3510107" y="25505"/>
              <a:ext cx="1685700" cy="817500"/>
            </a:xfrm>
            <a:prstGeom prst="rect">
              <a:avLst/>
            </a:prstGeom>
            <a:noFill/>
            <a:ln>
              <a:noFill/>
            </a:ln>
          </p:spPr>
          <p:txBody>
            <a:bodyPr anchorCtr="0" anchor="ctr" bIns="29200" lIns="43800" spcFirstLastPara="1" rIns="43800" wrap="square" tIns="29200">
              <a:noAutofit/>
            </a:bodyPr>
            <a:lstStyle/>
            <a:p>
              <a:pPr indent="0" lvl="0" marL="0" marR="0" rtl="0" algn="ctr">
                <a:lnSpc>
                  <a:spcPct val="90000"/>
                </a:lnSpc>
                <a:spcBef>
                  <a:spcPts val="0"/>
                </a:spcBef>
                <a:spcAft>
                  <a:spcPts val="0"/>
                </a:spcAft>
                <a:buNone/>
              </a:pPr>
              <a:r>
                <a:rPr b="0" i="0" lang="en-IN" sz="2300" u="none" cap="none" strike="noStrike">
                  <a:solidFill>
                    <a:schemeClr val="lt1"/>
                  </a:solidFill>
                  <a:latin typeface="Arial"/>
                  <a:ea typeface="Arial"/>
                  <a:cs typeface="Arial"/>
                  <a:sym typeface="Arial"/>
                </a:rPr>
                <a:t>Consumer Systems</a:t>
              </a:r>
              <a:endParaRPr/>
            </a:p>
          </p:txBody>
        </p:sp>
        <p:sp>
          <p:nvSpPr>
            <p:cNvPr id="680" name="Google Shape;680;g2ec6e1c504f_0_2"/>
            <p:cNvSpPr/>
            <p:nvPr/>
          </p:nvSpPr>
          <p:spPr>
            <a:xfrm>
              <a:off x="3658327" y="868322"/>
              <a:ext cx="173700" cy="651300"/>
            </a:xfrm>
            <a:custGeom>
              <a:rect b="b" l="l" r="r" t="t"/>
              <a:pathLst>
                <a:path extrusionOk="0" h="120000" w="120000">
                  <a:moveTo>
                    <a:pt x="0" y="0"/>
                  </a:moveTo>
                  <a:lnTo>
                    <a:pt x="0" y="120000"/>
                  </a:lnTo>
                  <a:lnTo>
                    <a:pt x="120000" y="120000"/>
                  </a:lnTo>
                </a:path>
              </a:pathLst>
            </a:custGeom>
            <a:noFill/>
            <a:ln cap="flat" cmpd="sng" w="25400">
              <a:solidFill>
                <a:schemeClr val="accent2"/>
              </a:solidFill>
              <a:prstDash val="solid"/>
              <a:round/>
              <a:headEnd len="sm" w="sm" type="none"/>
              <a:tailEnd len="sm" w="sm" type="none"/>
            </a:ln>
          </p:spPr>
        </p:sp>
        <p:sp>
          <p:nvSpPr>
            <p:cNvPr id="681" name="Google Shape;681;g2ec6e1c504f_0_2"/>
            <p:cNvSpPr/>
            <p:nvPr/>
          </p:nvSpPr>
          <p:spPr>
            <a:xfrm>
              <a:off x="3831976" y="1085384"/>
              <a:ext cx="1389300" cy="868200"/>
            </a:xfrm>
            <a:prstGeom prst="roundRect">
              <a:avLst>
                <a:gd fmla="val 10000" name="adj"/>
              </a:avLst>
            </a:prstGeom>
            <a:solidFill>
              <a:schemeClr val="lt1">
                <a:alpha val="89800"/>
              </a:schemeClr>
            </a:solidFill>
            <a:ln cap="flat" cmpd="sng" w="25400">
              <a:solidFill>
                <a:srgbClr val="599B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g2ec6e1c504f_0_2"/>
            <p:cNvSpPr txBox="1"/>
            <p:nvPr/>
          </p:nvSpPr>
          <p:spPr>
            <a:xfrm>
              <a:off x="3857406" y="1110814"/>
              <a:ext cx="1338300" cy="817500"/>
            </a:xfrm>
            <a:prstGeom prst="rect">
              <a:avLst/>
            </a:prstGeom>
            <a:noFill/>
            <a:ln>
              <a:noFill/>
            </a:ln>
          </p:spPr>
          <p:txBody>
            <a:bodyPr anchorCtr="0" anchor="ctr" bIns="13950" lIns="20950" spcFirstLastPara="1" rIns="20950" wrap="square" tIns="13950">
              <a:noAutofit/>
            </a:bodyPr>
            <a:lstStyle/>
            <a:p>
              <a:pPr indent="0" lvl="0" marL="0" marR="0" rtl="0" algn="ctr">
                <a:lnSpc>
                  <a:spcPct val="90000"/>
                </a:lnSpc>
                <a:spcBef>
                  <a:spcPts val="0"/>
                </a:spcBef>
                <a:spcAft>
                  <a:spcPts val="0"/>
                </a:spcAft>
                <a:buNone/>
              </a:pPr>
              <a:r>
                <a:rPr b="0" i="0" lang="en-IN" sz="1100" u="none" cap="none" strike="noStrike">
                  <a:solidFill>
                    <a:srgbClr val="000000"/>
                  </a:solidFill>
                  <a:latin typeface="Arial"/>
                  <a:ea typeface="Arial"/>
                  <a:cs typeface="Arial"/>
                  <a:sym typeface="Arial"/>
                </a:rPr>
                <a:t>Small scale systems used by multiple </a:t>
              </a:r>
              <a:r>
                <a:rPr b="1" i="0" lang="en-IN" sz="1100" u="none" cap="none" strike="noStrike">
                  <a:solidFill>
                    <a:srgbClr val="000000"/>
                  </a:solidFill>
                  <a:latin typeface="Arial"/>
                  <a:ea typeface="Arial"/>
                  <a:cs typeface="Arial"/>
                  <a:sym typeface="Arial"/>
                </a:rPr>
                <a:t>individuals</a:t>
              </a:r>
              <a:endParaRPr b="0" i="0" sz="1100" u="none" cap="none" strike="noStrike">
                <a:solidFill>
                  <a:srgbClr val="000000"/>
                </a:solidFill>
                <a:latin typeface="Arial"/>
                <a:ea typeface="Arial"/>
                <a:cs typeface="Arial"/>
                <a:sym typeface="Arial"/>
              </a:endParaRPr>
            </a:p>
          </p:txBody>
        </p:sp>
        <p:sp>
          <p:nvSpPr>
            <p:cNvPr id="683" name="Google Shape;683;g2ec6e1c504f_0_2"/>
            <p:cNvSpPr/>
            <p:nvPr/>
          </p:nvSpPr>
          <p:spPr>
            <a:xfrm>
              <a:off x="3658327" y="868322"/>
              <a:ext cx="173700" cy="1736400"/>
            </a:xfrm>
            <a:custGeom>
              <a:rect b="b" l="l" r="r" t="t"/>
              <a:pathLst>
                <a:path extrusionOk="0" h="120000" w="120000">
                  <a:moveTo>
                    <a:pt x="0" y="0"/>
                  </a:moveTo>
                  <a:lnTo>
                    <a:pt x="0" y="120000"/>
                  </a:lnTo>
                  <a:lnTo>
                    <a:pt x="120000" y="120000"/>
                  </a:lnTo>
                </a:path>
              </a:pathLst>
            </a:custGeom>
            <a:noFill/>
            <a:ln cap="flat" cmpd="sng" w="25400">
              <a:solidFill>
                <a:schemeClr val="accent2"/>
              </a:solidFill>
              <a:prstDash val="solid"/>
              <a:round/>
              <a:headEnd len="sm" w="sm" type="none"/>
              <a:tailEnd len="sm" w="sm" type="none"/>
            </a:ln>
          </p:spPr>
        </p:sp>
        <p:sp>
          <p:nvSpPr>
            <p:cNvPr id="684" name="Google Shape;684;g2ec6e1c504f_0_2"/>
            <p:cNvSpPr/>
            <p:nvPr/>
          </p:nvSpPr>
          <p:spPr>
            <a:xfrm>
              <a:off x="3831976" y="2170692"/>
              <a:ext cx="1389300" cy="868200"/>
            </a:xfrm>
            <a:prstGeom prst="roundRect">
              <a:avLst>
                <a:gd fmla="val 10000" name="adj"/>
              </a:avLst>
            </a:prstGeom>
            <a:solidFill>
              <a:schemeClr val="lt1">
                <a:alpha val="89800"/>
              </a:schemeClr>
            </a:solidFill>
            <a:ln cap="flat" cmpd="sng" w="254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g2ec6e1c504f_0_2"/>
            <p:cNvSpPr txBox="1"/>
            <p:nvPr/>
          </p:nvSpPr>
          <p:spPr>
            <a:xfrm>
              <a:off x="3857406" y="2196122"/>
              <a:ext cx="1338300" cy="817500"/>
            </a:xfrm>
            <a:prstGeom prst="rect">
              <a:avLst/>
            </a:prstGeom>
            <a:noFill/>
            <a:ln>
              <a:noFill/>
            </a:ln>
          </p:spPr>
          <p:txBody>
            <a:bodyPr anchorCtr="0" anchor="ctr" bIns="13950" lIns="20950" spcFirstLastPara="1" rIns="20950" wrap="square" tIns="13950">
              <a:noAutofit/>
            </a:bodyPr>
            <a:lstStyle/>
            <a:p>
              <a:pPr indent="0" lvl="0" marL="0" marR="0" rtl="0" algn="ctr">
                <a:lnSpc>
                  <a:spcPct val="90000"/>
                </a:lnSpc>
                <a:spcBef>
                  <a:spcPts val="0"/>
                </a:spcBef>
                <a:spcAft>
                  <a:spcPts val="0"/>
                </a:spcAft>
                <a:buNone/>
              </a:pPr>
              <a:r>
                <a:rPr b="0" i="0" lang="en-IN" sz="1100" u="none" cap="none" strike="noStrike">
                  <a:solidFill>
                    <a:srgbClr val="000000"/>
                  </a:solidFill>
                  <a:latin typeface="Arial"/>
                  <a:ea typeface="Arial"/>
                  <a:cs typeface="Arial"/>
                  <a:sym typeface="Arial"/>
                </a:rPr>
                <a:t>Small systems, huge number of users</a:t>
              </a:r>
              <a:endParaRPr/>
            </a:p>
            <a:p>
              <a:pPr indent="0" lvl="0" marL="0" marR="0" rtl="0" algn="ctr">
                <a:lnSpc>
                  <a:spcPct val="90000"/>
                </a:lnSpc>
                <a:spcBef>
                  <a:spcPts val="385"/>
                </a:spcBef>
                <a:spcAft>
                  <a:spcPts val="0"/>
                </a:spcAft>
                <a:buNone/>
              </a:pPr>
              <a:r>
                <a:rPr b="0" i="0" lang="en-IN" sz="1100" u="none" cap="none" strike="noStrike">
                  <a:solidFill>
                    <a:srgbClr val="000000"/>
                  </a:solidFill>
                  <a:latin typeface="Arial"/>
                  <a:ea typeface="Arial"/>
                  <a:cs typeface="Arial"/>
                  <a:sym typeface="Arial"/>
                </a:rPr>
                <a:t>Open-User-Group</a:t>
              </a:r>
              <a:endParaRPr/>
            </a:p>
          </p:txBody>
        </p:sp>
        <p:sp>
          <p:nvSpPr>
            <p:cNvPr id="686" name="Google Shape;686;g2ec6e1c504f_0_2"/>
            <p:cNvSpPr/>
            <p:nvPr/>
          </p:nvSpPr>
          <p:spPr>
            <a:xfrm>
              <a:off x="3658327" y="868322"/>
              <a:ext cx="173700" cy="2821800"/>
            </a:xfrm>
            <a:custGeom>
              <a:rect b="b" l="l" r="r" t="t"/>
              <a:pathLst>
                <a:path extrusionOk="0" h="120000" w="120000">
                  <a:moveTo>
                    <a:pt x="0" y="0"/>
                  </a:moveTo>
                  <a:lnTo>
                    <a:pt x="0" y="120000"/>
                  </a:lnTo>
                  <a:lnTo>
                    <a:pt x="120000" y="120000"/>
                  </a:lnTo>
                </a:path>
              </a:pathLst>
            </a:custGeom>
            <a:noFill/>
            <a:ln cap="flat" cmpd="sng" w="25400">
              <a:solidFill>
                <a:schemeClr val="accent2"/>
              </a:solidFill>
              <a:prstDash val="solid"/>
              <a:round/>
              <a:headEnd len="sm" w="sm" type="none"/>
              <a:tailEnd len="sm" w="sm" type="none"/>
            </a:ln>
          </p:spPr>
        </p:sp>
        <p:sp>
          <p:nvSpPr>
            <p:cNvPr id="687" name="Google Shape;687;g2ec6e1c504f_0_2"/>
            <p:cNvSpPr/>
            <p:nvPr/>
          </p:nvSpPr>
          <p:spPr>
            <a:xfrm>
              <a:off x="3831976" y="3256001"/>
              <a:ext cx="1389300" cy="868200"/>
            </a:xfrm>
            <a:prstGeom prst="roundRect">
              <a:avLst>
                <a:gd fmla="val 10000" name="adj"/>
              </a:avLst>
            </a:prstGeom>
            <a:solidFill>
              <a:schemeClr val="lt1">
                <a:alpha val="89800"/>
              </a:schemeClr>
            </a:solidFill>
            <a:ln cap="flat" cmpd="sng" w="254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g2ec6e1c504f_0_2"/>
            <p:cNvSpPr txBox="1"/>
            <p:nvPr/>
          </p:nvSpPr>
          <p:spPr>
            <a:xfrm>
              <a:off x="3857406" y="3281431"/>
              <a:ext cx="1338300" cy="817500"/>
            </a:xfrm>
            <a:prstGeom prst="rect">
              <a:avLst/>
            </a:prstGeom>
            <a:noFill/>
            <a:ln>
              <a:noFill/>
            </a:ln>
          </p:spPr>
          <p:txBody>
            <a:bodyPr anchorCtr="0" anchor="ctr" bIns="13950" lIns="20950" spcFirstLastPara="1" rIns="20950" wrap="square" tIns="13950">
              <a:noAutofit/>
            </a:bodyPr>
            <a:lstStyle/>
            <a:p>
              <a:pPr indent="0" lvl="0" marL="0" marR="0" rtl="0" algn="ctr">
                <a:lnSpc>
                  <a:spcPct val="90000"/>
                </a:lnSpc>
                <a:spcBef>
                  <a:spcPts val="0"/>
                </a:spcBef>
                <a:spcAft>
                  <a:spcPts val="0"/>
                </a:spcAft>
                <a:buNone/>
              </a:pPr>
              <a:r>
                <a:rPr b="0" i="0" lang="en-IN" sz="1100" u="sng" cap="none" strike="noStrike">
                  <a:solidFill>
                    <a:srgbClr val="000000"/>
                  </a:solidFill>
                  <a:latin typeface="Arial"/>
                  <a:ea typeface="Arial"/>
                  <a:cs typeface="Arial"/>
                  <a:sym typeface="Arial"/>
                </a:rPr>
                <a:t>Examples</a:t>
              </a:r>
              <a:endParaRPr/>
            </a:p>
            <a:p>
              <a:pPr indent="0" lvl="0" marL="0" marR="0" rtl="0" algn="ctr">
                <a:lnSpc>
                  <a:spcPct val="90000"/>
                </a:lnSpc>
                <a:spcBef>
                  <a:spcPts val="385"/>
                </a:spcBef>
                <a:spcAft>
                  <a:spcPts val="0"/>
                </a:spcAft>
                <a:buNone/>
              </a:pPr>
              <a:r>
                <a:rPr b="0" i="0" lang="en-IN" sz="1100" u="none" cap="none" strike="noStrike">
                  <a:solidFill>
                    <a:srgbClr val="000000"/>
                  </a:solidFill>
                  <a:latin typeface="Arial"/>
                  <a:ea typeface="Arial"/>
                  <a:cs typeface="Arial"/>
                  <a:sym typeface="Arial"/>
                </a:rPr>
                <a:t>Mobile Apps</a:t>
              </a:r>
              <a:endParaRPr/>
            </a:p>
            <a:p>
              <a:pPr indent="0" lvl="0" marL="0" marR="0" rtl="0" algn="ctr">
                <a:lnSpc>
                  <a:spcPct val="90000"/>
                </a:lnSpc>
                <a:spcBef>
                  <a:spcPts val="385"/>
                </a:spcBef>
                <a:spcAft>
                  <a:spcPts val="0"/>
                </a:spcAft>
                <a:buNone/>
              </a:pPr>
              <a:r>
                <a:rPr b="0" i="0" lang="en-IN" sz="1100" u="none" cap="none" strike="noStrike">
                  <a:solidFill>
                    <a:srgbClr val="000000"/>
                  </a:solidFill>
                  <a:latin typeface="Arial"/>
                  <a:ea typeface="Arial"/>
                  <a:cs typeface="Arial"/>
                  <a:sym typeface="Arial"/>
                </a:rPr>
                <a:t>Personal Prod</a:t>
              </a:r>
              <a:endParaRPr/>
            </a:p>
          </p:txBody>
        </p:sp>
        <p:sp>
          <p:nvSpPr>
            <p:cNvPr id="689" name="Google Shape;689;g2ec6e1c504f_0_2"/>
            <p:cNvSpPr/>
            <p:nvPr/>
          </p:nvSpPr>
          <p:spPr>
            <a:xfrm>
              <a:off x="5655295" y="75"/>
              <a:ext cx="1736400" cy="868200"/>
            </a:xfrm>
            <a:prstGeom prst="roundRect">
              <a:avLst>
                <a:gd fmla="val 10000" name="adj"/>
              </a:avLst>
            </a:prstGeom>
            <a:solidFill>
              <a:schemeClr val="accent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g2ec6e1c504f_0_2"/>
            <p:cNvSpPr txBox="1"/>
            <p:nvPr/>
          </p:nvSpPr>
          <p:spPr>
            <a:xfrm>
              <a:off x="5605509" y="25512"/>
              <a:ext cx="1811700" cy="817500"/>
            </a:xfrm>
            <a:prstGeom prst="rect">
              <a:avLst/>
            </a:prstGeom>
            <a:noFill/>
            <a:ln>
              <a:noFill/>
            </a:ln>
          </p:spPr>
          <p:txBody>
            <a:bodyPr anchorCtr="0" anchor="ctr" bIns="29200" lIns="43800" spcFirstLastPara="1" rIns="43800" wrap="square" tIns="29200">
              <a:noAutofit/>
            </a:bodyPr>
            <a:lstStyle/>
            <a:p>
              <a:pPr indent="0" lvl="0" marL="0" marR="0" rtl="0" algn="ctr">
                <a:lnSpc>
                  <a:spcPct val="90000"/>
                </a:lnSpc>
                <a:spcBef>
                  <a:spcPts val="0"/>
                </a:spcBef>
                <a:spcAft>
                  <a:spcPts val="0"/>
                </a:spcAft>
                <a:buNone/>
              </a:pPr>
              <a:r>
                <a:rPr b="0" i="0" lang="en-IN" sz="2300" u="none" cap="none" strike="noStrike">
                  <a:solidFill>
                    <a:schemeClr val="lt1"/>
                  </a:solidFill>
                  <a:latin typeface="Arial"/>
                  <a:ea typeface="Arial"/>
                  <a:cs typeface="Arial"/>
                  <a:sym typeface="Arial"/>
                </a:rPr>
                <a:t>Engineering Systems</a:t>
              </a:r>
              <a:endParaRPr/>
            </a:p>
          </p:txBody>
        </p:sp>
        <p:sp>
          <p:nvSpPr>
            <p:cNvPr id="691" name="Google Shape;691;g2ec6e1c504f_0_2"/>
            <p:cNvSpPr/>
            <p:nvPr/>
          </p:nvSpPr>
          <p:spPr>
            <a:xfrm>
              <a:off x="5828944" y="868322"/>
              <a:ext cx="173700" cy="651300"/>
            </a:xfrm>
            <a:custGeom>
              <a:rect b="b" l="l" r="r" t="t"/>
              <a:pathLst>
                <a:path extrusionOk="0" h="120000" w="120000">
                  <a:moveTo>
                    <a:pt x="0" y="0"/>
                  </a:moveTo>
                  <a:lnTo>
                    <a:pt x="0" y="120000"/>
                  </a:lnTo>
                  <a:lnTo>
                    <a:pt x="120000" y="120000"/>
                  </a:lnTo>
                </a:path>
              </a:pathLst>
            </a:custGeom>
            <a:noFill/>
            <a:ln cap="flat" cmpd="sng" w="25400">
              <a:solidFill>
                <a:schemeClr val="accent2"/>
              </a:solidFill>
              <a:prstDash val="solid"/>
              <a:round/>
              <a:headEnd len="sm" w="sm" type="none"/>
              <a:tailEnd len="sm" w="sm" type="none"/>
            </a:ln>
          </p:spPr>
        </p:sp>
        <p:sp>
          <p:nvSpPr>
            <p:cNvPr id="692" name="Google Shape;692;g2ec6e1c504f_0_2"/>
            <p:cNvSpPr/>
            <p:nvPr/>
          </p:nvSpPr>
          <p:spPr>
            <a:xfrm>
              <a:off x="6002594" y="1085384"/>
              <a:ext cx="1389300" cy="868200"/>
            </a:xfrm>
            <a:prstGeom prst="roundRect">
              <a:avLst>
                <a:gd fmla="val 10000" name="adj"/>
              </a:avLst>
            </a:prstGeom>
            <a:solidFill>
              <a:schemeClr val="lt1">
                <a:alpha val="89800"/>
              </a:schemeClr>
            </a:solidFill>
            <a:ln cap="flat" cmpd="sng" w="254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g2ec6e1c504f_0_2"/>
            <p:cNvSpPr txBox="1"/>
            <p:nvPr/>
          </p:nvSpPr>
          <p:spPr>
            <a:xfrm>
              <a:off x="6028024" y="1110814"/>
              <a:ext cx="1338300" cy="817500"/>
            </a:xfrm>
            <a:prstGeom prst="rect">
              <a:avLst/>
            </a:prstGeom>
            <a:noFill/>
            <a:ln>
              <a:noFill/>
            </a:ln>
          </p:spPr>
          <p:txBody>
            <a:bodyPr anchorCtr="0" anchor="ctr" bIns="13950" lIns="20950" spcFirstLastPara="1" rIns="20950" wrap="square" tIns="13950">
              <a:noAutofit/>
            </a:bodyPr>
            <a:lstStyle/>
            <a:p>
              <a:pPr indent="0" lvl="0" marL="0" marR="0" rtl="0" algn="ctr">
                <a:lnSpc>
                  <a:spcPct val="90000"/>
                </a:lnSpc>
                <a:spcBef>
                  <a:spcPts val="0"/>
                </a:spcBef>
                <a:spcAft>
                  <a:spcPts val="0"/>
                </a:spcAft>
                <a:buNone/>
              </a:pPr>
              <a:r>
                <a:rPr b="0" i="0" lang="en-IN" sz="1100" u="none" cap="none" strike="noStrike">
                  <a:solidFill>
                    <a:srgbClr val="000000"/>
                  </a:solidFill>
                  <a:latin typeface="Arial"/>
                  <a:ea typeface="Arial"/>
                  <a:cs typeface="Arial"/>
                  <a:sym typeface="Arial"/>
                </a:rPr>
                <a:t>Large scale systems used by engineering industry</a:t>
              </a:r>
              <a:endParaRPr/>
            </a:p>
          </p:txBody>
        </p:sp>
        <p:sp>
          <p:nvSpPr>
            <p:cNvPr id="694" name="Google Shape;694;g2ec6e1c504f_0_2"/>
            <p:cNvSpPr/>
            <p:nvPr/>
          </p:nvSpPr>
          <p:spPr>
            <a:xfrm>
              <a:off x="5828944" y="868322"/>
              <a:ext cx="173700" cy="1736400"/>
            </a:xfrm>
            <a:custGeom>
              <a:rect b="b" l="l" r="r" t="t"/>
              <a:pathLst>
                <a:path extrusionOk="0" h="120000" w="120000">
                  <a:moveTo>
                    <a:pt x="0" y="0"/>
                  </a:moveTo>
                  <a:lnTo>
                    <a:pt x="0" y="120000"/>
                  </a:lnTo>
                  <a:lnTo>
                    <a:pt x="120000" y="120000"/>
                  </a:lnTo>
                </a:path>
              </a:pathLst>
            </a:custGeom>
            <a:noFill/>
            <a:ln cap="flat" cmpd="sng" w="25400">
              <a:solidFill>
                <a:schemeClr val="accent2"/>
              </a:solidFill>
              <a:prstDash val="solid"/>
              <a:round/>
              <a:headEnd len="sm" w="sm" type="none"/>
              <a:tailEnd len="sm" w="sm" type="none"/>
            </a:ln>
          </p:spPr>
        </p:sp>
        <p:sp>
          <p:nvSpPr>
            <p:cNvPr id="695" name="Google Shape;695;g2ec6e1c504f_0_2"/>
            <p:cNvSpPr/>
            <p:nvPr/>
          </p:nvSpPr>
          <p:spPr>
            <a:xfrm>
              <a:off x="6002594" y="2170692"/>
              <a:ext cx="1389300" cy="868200"/>
            </a:xfrm>
            <a:prstGeom prst="roundRect">
              <a:avLst>
                <a:gd fmla="val 10000" name="adj"/>
              </a:avLst>
            </a:prstGeom>
            <a:solidFill>
              <a:schemeClr val="lt1">
                <a:alpha val="89800"/>
              </a:schemeClr>
            </a:solidFill>
            <a:ln cap="flat" cmpd="sng" w="254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g2ec6e1c504f_0_2"/>
            <p:cNvSpPr txBox="1"/>
            <p:nvPr/>
          </p:nvSpPr>
          <p:spPr>
            <a:xfrm>
              <a:off x="6028024" y="2196122"/>
              <a:ext cx="1338300" cy="817500"/>
            </a:xfrm>
            <a:prstGeom prst="rect">
              <a:avLst/>
            </a:prstGeom>
            <a:noFill/>
            <a:ln>
              <a:noFill/>
            </a:ln>
          </p:spPr>
          <p:txBody>
            <a:bodyPr anchorCtr="0" anchor="ctr" bIns="13950" lIns="20950" spcFirstLastPara="1" rIns="20950" wrap="square" tIns="13950">
              <a:noAutofit/>
            </a:bodyPr>
            <a:lstStyle/>
            <a:p>
              <a:pPr indent="0" lvl="0" marL="0" marR="0" rtl="0" algn="ctr">
                <a:lnSpc>
                  <a:spcPct val="90000"/>
                </a:lnSpc>
                <a:spcBef>
                  <a:spcPts val="0"/>
                </a:spcBef>
                <a:spcAft>
                  <a:spcPts val="0"/>
                </a:spcAft>
                <a:buNone/>
              </a:pPr>
              <a:r>
                <a:rPr b="0" i="0" lang="en-IN" sz="1100" u="sng" cap="none" strike="noStrike">
                  <a:solidFill>
                    <a:srgbClr val="000000"/>
                  </a:solidFill>
                  <a:latin typeface="Arial"/>
                  <a:ea typeface="Arial"/>
                  <a:cs typeface="Arial"/>
                  <a:sym typeface="Arial"/>
                </a:rPr>
                <a:t>Examples</a:t>
              </a:r>
              <a:endParaRPr/>
            </a:p>
            <a:p>
              <a:pPr indent="0" lvl="0" marL="0" marR="0" rtl="0" algn="ctr">
                <a:lnSpc>
                  <a:spcPct val="90000"/>
                </a:lnSpc>
                <a:spcBef>
                  <a:spcPts val="385"/>
                </a:spcBef>
                <a:spcAft>
                  <a:spcPts val="0"/>
                </a:spcAft>
                <a:buNone/>
              </a:pPr>
              <a:r>
                <a:rPr b="0" i="0" lang="en-IN" sz="1100" u="sng" cap="none" strike="noStrike">
                  <a:solidFill>
                    <a:srgbClr val="000000"/>
                  </a:solidFill>
                  <a:latin typeface="Arial"/>
                  <a:ea typeface="Arial"/>
                  <a:cs typeface="Arial"/>
                  <a:sym typeface="Arial"/>
                </a:rPr>
                <a:t>Shop Floor</a:t>
              </a:r>
              <a:endParaRPr/>
            </a:p>
            <a:p>
              <a:pPr indent="0" lvl="0" marL="0" marR="0" rtl="0" algn="ctr">
                <a:lnSpc>
                  <a:spcPct val="90000"/>
                </a:lnSpc>
                <a:spcBef>
                  <a:spcPts val="385"/>
                </a:spcBef>
                <a:spcAft>
                  <a:spcPts val="0"/>
                </a:spcAft>
                <a:buNone/>
              </a:pPr>
              <a:r>
                <a:rPr b="0" i="0" lang="en-IN" sz="1100" u="sng" cap="none" strike="noStrike">
                  <a:solidFill>
                    <a:srgbClr val="000000"/>
                  </a:solidFill>
                  <a:latin typeface="Arial"/>
                  <a:ea typeface="Arial"/>
                  <a:cs typeface="Arial"/>
                  <a:sym typeface="Arial"/>
                </a:rPr>
                <a:t>Self-Driving Cars</a:t>
              </a:r>
              <a:endParaRPr/>
            </a:p>
            <a:p>
              <a:pPr indent="0" lvl="0" marL="0" marR="0" rtl="0" algn="ctr">
                <a:lnSpc>
                  <a:spcPct val="90000"/>
                </a:lnSpc>
                <a:spcBef>
                  <a:spcPts val="385"/>
                </a:spcBef>
                <a:spcAft>
                  <a:spcPts val="0"/>
                </a:spcAft>
                <a:buNone/>
              </a:pPr>
              <a:r>
                <a:t/>
              </a:r>
              <a:endParaRPr b="0" i="0" sz="11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6"/>
          <p:cNvSpPr txBox="1"/>
          <p:nvPr>
            <p:ph idx="1" type="body"/>
          </p:nvPr>
        </p:nvSpPr>
        <p:spPr>
          <a:xfrm>
            <a:off x="813595" y="1338550"/>
            <a:ext cx="7516800" cy="26193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750"/>
              </a:spcBef>
              <a:spcAft>
                <a:spcPts val="0"/>
              </a:spcAft>
              <a:buSzPts val="1400"/>
              <a:buChar char="●"/>
            </a:pPr>
            <a:r>
              <a:rPr lang="en-IN" sz="1400"/>
              <a:t>Data Centres (DC)</a:t>
            </a:r>
            <a:endParaRPr sz="1400"/>
          </a:p>
          <a:p>
            <a:pPr indent="0" lvl="0" marL="457200" rtl="0" algn="l">
              <a:lnSpc>
                <a:spcPct val="100000"/>
              </a:lnSpc>
              <a:spcBef>
                <a:spcPts val="750"/>
              </a:spcBef>
              <a:spcAft>
                <a:spcPts val="0"/>
              </a:spcAft>
              <a:buSzPts val="1800"/>
              <a:buNone/>
            </a:pPr>
            <a:r>
              <a:rPr lang="en-IN" sz="1400"/>
              <a:t>A building or facilities used to house computer systems and associated components, such as telecommunications and storage systems, providing infrastructure for data processing and management</a:t>
            </a:r>
            <a:endParaRPr/>
          </a:p>
          <a:p>
            <a:pPr indent="0" lvl="0" marL="457200" rtl="0" algn="l">
              <a:lnSpc>
                <a:spcPct val="100000"/>
              </a:lnSpc>
              <a:spcBef>
                <a:spcPts val="750"/>
              </a:spcBef>
              <a:spcAft>
                <a:spcPts val="0"/>
              </a:spcAft>
              <a:buSzPts val="1800"/>
              <a:buNone/>
            </a:pPr>
            <a:r>
              <a:t/>
            </a:r>
            <a:endParaRPr sz="1400"/>
          </a:p>
          <a:p>
            <a:pPr indent="-317500" lvl="0" marL="457200" rtl="0" algn="l">
              <a:lnSpc>
                <a:spcPct val="100000"/>
              </a:lnSpc>
              <a:spcBef>
                <a:spcPts val="750"/>
              </a:spcBef>
              <a:spcAft>
                <a:spcPts val="0"/>
              </a:spcAft>
              <a:buSzPts val="1400"/>
              <a:buChar char="●"/>
            </a:pPr>
            <a:r>
              <a:rPr lang="en-IN" sz="1400"/>
              <a:t>Elements of DC</a:t>
            </a:r>
            <a:endParaRPr/>
          </a:p>
          <a:p>
            <a:pPr indent="0" lvl="0" marL="457200" rtl="0" algn="l">
              <a:lnSpc>
                <a:spcPct val="100000"/>
              </a:lnSpc>
              <a:spcBef>
                <a:spcPts val="750"/>
              </a:spcBef>
              <a:spcAft>
                <a:spcPts val="0"/>
              </a:spcAft>
              <a:buSzPts val="1800"/>
              <a:buNone/>
            </a:pPr>
            <a:r>
              <a:rPr lang="en-IN" sz="1400"/>
              <a:t>IT Equipment: Servers, Routers, Switches, </a:t>
            </a:r>
            <a:endParaRPr/>
          </a:p>
          <a:p>
            <a:pPr indent="0" lvl="0" marL="457200" rtl="0" algn="l">
              <a:lnSpc>
                <a:spcPct val="100000"/>
              </a:lnSpc>
              <a:spcBef>
                <a:spcPts val="750"/>
              </a:spcBef>
              <a:spcAft>
                <a:spcPts val="0"/>
              </a:spcAft>
              <a:buSzPts val="1800"/>
              <a:buNone/>
            </a:pPr>
            <a:r>
              <a:rPr lang="en-IN" sz="1400"/>
              <a:t>Physical infra: Cooling systems, Racks, Power supply</a:t>
            </a:r>
            <a:endParaRPr/>
          </a:p>
          <a:p>
            <a:pPr indent="0" lvl="0" marL="457200" rtl="0" algn="l">
              <a:lnSpc>
                <a:spcPct val="100000"/>
              </a:lnSpc>
              <a:spcBef>
                <a:spcPts val="750"/>
              </a:spcBef>
              <a:spcAft>
                <a:spcPts val="0"/>
              </a:spcAft>
              <a:buSzPts val="1800"/>
              <a:buNone/>
            </a:pPr>
            <a:r>
              <a:rPr lang="en-IN" sz="1400"/>
              <a:t>Utility services: Power, ISP</a:t>
            </a:r>
            <a:endParaRPr/>
          </a:p>
        </p:txBody>
      </p:sp>
      <p:sp>
        <p:nvSpPr>
          <p:cNvPr id="702" name="Google Shape;702;p6"/>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Data Center</a:t>
            </a:r>
            <a:endParaRPr b="0" i="0" sz="1800" u="none" cap="none" strike="noStrike">
              <a:solidFill>
                <a:schemeClr val="dk1"/>
              </a:solidFill>
              <a:latin typeface="Calibri"/>
              <a:ea typeface="Calibri"/>
              <a:cs typeface="Calibri"/>
              <a:sym typeface="Calibri"/>
            </a:endParaRPr>
          </a:p>
        </p:txBody>
      </p:sp>
      <p:sp>
        <p:nvSpPr>
          <p:cNvPr id="703" name="Google Shape;703;p6"/>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704" name="Google Shape;704;p6"/>
          <p:cNvSpPr txBox="1"/>
          <p:nvPr/>
        </p:nvSpPr>
        <p:spPr>
          <a:xfrm>
            <a:off x="407344" y="435429"/>
            <a:ext cx="4955400" cy="7515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1600"/>
              <a:buFont typeface="Proxima Nova"/>
              <a:buNone/>
            </a:pPr>
            <a:r>
              <a:t/>
            </a:r>
            <a:endParaRPr b="0" i="0" sz="1600" u="none" cap="none" strike="noStrike">
              <a:solidFill>
                <a:schemeClr val="lt1"/>
              </a:solidFill>
              <a:latin typeface="Proxima Nova"/>
              <a:ea typeface="Proxima Nova"/>
              <a:cs typeface="Proxima Nova"/>
              <a:sym typeface="Proxima Nova"/>
            </a:endParaRPr>
          </a:p>
        </p:txBody>
      </p:sp>
      <p:sp>
        <p:nvSpPr>
          <p:cNvPr id="705" name="Google Shape;705;p6"/>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pic>
        <p:nvPicPr>
          <p:cNvPr id="706" name="Google Shape;706;p6"/>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0" st="0"/>
                                            </p:txEl>
                                          </p:spTgt>
                                        </p:tgtEl>
                                        <p:attrNameLst>
                                          <p:attrName>style.visibility</p:attrName>
                                        </p:attrNameLst>
                                      </p:cBhvr>
                                      <p:to>
                                        <p:strVal val="visible"/>
                                      </p:to>
                                    </p:set>
                                    <p:animEffect filter="fade" transition="in">
                                      <p:cBhvr>
                                        <p:cTn dur="500"/>
                                        <p:tgtEl>
                                          <p:spTgt spid="7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1" st="1"/>
                                            </p:txEl>
                                          </p:spTgt>
                                        </p:tgtEl>
                                        <p:attrNameLst>
                                          <p:attrName>style.visibility</p:attrName>
                                        </p:attrNameLst>
                                      </p:cBhvr>
                                      <p:to>
                                        <p:strVal val="visible"/>
                                      </p:to>
                                    </p:set>
                                    <p:animEffect filter="fade" transition="in">
                                      <p:cBhvr>
                                        <p:cTn dur="500"/>
                                        <p:tgtEl>
                                          <p:spTgt spid="7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2" st="2"/>
                                            </p:txEl>
                                          </p:spTgt>
                                        </p:tgtEl>
                                        <p:attrNameLst>
                                          <p:attrName>style.visibility</p:attrName>
                                        </p:attrNameLst>
                                      </p:cBhvr>
                                      <p:to>
                                        <p:strVal val="visible"/>
                                      </p:to>
                                    </p:set>
                                    <p:animEffect filter="fade" transition="in">
                                      <p:cBhvr>
                                        <p:cTn dur="500"/>
                                        <p:tgtEl>
                                          <p:spTgt spid="7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3" st="3"/>
                                            </p:txEl>
                                          </p:spTgt>
                                        </p:tgtEl>
                                        <p:attrNameLst>
                                          <p:attrName>style.visibility</p:attrName>
                                        </p:attrNameLst>
                                      </p:cBhvr>
                                      <p:to>
                                        <p:strVal val="visible"/>
                                      </p:to>
                                    </p:set>
                                    <p:animEffect filter="fade" transition="in">
                                      <p:cBhvr>
                                        <p:cTn dur="500"/>
                                        <p:tgtEl>
                                          <p:spTgt spid="7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4" st="4"/>
                                            </p:txEl>
                                          </p:spTgt>
                                        </p:tgtEl>
                                        <p:attrNameLst>
                                          <p:attrName>style.visibility</p:attrName>
                                        </p:attrNameLst>
                                      </p:cBhvr>
                                      <p:to>
                                        <p:strVal val="visible"/>
                                      </p:to>
                                    </p:set>
                                    <p:animEffect filter="fade" transition="in">
                                      <p:cBhvr>
                                        <p:cTn dur="500"/>
                                        <p:tgtEl>
                                          <p:spTgt spid="70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5" st="5"/>
                                            </p:txEl>
                                          </p:spTgt>
                                        </p:tgtEl>
                                        <p:attrNameLst>
                                          <p:attrName>style.visibility</p:attrName>
                                        </p:attrNameLst>
                                      </p:cBhvr>
                                      <p:to>
                                        <p:strVal val="visible"/>
                                      </p:to>
                                    </p:set>
                                    <p:animEffect filter="fade" transition="in">
                                      <p:cBhvr>
                                        <p:cTn dur="500"/>
                                        <p:tgtEl>
                                          <p:spTgt spid="70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xEl>
                                              <p:pRg end="6" st="6"/>
                                            </p:txEl>
                                          </p:spTgt>
                                        </p:tgtEl>
                                        <p:attrNameLst>
                                          <p:attrName>style.visibility</p:attrName>
                                        </p:attrNameLst>
                                      </p:cBhvr>
                                      <p:to>
                                        <p:strVal val="visible"/>
                                      </p:to>
                                    </p:set>
                                    <p:animEffect filter="fade" transition="in">
                                      <p:cBhvr>
                                        <p:cTn dur="500"/>
                                        <p:tgtEl>
                                          <p:spTgt spid="70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7"/>
          <p:cNvSpPr txBox="1"/>
          <p:nvPr>
            <p:ph idx="1" type="body"/>
          </p:nvPr>
        </p:nvSpPr>
        <p:spPr>
          <a:xfrm>
            <a:off x="813595" y="1338550"/>
            <a:ext cx="7516800" cy="26193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750"/>
              </a:spcBef>
              <a:spcAft>
                <a:spcPts val="0"/>
              </a:spcAft>
              <a:buSzPts val="1400"/>
              <a:buChar char="●"/>
            </a:pPr>
            <a:r>
              <a:rPr lang="en-IN" sz="1400"/>
              <a:t>What is Deployment</a:t>
            </a:r>
            <a:endParaRPr/>
          </a:p>
          <a:p>
            <a:pPr indent="0" lvl="1" marL="596900" rtl="0" algn="l">
              <a:lnSpc>
                <a:spcPct val="100000"/>
              </a:lnSpc>
              <a:spcBef>
                <a:spcPts val="750"/>
              </a:spcBef>
              <a:spcAft>
                <a:spcPts val="0"/>
              </a:spcAft>
              <a:buSzPts val="1400"/>
              <a:buNone/>
            </a:pPr>
            <a:r>
              <a:rPr lang="en-IN" sz="1400"/>
              <a:t>Sophisticated installation of hardware and software</a:t>
            </a:r>
            <a:endParaRPr/>
          </a:p>
          <a:p>
            <a:pPr indent="-228600" lvl="0" marL="457200" rtl="0" algn="l">
              <a:lnSpc>
                <a:spcPct val="100000"/>
              </a:lnSpc>
              <a:spcBef>
                <a:spcPts val="750"/>
              </a:spcBef>
              <a:spcAft>
                <a:spcPts val="0"/>
              </a:spcAft>
              <a:buSzPts val="1400"/>
              <a:buNone/>
            </a:pPr>
            <a:r>
              <a:t/>
            </a:r>
            <a:endParaRPr sz="1400"/>
          </a:p>
          <a:p>
            <a:pPr indent="-317500" lvl="0" marL="457200" rtl="0" algn="l">
              <a:lnSpc>
                <a:spcPct val="100000"/>
              </a:lnSpc>
              <a:spcBef>
                <a:spcPts val="750"/>
              </a:spcBef>
              <a:spcAft>
                <a:spcPts val="0"/>
              </a:spcAft>
              <a:buSzPts val="1400"/>
              <a:buChar char="●"/>
            </a:pPr>
            <a:r>
              <a:rPr lang="en-IN" sz="1400"/>
              <a:t>On-Premise Deployment</a:t>
            </a:r>
            <a:endParaRPr sz="1400"/>
          </a:p>
          <a:p>
            <a:pPr indent="0" lvl="0" marL="457200" rtl="0" algn="l">
              <a:lnSpc>
                <a:spcPct val="100000"/>
              </a:lnSpc>
              <a:spcBef>
                <a:spcPts val="750"/>
              </a:spcBef>
              <a:spcAft>
                <a:spcPts val="0"/>
              </a:spcAft>
              <a:buSzPts val="1800"/>
              <a:buNone/>
            </a:pPr>
            <a:r>
              <a:rPr lang="en-IN" sz="1400"/>
              <a:t>The installation and operation of software applications on the physical hardware and infrastructure located within an organisation's premises</a:t>
            </a:r>
            <a:endParaRPr/>
          </a:p>
          <a:p>
            <a:pPr indent="0" lvl="0" marL="457200" rtl="0" algn="l">
              <a:lnSpc>
                <a:spcPct val="100000"/>
              </a:lnSpc>
              <a:spcBef>
                <a:spcPts val="750"/>
              </a:spcBef>
              <a:spcAft>
                <a:spcPts val="0"/>
              </a:spcAft>
              <a:buSzPts val="1800"/>
              <a:buNone/>
            </a:pPr>
            <a:r>
              <a:t/>
            </a:r>
            <a:endParaRPr sz="1400"/>
          </a:p>
          <a:p>
            <a:pPr indent="-317500" lvl="0" marL="457200" rtl="0" algn="l">
              <a:lnSpc>
                <a:spcPct val="100000"/>
              </a:lnSpc>
              <a:spcBef>
                <a:spcPts val="750"/>
              </a:spcBef>
              <a:spcAft>
                <a:spcPts val="0"/>
              </a:spcAft>
              <a:buSzPts val="1400"/>
              <a:buChar char="●"/>
            </a:pPr>
            <a:r>
              <a:rPr lang="en-IN" sz="1400"/>
              <a:t>Off-Premise Deployment</a:t>
            </a:r>
            <a:endParaRPr/>
          </a:p>
          <a:p>
            <a:pPr indent="0" lvl="0" marL="457200" rtl="0" algn="l">
              <a:lnSpc>
                <a:spcPct val="100000"/>
              </a:lnSpc>
              <a:spcBef>
                <a:spcPts val="750"/>
              </a:spcBef>
              <a:spcAft>
                <a:spcPts val="0"/>
              </a:spcAft>
              <a:buSzPts val="1800"/>
              <a:buNone/>
            </a:pPr>
            <a:r>
              <a:rPr lang="en-IN" sz="1400"/>
              <a:t>Using a dedicated data-center on rent to make software available to users</a:t>
            </a:r>
            <a:endParaRPr/>
          </a:p>
          <a:p>
            <a:pPr indent="0" lvl="0" marL="457200" rtl="0" algn="l">
              <a:lnSpc>
                <a:spcPct val="100000"/>
              </a:lnSpc>
              <a:spcBef>
                <a:spcPts val="750"/>
              </a:spcBef>
              <a:spcAft>
                <a:spcPts val="0"/>
              </a:spcAft>
              <a:buSzPts val="1800"/>
              <a:buNone/>
            </a:pPr>
            <a:r>
              <a:rPr lang="en-IN" sz="1400"/>
              <a:t>Using shared infrastructure</a:t>
            </a:r>
            <a:endParaRPr sz="1400"/>
          </a:p>
        </p:txBody>
      </p:sp>
      <p:sp>
        <p:nvSpPr>
          <p:cNvPr id="712" name="Google Shape;712;p7"/>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Deployment Concepts</a:t>
            </a:r>
            <a:endParaRPr b="0" i="0" sz="1800" u="none" cap="none" strike="noStrike">
              <a:solidFill>
                <a:schemeClr val="dk1"/>
              </a:solidFill>
              <a:latin typeface="Calibri"/>
              <a:ea typeface="Calibri"/>
              <a:cs typeface="Calibri"/>
              <a:sym typeface="Calibri"/>
            </a:endParaRPr>
          </a:p>
        </p:txBody>
      </p:sp>
      <p:sp>
        <p:nvSpPr>
          <p:cNvPr id="713" name="Google Shape;713;p7"/>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714" name="Google Shape;714;p7"/>
          <p:cNvSpPr txBox="1"/>
          <p:nvPr/>
        </p:nvSpPr>
        <p:spPr>
          <a:xfrm>
            <a:off x="407344" y="435429"/>
            <a:ext cx="4955400" cy="7515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1600"/>
              <a:buFont typeface="Proxima Nova"/>
              <a:buNone/>
            </a:pPr>
            <a:r>
              <a:t/>
            </a:r>
            <a:endParaRPr b="0" i="0" sz="1600" u="none" cap="none" strike="noStrike">
              <a:solidFill>
                <a:schemeClr val="lt1"/>
              </a:solidFill>
              <a:latin typeface="Proxima Nova"/>
              <a:ea typeface="Proxima Nova"/>
              <a:cs typeface="Proxima Nova"/>
              <a:sym typeface="Proxima Nova"/>
            </a:endParaRPr>
          </a:p>
        </p:txBody>
      </p:sp>
      <p:sp>
        <p:nvSpPr>
          <p:cNvPr id="715" name="Google Shape;715;p7"/>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pic>
        <p:nvPicPr>
          <p:cNvPr id="716" name="Google Shape;716;p7"/>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11">
                                            <p:txEl>
                                              <p:pRg end="0" st="0"/>
                                            </p:txEl>
                                          </p:spTgt>
                                        </p:tgtEl>
                                        <p:attrNameLst>
                                          <p:attrName>style.visibility</p:attrName>
                                        </p:attrNameLst>
                                      </p:cBhvr>
                                      <p:to>
                                        <p:strVal val="visible"/>
                                      </p:to>
                                    </p:set>
                                    <p:animEffect filter="fade" transition="in">
                                      <p:cBhvr>
                                        <p:cTn dur="500"/>
                                        <p:tgtEl>
                                          <p:spTgt spid="71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711">
                                            <p:txEl>
                                              <p:pRg end="1" st="1"/>
                                            </p:txEl>
                                          </p:spTgt>
                                        </p:tgtEl>
                                        <p:attrNameLst>
                                          <p:attrName>style.visibility</p:attrName>
                                        </p:attrNameLst>
                                      </p:cBhvr>
                                      <p:to>
                                        <p:strVal val="visible"/>
                                      </p:to>
                                    </p:set>
                                    <p:animEffect filter="fade" transition="in">
                                      <p:cBhvr>
                                        <p:cTn dur="500"/>
                                        <p:tgtEl>
                                          <p:spTgt spid="711">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711">
                                            <p:txEl>
                                              <p:pRg end="2" st="2"/>
                                            </p:txEl>
                                          </p:spTgt>
                                        </p:tgtEl>
                                        <p:attrNameLst>
                                          <p:attrName>style.visibility</p:attrName>
                                        </p:attrNameLst>
                                      </p:cBhvr>
                                      <p:to>
                                        <p:strVal val="visible"/>
                                      </p:to>
                                    </p:set>
                                    <p:animEffect filter="fade" transition="in">
                                      <p:cBhvr>
                                        <p:cTn dur="500"/>
                                        <p:tgtEl>
                                          <p:spTgt spid="711">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711">
                                            <p:txEl>
                                              <p:pRg end="3" st="3"/>
                                            </p:txEl>
                                          </p:spTgt>
                                        </p:tgtEl>
                                        <p:attrNameLst>
                                          <p:attrName>style.visibility</p:attrName>
                                        </p:attrNameLst>
                                      </p:cBhvr>
                                      <p:to>
                                        <p:strVal val="visible"/>
                                      </p:to>
                                    </p:set>
                                    <p:animEffect filter="fade" transition="in">
                                      <p:cBhvr>
                                        <p:cTn dur="500"/>
                                        <p:tgtEl>
                                          <p:spTgt spid="711">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711">
                                            <p:txEl>
                                              <p:pRg end="4" st="4"/>
                                            </p:txEl>
                                          </p:spTgt>
                                        </p:tgtEl>
                                        <p:attrNameLst>
                                          <p:attrName>style.visibility</p:attrName>
                                        </p:attrNameLst>
                                      </p:cBhvr>
                                      <p:to>
                                        <p:strVal val="visible"/>
                                      </p:to>
                                    </p:set>
                                    <p:animEffect filter="fade" transition="in">
                                      <p:cBhvr>
                                        <p:cTn dur="500"/>
                                        <p:tgtEl>
                                          <p:spTgt spid="711">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711">
                                            <p:txEl>
                                              <p:pRg end="5" st="5"/>
                                            </p:txEl>
                                          </p:spTgt>
                                        </p:tgtEl>
                                        <p:attrNameLst>
                                          <p:attrName>style.visibility</p:attrName>
                                        </p:attrNameLst>
                                      </p:cBhvr>
                                      <p:to>
                                        <p:strVal val="visible"/>
                                      </p:to>
                                    </p:set>
                                    <p:animEffect filter="fade" transition="in">
                                      <p:cBhvr>
                                        <p:cTn dur="500"/>
                                        <p:tgtEl>
                                          <p:spTgt spid="711">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711">
                                            <p:txEl>
                                              <p:pRg end="6" st="6"/>
                                            </p:txEl>
                                          </p:spTgt>
                                        </p:tgtEl>
                                        <p:attrNameLst>
                                          <p:attrName>style.visibility</p:attrName>
                                        </p:attrNameLst>
                                      </p:cBhvr>
                                      <p:to>
                                        <p:strVal val="visible"/>
                                      </p:to>
                                    </p:set>
                                    <p:animEffect filter="fade" transition="in">
                                      <p:cBhvr>
                                        <p:cTn dur="500"/>
                                        <p:tgtEl>
                                          <p:spTgt spid="711">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711">
                                            <p:txEl>
                                              <p:pRg end="7" st="7"/>
                                            </p:txEl>
                                          </p:spTgt>
                                        </p:tgtEl>
                                        <p:attrNameLst>
                                          <p:attrName>style.visibility</p:attrName>
                                        </p:attrNameLst>
                                      </p:cBhvr>
                                      <p:to>
                                        <p:strVal val="visible"/>
                                      </p:to>
                                    </p:set>
                                    <p:animEffect filter="fade" transition="in">
                                      <p:cBhvr>
                                        <p:cTn dur="500"/>
                                        <p:tgtEl>
                                          <p:spTgt spid="711">
                                            <p:txEl>
                                              <p:pRg end="7" st="7"/>
                                            </p:txEl>
                                          </p:spTgt>
                                        </p:tgtEl>
                                      </p:cBhvr>
                                    </p:animEffect>
                                  </p:childTnLst>
                                </p:cTn>
                              </p:par>
                              <p:par>
                                <p:cTn fill="hold" nodeType="withEffect" presetClass="entr" presetID="10" presetSubtype="0">
                                  <p:stCondLst>
                                    <p:cond delay="0"/>
                                  </p:stCondLst>
                                  <p:childTnLst>
                                    <p:set>
                                      <p:cBhvr>
                                        <p:cTn dur="1" fill="hold">
                                          <p:stCondLst>
                                            <p:cond delay="0"/>
                                          </p:stCondLst>
                                        </p:cTn>
                                        <p:tgtEl>
                                          <p:spTgt spid="711">
                                            <p:txEl>
                                              <p:pRg end="8" st="8"/>
                                            </p:txEl>
                                          </p:spTgt>
                                        </p:tgtEl>
                                        <p:attrNameLst>
                                          <p:attrName>style.visibility</p:attrName>
                                        </p:attrNameLst>
                                      </p:cBhvr>
                                      <p:to>
                                        <p:strVal val="visible"/>
                                      </p:to>
                                    </p:set>
                                    <p:animEffect filter="fade" transition="in">
                                      <p:cBhvr>
                                        <p:cTn dur="500"/>
                                        <p:tgtEl>
                                          <p:spTgt spid="711">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8"/>
          <p:cNvSpPr txBox="1"/>
          <p:nvPr>
            <p:ph idx="1" type="body"/>
          </p:nvPr>
        </p:nvSpPr>
        <p:spPr>
          <a:xfrm>
            <a:off x="813595" y="1338550"/>
            <a:ext cx="7516800" cy="26193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750"/>
              </a:spcBef>
              <a:spcAft>
                <a:spcPts val="0"/>
              </a:spcAft>
              <a:buSzPts val="1400"/>
              <a:buChar char="●"/>
            </a:pPr>
            <a:r>
              <a:rPr lang="en-IN" sz="1400"/>
              <a:t>Virtualization</a:t>
            </a:r>
            <a:endParaRPr/>
          </a:p>
          <a:p>
            <a:pPr indent="0" lvl="0" marL="457200" rtl="0" algn="l">
              <a:lnSpc>
                <a:spcPct val="100000"/>
              </a:lnSpc>
              <a:spcBef>
                <a:spcPts val="750"/>
              </a:spcBef>
              <a:spcAft>
                <a:spcPts val="0"/>
              </a:spcAft>
              <a:buSzPts val="1800"/>
              <a:buNone/>
            </a:pPr>
            <a:r>
              <a:rPr lang="en-IN" sz="1400"/>
              <a:t>The process of creating virtual (non-physical) versions of physical hardware </a:t>
            </a:r>
            <a:endParaRPr/>
          </a:p>
          <a:p>
            <a:pPr indent="-317500" lvl="0" marL="457200" rtl="0" algn="l">
              <a:lnSpc>
                <a:spcPct val="100000"/>
              </a:lnSpc>
              <a:spcBef>
                <a:spcPts val="750"/>
              </a:spcBef>
              <a:spcAft>
                <a:spcPts val="0"/>
              </a:spcAft>
              <a:buSzPts val="1400"/>
              <a:buChar char="●"/>
            </a:pPr>
            <a:r>
              <a:rPr lang="en-IN" sz="1400"/>
              <a:t>Virtual Machine Software</a:t>
            </a:r>
            <a:endParaRPr sz="1400"/>
          </a:p>
          <a:p>
            <a:pPr indent="0" lvl="0" marL="457200" rtl="0" algn="l">
              <a:lnSpc>
                <a:spcPct val="100000"/>
              </a:lnSpc>
              <a:spcBef>
                <a:spcPts val="750"/>
              </a:spcBef>
              <a:spcAft>
                <a:spcPts val="0"/>
              </a:spcAft>
              <a:buSzPts val="1800"/>
              <a:buNone/>
            </a:pPr>
            <a:r>
              <a:rPr lang="en-IN" sz="1400"/>
              <a:t>Software that can allows a single “large” physical computer to be used to run multiple “smaller” computers</a:t>
            </a:r>
            <a:endParaRPr/>
          </a:p>
          <a:p>
            <a:pPr indent="-317500" lvl="0" marL="457200" rtl="0" algn="l">
              <a:lnSpc>
                <a:spcPct val="100000"/>
              </a:lnSpc>
              <a:spcBef>
                <a:spcPts val="750"/>
              </a:spcBef>
              <a:spcAft>
                <a:spcPts val="0"/>
              </a:spcAft>
              <a:buSzPts val="1400"/>
              <a:buChar char="●"/>
            </a:pPr>
            <a:r>
              <a:rPr lang="en-IN" sz="1400"/>
              <a:t>Virtual Machine Image</a:t>
            </a:r>
            <a:endParaRPr/>
          </a:p>
          <a:p>
            <a:pPr indent="0" lvl="0" marL="457200" rtl="0" algn="l">
              <a:lnSpc>
                <a:spcPct val="100000"/>
              </a:lnSpc>
              <a:spcBef>
                <a:spcPts val="750"/>
              </a:spcBef>
              <a:spcAft>
                <a:spcPts val="0"/>
              </a:spcAft>
              <a:buSzPts val="1800"/>
              <a:buNone/>
            </a:pPr>
            <a:r>
              <a:rPr lang="en-IN" sz="1400"/>
              <a:t>Packaging of virtual elements necessary for VM software to provide the services of a physical computer</a:t>
            </a:r>
            <a:endParaRPr b="1" sz="1400"/>
          </a:p>
          <a:p>
            <a:pPr indent="-228600" lvl="0" marL="457200" rtl="0" algn="l">
              <a:lnSpc>
                <a:spcPct val="100000"/>
              </a:lnSpc>
              <a:spcBef>
                <a:spcPts val="750"/>
              </a:spcBef>
              <a:spcAft>
                <a:spcPts val="0"/>
              </a:spcAft>
              <a:buSzPts val="1400"/>
              <a:buNone/>
            </a:pPr>
            <a:r>
              <a:t/>
            </a:r>
            <a:endParaRPr sz="1400"/>
          </a:p>
          <a:p>
            <a:pPr indent="0" lvl="0" marL="457200" rtl="0" algn="l">
              <a:lnSpc>
                <a:spcPct val="100000"/>
              </a:lnSpc>
              <a:spcBef>
                <a:spcPts val="750"/>
              </a:spcBef>
              <a:spcAft>
                <a:spcPts val="0"/>
              </a:spcAft>
              <a:buSzPts val="1800"/>
              <a:buNone/>
            </a:pPr>
            <a:r>
              <a:t/>
            </a:r>
            <a:endParaRPr b="1" sz="1400"/>
          </a:p>
        </p:txBody>
      </p:sp>
      <p:sp>
        <p:nvSpPr>
          <p:cNvPr id="722" name="Google Shape;722;p8"/>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Virtualization Concepts</a:t>
            </a:r>
            <a:endParaRPr b="0" i="0" sz="1800" u="none" cap="none" strike="noStrike">
              <a:solidFill>
                <a:schemeClr val="dk1"/>
              </a:solidFill>
              <a:latin typeface="Calibri"/>
              <a:ea typeface="Calibri"/>
              <a:cs typeface="Calibri"/>
              <a:sym typeface="Calibri"/>
            </a:endParaRPr>
          </a:p>
        </p:txBody>
      </p:sp>
      <p:sp>
        <p:nvSpPr>
          <p:cNvPr id="723" name="Google Shape;723;p8"/>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724" name="Google Shape;724;p8"/>
          <p:cNvSpPr txBox="1"/>
          <p:nvPr/>
        </p:nvSpPr>
        <p:spPr>
          <a:xfrm>
            <a:off x="407344" y="435429"/>
            <a:ext cx="4955400" cy="7515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1600"/>
              <a:buFont typeface="Proxima Nova"/>
              <a:buNone/>
            </a:pPr>
            <a:r>
              <a:t/>
            </a:r>
            <a:endParaRPr b="0" i="0" sz="1600" u="none" cap="none" strike="noStrike">
              <a:solidFill>
                <a:schemeClr val="lt1"/>
              </a:solidFill>
              <a:latin typeface="Proxima Nova"/>
              <a:ea typeface="Proxima Nova"/>
              <a:cs typeface="Proxima Nova"/>
              <a:sym typeface="Proxima Nova"/>
            </a:endParaRPr>
          </a:p>
        </p:txBody>
      </p:sp>
      <p:sp>
        <p:nvSpPr>
          <p:cNvPr id="725" name="Google Shape;725;p8"/>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pic>
        <p:nvPicPr>
          <p:cNvPr id="726" name="Google Shape;726;p8"/>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1">
                                            <p:txEl>
                                              <p:pRg end="0" st="0"/>
                                            </p:txEl>
                                          </p:spTgt>
                                        </p:tgtEl>
                                        <p:attrNameLst>
                                          <p:attrName>style.visibility</p:attrName>
                                        </p:attrNameLst>
                                      </p:cBhvr>
                                      <p:to>
                                        <p:strVal val="visible"/>
                                      </p:to>
                                    </p:set>
                                    <p:animEffect filter="fade" transition="in">
                                      <p:cBhvr>
                                        <p:cTn dur="500"/>
                                        <p:tgtEl>
                                          <p:spTgt spid="7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1">
                                            <p:txEl>
                                              <p:pRg end="1" st="1"/>
                                            </p:txEl>
                                          </p:spTgt>
                                        </p:tgtEl>
                                        <p:attrNameLst>
                                          <p:attrName>style.visibility</p:attrName>
                                        </p:attrNameLst>
                                      </p:cBhvr>
                                      <p:to>
                                        <p:strVal val="visible"/>
                                      </p:to>
                                    </p:set>
                                    <p:animEffect filter="fade" transition="in">
                                      <p:cBhvr>
                                        <p:cTn dur="500"/>
                                        <p:tgtEl>
                                          <p:spTgt spid="7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1">
                                            <p:txEl>
                                              <p:pRg end="2" st="2"/>
                                            </p:txEl>
                                          </p:spTgt>
                                        </p:tgtEl>
                                        <p:attrNameLst>
                                          <p:attrName>style.visibility</p:attrName>
                                        </p:attrNameLst>
                                      </p:cBhvr>
                                      <p:to>
                                        <p:strVal val="visible"/>
                                      </p:to>
                                    </p:set>
                                    <p:animEffect filter="fade" transition="in">
                                      <p:cBhvr>
                                        <p:cTn dur="500"/>
                                        <p:tgtEl>
                                          <p:spTgt spid="7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1">
                                            <p:txEl>
                                              <p:pRg end="3" st="3"/>
                                            </p:txEl>
                                          </p:spTgt>
                                        </p:tgtEl>
                                        <p:attrNameLst>
                                          <p:attrName>style.visibility</p:attrName>
                                        </p:attrNameLst>
                                      </p:cBhvr>
                                      <p:to>
                                        <p:strVal val="visible"/>
                                      </p:to>
                                    </p:set>
                                    <p:animEffect filter="fade" transition="in">
                                      <p:cBhvr>
                                        <p:cTn dur="500"/>
                                        <p:tgtEl>
                                          <p:spTgt spid="7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1">
                                            <p:txEl>
                                              <p:pRg end="4" st="4"/>
                                            </p:txEl>
                                          </p:spTgt>
                                        </p:tgtEl>
                                        <p:attrNameLst>
                                          <p:attrName>style.visibility</p:attrName>
                                        </p:attrNameLst>
                                      </p:cBhvr>
                                      <p:to>
                                        <p:strVal val="visible"/>
                                      </p:to>
                                    </p:set>
                                    <p:animEffect filter="fade" transition="in">
                                      <p:cBhvr>
                                        <p:cTn dur="500"/>
                                        <p:tgtEl>
                                          <p:spTgt spid="7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1">
                                            <p:txEl>
                                              <p:pRg end="5" st="5"/>
                                            </p:txEl>
                                          </p:spTgt>
                                        </p:tgtEl>
                                        <p:attrNameLst>
                                          <p:attrName>style.visibility</p:attrName>
                                        </p:attrNameLst>
                                      </p:cBhvr>
                                      <p:to>
                                        <p:strVal val="visible"/>
                                      </p:to>
                                    </p:set>
                                    <p:animEffect filter="fade" transition="in">
                                      <p:cBhvr>
                                        <p:cTn dur="500"/>
                                        <p:tgtEl>
                                          <p:spTgt spid="72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1">
                                            <p:txEl>
                                              <p:pRg end="6" st="6"/>
                                            </p:txEl>
                                          </p:spTgt>
                                        </p:tgtEl>
                                        <p:attrNameLst>
                                          <p:attrName>style.visibility</p:attrName>
                                        </p:attrNameLst>
                                      </p:cBhvr>
                                      <p:to>
                                        <p:strVal val="visible"/>
                                      </p:to>
                                    </p:set>
                                    <p:animEffect filter="fade" transition="in">
                                      <p:cBhvr>
                                        <p:cTn dur="500"/>
                                        <p:tgtEl>
                                          <p:spTgt spid="72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1">
                                            <p:txEl>
                                              <p:pRg end="7" st="7"/>
                                            </p:txEl>
                                          </p:spTgt>
                                        </p:tgtEl>
                                        <p:attrNameLst>
                                          <p:attrName>style.visibility</p:attrName>
                                        </p:attrNameLst>
                                      </p:cBhvr>
                                      <p:to>
                                        <p:strVal val="visible"/>
                                      </p:to>
                                    </p:set>
                                    <p:animEffect filter="fade" transition="in">
                                      <p:cBhvr>
                                        <p:cTn dur="500"/>
                                        <p:tgtEl>
                                          <p:spTgt spid="721">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9"/>
          <p:cNvSpPr txBox="1"/>
          <p:nvPr>
            <p:ph idx="1" type="body"/>
          </p:nvPr>
        </p:nvSpPr>
        <p:spPr>
          <a:xfrm>
            <a:off x="813595" y="1338550"/>
            <a:ext cx="7516800" cy="26193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750"/>
              </a:spcBef>
              <a:spcAft>
                <a:spcPts val="0"/>
              </a:spcAft>
              <a:buSzPts val="1400"/>
              <a:buChar char="●"/>
            </a:pPr>
            <a:r>
              <a:rPr lang="en-IN" sz="1400"/>
              <a:t>Utility Computing</a:t>
            </a:r>
            <a:endParaRPr/>
          </a:p>
          <a:p>
            <a:pPr indent="0" lvl="0" marL="457200" rtl="0" algn="l">
              <a:lnSpc>
                <a:spcPct val="100000"/>
              </a:lnSpc>
              <a:spcBef>
                <a:spcPts val="750"/>
              </a:spcBef>
              <a:spcAft>
                <a:spcPts val="0"/>
              </a:spcAft>
              <a:buSzPts val="1800"/>
              <a:buNone/>
            </a:pPr>
            <a:r>
              <a:rPr lang="en-IN" sz="1400"/>
              <a:t>A service provisioning model in which computing resources are provided and billed on a pay-per-use basis, similar to utilities such as electricity or water</a:t>
            </a:r>
            <a:endParaRPr/>
          </a:p>
          <a:p>
            <a:pPr indent="-317500" lvl="0" marL="457200" rtl="0" algn="l">
              <a:lnSpc>
                <a:spcPct val="100000"/>
              </a:lnSpc>
              <a:spcBef>
                <a:spcPts val="750"/>
              </a:spcBef>
              <a:spcAft>
                <a:spcPts val="0"/>
              </a:spcAft>
              <a:buSzPts val="1400"/>
              <a:buChar char="●"/>
            </a:pPr>
            <a:r>
              <a:rPr lang="en-IN" sz="1400"/>
              <a:t>Elastic Computing</a:t>
            </a:r>
            <a:endParaRPr/>
          </a:p>
          <a:p>
            <a:pPr indent="0" lvl="0" marL="457200" rtl="0" algn="l">
              <a:lnSpc>
                <a:spcPct val="100000"/>
              </a:lnSpc>
              <a:spcBef>
                <a:spcPts val="750"/>
              </a:spcBef>
              <a:spcAft>
                <a:spcPts val="0"/>
              </a:spcAft>
              <a:buSzPts val="1800"/>
              <a:buNone/>
            </a:pPr>
            <a:r>
              <a:rPr lang="en-IN" sz="1400"/>
              <a:t>The ability to automatically scale computing resources up or down based on real-time demand, allowing for efficient and flexible resource management</a:t>
            </a:r>
            <a:endParaRPr/>
          </a:p>
        </p:txBody>
      </p:sp>
      <p:sp>
        <p:nvSpPr>
          <p:cNvPr id="732" name="Google Shape;732;p9"/>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Virtualization Concepts (cont.)</a:t>
            </a:r>
            <a:endParaRPr b="0" i="0" sz="1800" u="none" cap="none" strike="noStrike">
              <a:solidFill>
                <a:schemeClr val="dk1"/>
              </a:solidFill>
              <a:latin typeface="Calibri"/>
              <a:ea typeface="Calibri"/>
              <a:cs typeface="Calibri"/>
              <a:sym typeface="Calibri"/>
            </a:endParaRPr>
          </a:p>
        </p:txBody>
      </p:sp>
      <p:sp>
        <p:nvSpPr>
          <p:cNvPr id="733" name="Google Shape;733;p9"/>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734" name="Google Shape;734;p9"/>
          <p:cNvSpPr txBox="1"/>
          <p:nvPr/>
        </p:nvSpPr>
        <p:spPr>
          <a:xfrm>
            <a:off x="407344" y="435429"/>
            <a:ext cx="4955400" cy="7515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1600"/>
              <a:buFont typeface="Proxima Nova"/>
              <a:buNone/>
            </a:pPr>
            <a:r>
              <a:t/>
            </a:r>
            <a:endParaRPr b="0" i="0" sz="1600" u="none" cap="none" strike="noStrike">
              <a:solidFill>
                <a:schemeClr val="lt1"/>
              </a:solidFill>
              <a:latin typeface="Proxima Nova"/>
              <a:ea typeface="Proxima Nova"/>
              <a:cs typeface="Proxima Nova"/>
              <a:sym typeface="Proxima Nova"/>
            </a:endParaRPr>
          </a:p>
        </p:txBody>
      </p:sp>
      <p:sp>
        <p:nvSpPr>
          <p:cNvPr id="735" name="Google Shape;735;p9"/>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pic>
        <p:nvPicPr>
          <p:cNvPr id="736" name="Google Shape;736;p9"/>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1">
                                            <p:txEl>
                                              <p:pRg end="0" st="0"/>
                                            </p:txEl>
                                          </p:spTgt>
                                        </p:tgtEl>
                                        <p:attrNameLst>
                                          <p:attrName>style.visibility</p:attrName>
                                        </p:attrNameLst>
                                      </p:cBhvr>
                                      <p:to>
                                        <p:strVal val="visible"/>
                                      </p:to>
                                    </p:set>
                                    <p:animEffect filter="fade" transition="in">
                                      <p:cBhvr>
                                        <p:cTn dur="500"/>
                                        <p:tgtEl>
                                          <p:spTgt spid="7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1">
                                            <p:txEl>
                                              <p:pRg end="1" st="1"/>
                                            </p:txEl>
                                          </p:spTgt>
                                        </p:tgtEl>
                                        <p:attrNameLst>
                                          <p:attrName>style.visibility</p:attrName>
                                        </p:attrNameLst>
                                      </p:cBhvr>
                                      <p:to>
                                        <p:strVal val="visible"/>
                                      </p:to>
                                    </p:set>
                                    <p:animEffect filter="fade" transition="in">
                                      <p:cBhvr>
                                        <p:cTn dur="500"/>
                                        <p:tgtEl>
                                          <p:spTgt spid="7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1">
                                            <p:txEl>
                                              <p:pRg end="2" st="2"/>
                                            </p:txEl>
                                          </p:spTgt>
                                        </p:tgtEl>
                                        <p:attrNameLst>
                                          <p:attrName>style.visibility</p:attrName>
                                        </p:attrNameLst>
                                      </p:cBhvr>
                                      <p:to>
                                        <p:strVal val="visible"/>
                                      </p:to>
                                    </p:set>
                                    <p:animEffect filter="fade" transition="in">
                                      <p:cBhvr>
                                        <p:cTn dur="500"/>
                                        <p:tgtEl>
                                          <p:spTgt spid="7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1">
                                            <p:txEl>
                                              <p:pRg end="3" st="3"/>
                                            </p:txEl>
                                          </p:spTgt>
                                        </p:tgtEl>
                                        <p:attrNameLst>
                                          <p:attrName>style.visibility</p:attrName>
                                        </p:attrNameLst>
                                      </p:cBhvr>
                                      <p:to>
                                        <p:strVal val="visible"/>
                                      </p:to>
                                    </p:set>
                                    <p:animEffect filter="fade" transition="in">
                                      <p:cBhvr>
                                        <p:cTn dur="500"/>
                                        <p:tgtEl>
                                          <p:spTgt spid="73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10"/>
          <p:cNvSpPr txBox="1"/>
          <p:nvPr>
            <p:ph idx="1" type="body"/>
          </p:nvPr>
        </p:nvSpPr>
        <p:spPr>
          <a:xfrm>
            <a:off x="813595" y="1338550"/>
            <a:ext cx="7516800" cy="26193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750"/>
              </a:spcBef>
              <a:spcAft>
                <a:spcPts val="0"/>
              </a:spcAft>
              <a:buSzPts val="1400"/>
              <a:buChar char="●"/>
            </a:pPr>
            <a:r>
              <a:rPr lang="en-IN" sz="1400"/>
              <a:t>Performance</a:t>
            </a:r>
            <a:endParaRPr sz="1400"/>
          </a:p>
          <a:p>
            <a:pPr indent="0" lvl="0" marL="457200" rtl="0" algn="l">
              <a:lnSpc>
                <a:spcPct val="100000"/>
              </a:lnSpc>
              <a:spcBef>
                <a:spcPts val="750"/>
              </a:spcBef>
              <a:spcAft>
                <a:spcPts val="0"/>
              </a:spcAft>
              <a:buSzPts val="1800"/>
              <a:buNone/>
            </a:pPr>
            <a:r>
              <a:rPr lang="en-IN" sz="1400"/>
              <a:t>Ability of the system to provide fast response or high throughput</a:t>
            </a:r>
            <a:endParaRPr b="1" sz="1400"/>
          </a:p>
          <a:p>
            <a:pPr indent="-317500" lvl="0" marL="457200" rtl="0" algn="l">
              <a:lnSpc>
                <a:spcPct val="100000"/>
              </a:lnSpc>
              <a:spcBef>
                <a:spcPts val="750"/>
              </a:spcBef>
              <a:spcAft>
                <a:spcPts val="0"/>
              </a:spcAft>
              <a:buSzPts val="1400"/>
              <a:buChar char="●"/>
            </a:pPr>
            <a:r>
              <a:rPr lang="en-IN" sz="1400"/>
              <a:t>Scalability</a:t>
            </a:r>
            <a:endParaRPr sz="1400"/>
          </a:p>
          <a:p>
            <a:pPr indent="0" lvl="0" marL="457200" rtl="0" algn="l">
              <a:lnSpc>
                <a:spcPct val="100000"/>
              </a:lnSpc>
              <a:spcBef>
                <a:spcPts val="750"/>
              </a:spcBef>
              <a:spcAft>
                <a:spcPts val="0"/>
              </a:spcAft>
              <a:buSzPts val="1800"/>
              <a:buNone/>
            </a:pPr>
            <a:r>
              <a:rPr lang="en-IN" sz="1400"/>
              <a:t>Ability of the system to do more with proportionate increase in resources</a:t>
            </a:r>
            <a:endParaRPr sz="1400"/>
          </a:p>
          <a:p>
            <a:pPr indent="-317500" lvl="0" marL="457200" rtl="0" algn="l">
              <a:lnSpc>
                <a:spcPct val="100000"/>
              </a:lnSpc>
              <a:spcBef>
                <a:spcPts val="750"/>
              </a:spcBef>
              <a:spcAft>
                <a:spcPts val="0"/>
              </a:spcAft>
              <a:buSzPts val="1400"/>
              <a:buChar char="●"/>
            </a:pPr>
            <a:r>
              <a:rPr lang="en-IN" sz="1400"/>
              <a:t>Security</a:t>
            </a:r>
            <a:endParaRPr sz="1400"/>
          </a:p>
          <a:p>
            <a:pPr indent="0" lvl="0" marL="457200" rtl="0" algn="l">
              <a:lnSpc>
                <a:spcPct val="100000"/>
              </a:lnSpc>
              <a:spcBef>
                <a:spcPts val="750"/>
              </a:spcBef>
              <a:spcAft>
                <a:spcPts val="0"/>
              </a:spcAft>
              <a:buSzPts val="1800"/>
              <a:buNone/>
            </a:pPr>
            <a:r>
              <a:rPr lang="en-IN" sz="1400"/>
              <a:t>Protecting compute, storage and network</a:t>
            </a:r>
            <a:endParaRPr sz="1400"/>
          </a:p>
        </p:txBody>
      </p:sp>
      <p:sp>
        <p:nvSpPr>
          <p:cNvPr id="742" name="Google Shape;742;p10"/>
          <p:cNvSpPr txBox="1"/>
          <p:nvPr/>
        </p:nvSpPr>
        <p:spPr>
          <a:xfrm>
            <a:off x="385993" y="126216"/>
            <a:ext cx="4625485"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System Quality Attributes (NFR)</a:t>
            </a:r>
            <a:endParaRPr b="0" i="0" sz="1800" u="none" cap="none" strike="noStrike">
              <a:solidFill>
                <a:schemeClr val="dk1"/>
              </a:solidFill>
              <a:latin typeface="Calibri"/>
              <a:ea typeface="Calibri"/>
              <a:cs typeface="Calibri"/>
              <a:sym typeface="Calibri"/>
            </a:endParaRPr>
          </a:p>
        </p:txBody>
      </p:sp>
      <p:sp>
        <p:nvSpPr>
          <p:cNvPr id="743" name="Google Shape;743;p10"/>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chemeClr val="lt1"/>
              </a:solidFill>
              <a:latin typeface="Calibri"/>
              <a:ea typeface="Calibri"/>
              <a:cs typeface="Calibri"/>
              <a:sym typeface="Calibri"/>
            </a:endParaRPr>
          </a:p>
        </p:txBody>
      </p:sp>
      <p:sp>
        <p:nvSpPr>
          <p:cNvPr id="744" name="Google Shape;744;p10"/>
          <p:cNvSpPr txBox="1"/>
          <p:nvPr/>
        </p:nvSpPr>
        <p:spPr>
          <a:xfrm>
            <a:off x="407344" y="435429"/>
            <a:ext cx="4955400" cy="7515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1600"/>
              <a:buFont typeface="Proxima Nova"/>
              <a:buNone/>
            </a:pPr>
            <a:r>
              <a:t/>
            </a:r>
            <a:endParaRPr b="0" i="0" sz="1600" u="none" cap="none" strike="noStrike">
              <a:solidFill>
                <a:schemeClr val="lt1"/>
              </a:solidFill>
              <a:latin typeface="Proxima Nova"/>
              <a:ea typeface="Proxima Nova"/>
              <a:cs typeface="Proxima Nova"/>
              <a:sym typeface="Proxima Nova"/>
            </a:endParaRPr>
          </a:p>
        </p:txBody>
      </p:sp>
      <p:sp>
        <p:nvSpPr>
          <p:cNvPr id="745" name="Google Shape;745;p10"/>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pic>
        <p:nvPicPr>
          <p:cNvPr id="746" name="Google Shape;746;p10"/>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0" st="0"/>
                                            </p:txEl>
                                          </p:spTgt>
                                        </p:tgtEl>
                                        <p:attrNameLst>
                                          <p:attrName>style.visibility</p:attrName>
                                        </p:attrNameLst>
                                      </p:cBhvr>
                                      <p:to>
                                        <p:strVal val="visible"/>
                                      </p:to>
                                    </p:set>
                                    <p:animEffect filter="fade" transition="in">
                                      <p:cBhvr>
                                        <p:cTn dur="500"/>
                                        <p:tgtEl>
                                          <p:spTgt spid="74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1" st="1"/>
                                            </p:txEl>
                                          </p:spTgt>
                                        </p:tgtEl>
                                        <p:attrNameLst>
                                          <p:attrName>style.visibility</p:attrName>
                                        </p:attrNameLst>
                                      </p:cBhvr>
                                      <p:to>
                                        <p:strVal val="visible"/>
                                      </p:to>
                                    </p:set>
                                    <p:animEffect filter="fade" transition="in">
                                      <p:cBhvr>
                                        <p:cTn dur="500"/>
                                        <p:tgtEl>
                                          <p:spTgt spid="74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2" st="2"/>
                                            </p:txEl>
                                          </p:spTgt>
                                        </p:tgtEl>
                                        <p:attrNameLst>
                                          <p:attrName>style.visibility</p:attrName>
                                        </p:attrNameLst>
                                      </p:cBhvr>
                                      <p:to>
                                        <p:strVal val="visible"/>
                                      </p:to>
                                    </p:set>
                                    <p:animEffect filter="fade" transition="in">
                                      <p:cBhvr>
                                        <p:cTn dur="500"/>
                                        <p:tgtEl>
                                          <p:spTgt spid="74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3" st="3"/>
                                            </p:txEl>
                                          </p:spTgt>
                                        </p:tgtEl>
                                        <p:attrNameLst>
                                          <p:attrName>style.visibility</p:attrName>
                                        </p:attrNameLst>
                                      </p:cBhvr>
                                      <p:to>
                                        <p:strVal val="visible"/>
                                      </p:to>
                                    </p:set>
                                    <p:animEffect filter="fade" transition="in">
                                      <p:cBhvr>
                                        <p:cTn dur="500"/>
                                        <p:tgtEl>
                                          <p:spTgt spid="74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4" st="4"/>
                                            </p:txEl>
                                          </p:spTgt>
                                        </p:tgtEl>
                                        <p:attrNameLst>
                                          <p:attrName>style.visibility</p:attrName>
                                        </p:attrNameLst>
                                      </p:cBhvr>
                                      <p:to>
                                        <p:strVal val="visible"/>
                                      </p:to>
                                    </p:set>
                                    <p:animEffect filter="fade" transition="in">
                                      <p:cBhvr>
                                        <p:cTn dur="500"/>
                                        <p:tgtEl>
                                          <p:spTgt spid="74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xEl>
                                              <p:pRg end="5" st="5"/>
                                            </p:txEl>
                                          </p:spTgt>
                                        </p:tgtEl>
                                        <p:attrNameLst>
                                          <p:attrName>style.visibility</p:attrName>
                                        </p:attrNameLst>
                                      </p:cBhvr>
                                      <p:to>
                                        <p:strVal val="visible"/>
                                      </p:to>
                                    </p:set>
                                    <p:animEffect filter="fade" transition="in">
                                      <p:cBhvr>
                                        <p:cTn dur="500"/>
                                        <p:tgtEl>
                                          <p:spTgt spid="741">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11"/>
          <p:cNvSpPr txBox="1"/>
          <p:nvPr>
            <p:ph idx="12" type="sldNum"/>
          </p:nvPr>
        </p:nvSpPr>
        <p:spPr>
          <a:xfrm>
            <a:off x="6466042"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a:t>‹#›</a:t>
            </a:fld>
            <a:endParaRPr/>
          </a:p>
        </p:txBody>
      </p:sp>
      <p:sp>
        <p:nvSpPr>
          <p:cNvPr id="752" name="Google Shape;752;p11"/>
          <p:cNvSpPr txBox="1"/>
          <p:nvPr>
            <p:ph type="title"/>
          </p:nvPr>
        </p:nvSpPr>
        <p:spPr>
          <a:xfrm>
            <a:off x="630238" y="600075"/>
            <a:ext cx="6246900" cy="591000"/>
          </a:xfrm>
          <a:prstGeom prst="rect">
            <a:avLst/>
          </a:prstGeom>
          <a:noFill/>
          <a:ln>
            <a:noFill/>
          </a:ln>
        </p:spPr>
        <p:txBody>
          <a:bodyPr anchorCtr="0" anchor="ctr" bIns="45700" lIns="91425" spcFirstLastPara="1" rIns="91425" wrap="square" tIns="45700">
            <a:spAutoFit/>
          </a:bodyPr>
          <a:lstStyle/>
          <a:p>
            <a:pPr indent="0" lvl="0" marL="0" rtl="0" algn="l">
              <a:lnSpc>
                <a:spcPct val="90000"/>
              </a:lnSpc>
              <a:spcBef>
                <a:spcPts val="0"/>
              </a:spcBef>
              <a:spcAft>
                <a:spcPts val="0"/>
              </a:spcAft>
              <a:buClr>
                <a:schemeClr val="lt1"/>
              </a:buClr>
              <a:buSzPts val="3600"/>
              <a:buFont typeface="Arial"/>
              <a:buNone/>
            </a:pPr>
            <a:r>
              <a:rPr lang="en-IN"/>
              <a:t>Cloud Computing</a:t>
            </a:r>
            <a:endParaRPr/>
          </a:p>
        </p:txBody>
      </p:sp>
      <p:sp>
        <p:nvSpPr>
          <p:cNvPr id="753" name="Google Shape;753;p11"/>
          <p:cNvSpPr/>
          <p:nvPr/>
        </p:nvSpPr>
        <p:spPr>
          <a:xfrm>
            <a:off x="827175" y="2932700"/>
            <a:ext cx="973200" cy="375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54" name="Google Shape;754;p11"/>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12"/>
          <p:cNvSpPr txBox="1"/>
          <p:nvPr>
            <p:ph idx="1" type="body"/>
          </p:nvPr>
        </p:nvSpPr>
        <p:spPr>
          <a:xfrm>
            <a:off x="1491426" y="1229006"/>
            <a:ext cx="5348100" cy="307800"/>
          </a:xfrm>
          <a:prstGeom prst="rect">
            <a:avLst/>
          </a:prstGeom>
          <a:noFill/>
          <a:ln>
            <a:noFill/>
          </a:ln>
        </p:spPr>
        <p:txBody>
          <a:bodyPr anchorCtr="0" anchor="t" bIns="45700" lIns="91425" spcFirstLastPara="1" rIns="91425" wrap="square" tIns="45700">
            <a:spAutoFit/>
          </a:bodyPr>
          <a:lstStyle/>
          <a:p>
            <a:pPr indent="0" lvl="0" marL="0" rtl="0" algn="ctr">
              <a:lnSpc>
                <a:spcPct val="100000"/>
              </a:lnSpc>
              <a:spcBef>
                <a:spcPts val="0"/>
              </a:spcBef>
              <a:spcAft>
                <a:spcPts val="0"/>
              </a:spcAft>
              <a:buClr>
                <a:schemeClr val="dk1"/>
              </a:buClr>
              <a:buSzPts val="1400"/>
              <a:buNone/>
            </a:pPr>
            <a:r>
              <a:rPr b="1" lang="en-IN" sz="1400"/>
              <a:t>Everyday Examples</a:t>
            </a:r>
            <a:endParaRPr sz="1400">
              <a:latin typeface="Proxima Nova"/>
              <a:ea typeface="Proxima Nova"/>
              <a:cs typeface="Proxima Nova"/>
              <a:sym typeface="Proxima Nova"/>
            </a:endParaRPr>
          </a:p>
        </p:txBody>
      </p:sp>
      <p:sp>
        <p:nvSpPr>
          <p:cNvPr id="760" name="Google Shape;760;p12"/>
          <p:cNvSpPr txBox="1"/>
          <p:nvPr>
            <p:ph idx="4294967295" type="sldNum"/>
          </p:nvPr>
        </p:nvSpPr>
        <p:spPr>
          <a:xfrm>
            <a:off x="6511925" y="4767263"/>
            <a:ext cx="2057400" cy="274637"/>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761" name="Google Shape;761;p12"/>
          <p:cNvSpPr txBox="1"/>
          <p:nvPr/>
        </p:nvSpPr>
        <p:spPr>
          <a:xfrm>
            <a:off x="385994" y="126216"/>
            <a:ext cx="4292794" cy="403035"/>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What is Cloud Computing?</a:t>
            </a:r>
            <a:endParaRPr b="0" i="0" sz="2340" u="none" cap="none" strike="noStrike">
              <a:solidFill>
                <a:schemeClr val="lt1"/>
              </a:solidFill>
              <a:latin typeface="Proxima Nova"/>
              <a:ea typeface="Proxima Nova"/>
              <a:cs typeface="Proxima Nova"/>
              <a:sym typeface="Proxima Nova"/>
            </a:endParaRPr>
          </a:p>
        </p:txBody>
      </p:sp>
      <p:sp>
        <p:nvSpPr>
          <p:cNvPr id="762" name="Google Shape;762;p12"/>
          <p:cNvSpPr/>
          <p:nvPr/>
        </p:nvSpPr>
        <p:spPr>
          <a:xfrm>
            <a:off x="0" y="634701"/>
            <a:ext cx="9144000" cy="346934"/>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63" name="Google Shape;763;p12"/>
          <p:cNvSpPr txBox="1"/>
          <p:nvPr/>
        </p:nvSpPr>
        <p:spPr>
          <a:xfrm>
            <a:off x="1491426" y="3532955"/>
            <a:ext cx="5348100" cy="8034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15000"/>
              </a:lnSpc>
              <a:spcBef>
                <a:spcPts val="2100"/>
              </a:spcBef>
              <a:spcAft>
                <a:spcPts val="0"/>
              </a:spcAft>
              <a:buClr>
                <a:srgbClr val="0D0D0D"/>
              </a:buClr>
              <a:buSzPts val="1400"/>
              <a:buFont typeface="Proxima Nova"/>
              <a:buChar char="●"/>
            </a:pPr>
            <a:r>
              <a:rPr b="0" i="0" lang="en-IN" sz="1400" u="none" cap="none" strike="noStrike">
                <a:solidFill>
                  <a:srgbClr val="0D0D0D"/>
                </a:solidFill>
                <a:highlight>
                  <a:schemeClr val="lt1"/>
                </a:highlight>
                <a:latin typeface="Proxima Nova"/>
                <a:ea typeface="Proxima Nova"/>
                <a:cs typeface="Proxima Nova"/>
                <a:sym typeface="Proxima Nova"/>
              </a:rPr>
              <a:t>Checking your Gmail inbox</a:t>
            </a:r>
            <a:endParaRPr b="0" i="0" sz="1400" u="none" cap="none" strike="noStrike">
              <a:solidFill>
                <a:srgbClr val="0D0D0D"/>
              </a:solidFill>
              <a:highlight>
                <a:schemeClr val="lt1"/>
              </a:highlight>
              <a:latin typeface="Proxima Nova"/>
              <a:ea typeface="Proxima Nova"/>
              <a:cs typeface="Proxima Nova"/>
              <a:sym typeface="Proxima Nova"/>
            </a:endParaRPr>
          </a:p>
          <a:p>
            <a:pPr indent="-317500" lvl="0" marL="457200" marR="0" rtl="0" algn="l">
              <a:lnSpc>
                <a:spcPct val="115000"/>
              </a:lnSpc>
              <a:spcBef>
                <a:spcPts val="0"/>
              </a:spcBef>
              <a:spcAft>
                <a:spcPts val="0"/>
              </a:spcAft>
              <a:buClr>
                <a:srgbClr val="0D0D0D"/>
              </a:buClr>
              <a:buSzPts val="1400"/>
              <a:buFont typeface="Proxima Nova"/>
              <a:buChar char="●"/>
            </a:pPr>
            <a:r>
              <a:rPr b="0" i="0" lang="en-IN" sz="1400" u="none" cap="none" strike="noStrike">
                <a:solidFill>
                  <a:srgbClr val="0D0D0D"/>
                </a:solidFill>
                <a:latin typeface="Proxima Nova"/>
                <a:ea typeface="Proxima Nova"/>
                <a:cs typeface="Proxima Nova"/>
                <a:sym typeface="Proxima Nova"/>
              </a:rPr>
              <a:t>Watching Netflix shows </a:t>
            </a:r>
            <a:endParaRPr b="0" i="0" sz="1400" u="none" cap="none" strike="noStrike">
              <a:solidFill>
                <a:srgbClr val="0D0D0D"/>
              </a:solidFill>
              <a:latin typeface="Proxima Nova"/>
              <a:ea typeface="Proxima Nova"/>
              <a:cs typeface="Proxima Nova"/>
              <a:sym typeface="Proxima Nova"/>
            </a:endParaRPr>
          </a:p>
          <a:p>
            <a:pPr indent="-317500" lvl="0" marL="457200" marR="0" rtl="0" algn="l">
              <a:lnSpc>
                <a:spcPct val="115000"/>
              </a:lnSpc>
              <a:spcBef>
                <a:spcPts val="0"/>
              </a:spcBef>
              <a:spcAft>
                <a:spcPts val="0"/>
              </a:spcAft>
              <a:buClr>
                <a:srgbClr val="0D0D0D"/>
              </a:buClr>
              <a:buSzPts val="1400"/>
              <a:buFont typeface="Proxima Nova"/>
              <a:buChar char="●"/>
            </a:pPr>
            <a:r>
              <a:rPr b="0" i="0" lang="en-IN" sz="1400" u="none" cap="none" strike="noStrike">
                <a:solidFill>
                  <a:srgbClr val="0D0D0D"/>
                </a:solidFill>
                <a:highlight>
                  <a:schemeClr val="lt1"/>
                </a:highlight>
                <a:latin typeface="Proxima Nova"/>
                <a:ea typeface="Proxima Nova"/>
                <a:cs typeface="Proxima Nova"/>
                <a:sym typeface="Proxima Nova"/>
              </a:rPr>
              <a:t>Viewing pictures on Instagram feed</a:t>
            </a:r>
            <a:endParaRPr b="0" i="0" sz="1400" u="none" cap="none" strike="noStrike">
              <a:solidFill>
                <a:schemeClr val="dk1"/>
              </a:solidFill>
              <a:latin typeface="Proxima Nova"/>
              <a:ea typeface="Proxima Nova"/>
              <a:cs typeface="Proxima Nova"/>
              <a:sym typeface="Proxima Nova"/>
            </a:endParaRPr>
          </a:p>
        </p:txBody>
      </p:sp>
      <p:pic>
        <p:nvPicPr>
          <p:cNvPr id="764" name="Google Shape;764;p12"/>
          <p:cNvPicPr preferRelativeResize="0"/>
          <p:nvPr/>
        </p:nvPicPr>
        <p:blipFill rotWithShape="1">
          <a:blip r:embed="rId3">
            <a:alphaModFix/>
          </a:blip>
          <a:srcRect b="0" l="0" r="0" t="0"/>
          <a:stretch/>
        </p:blipFill>
        <p:spPr>
          <a:xfrm>
            <a:off x="445101" y="1686348"/>
            <a:ext cx="2836551" cy="1595026"/>
          </a:xfrm>
          <a:prstGeom prst="rect">
            <a:avLst/>
          </a:prstGeom>
          <a:noFill/>
          <a:ln>
            <a:noFill/>
          </a:ln>
        </p:spPr>
      </p:pic>
      <p:pic>
        <p:nvPicPr>
          <p:cNvPr id="765" name="Google Shape;765;p12"/>
          <p:cNvPicPr preferRelativeResize="0"/>
          <p:nvPr/>
        </p:nvPicPr>
        <p:blipFill rotWithShape="1">
          <a:blip r:embed="rId4">
            <a:alphaModFix/>
          </a:blip>
          <a:srcRect b="0" l="4065" r="48217" t="0"/>
          <a:stretch/>
        </p:blipFill>
        <p:spPr>
          <a:xfrm>
            <a:off x="6807769" y="1225875"/>
            <a:ext cx="1872082" cy="3416400"/>
          </a:xfrm>
          <a:prstGeom prst="rect">
            <a:avLst/>
          </a:prstGeom>
          <a:noFill/>
          <a:ln>
            <a:noFill/>
          </a:ln>
        </p:spPr>
      </p:pic>
      <p:pic>
        <p:nvPicPr>
          <p:cNvPr id="766" name="Google Shape;766;p12"/>
          <p:cNvPicPr preferRelativeResize="0"/>
          <p:nvPr/>
        </p:nvPicPr>
        <p:blipFill rotWithShape="1">
          <a:blip r:embed="rId5">
            <a:alphaModFix/>
          </a:blip>
          <a:srcRect b="0" l="0" r="0" t="0"/>
          <a:stretch/>
        </p:blipFill>
        <p:spPr>
          <a:xfrm>
            <a:off x="3643300" y="1694075"/>
            <a:ext cx="2833785" cy="1595024"/>
          </a:xfrm>
          <a:prstGeom prst="rect">
            <a:avLst/>
          </a:prstGeom>
          <a:noFill/>
          <a:ln>
            <a:noFill/>
          </a:ln>
        </p:spPr>
      </p:pic>
      <p:pic>
        <p:nvPicPr>
          <p:cNvPr id="767" name="Google Shape;767;p12"/>
          <p:cNvPicPr preferRelativeResize="0"/>
          <p:nvPr/>
        </p:nvPicPr>
        <p:blipFill rotWithShape="1">
          <a:blip r:embed="rId6">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pic>
        <p:nvPicPr>
          <p:cNvPr id="772" name="Google Shape;772;p13"/>
          <p:cNvPicPr preferRelativeResize="0"/>
          <p:nvPr/>
        </p:nvPicPr>
        <p:blipFill rotWithShape="1">
          <a:blip r:embed="rId3">
            <a:alphaModFix/>
          </a:blip>
          <a:srcRect b="0" l="0" r="0" t="0"/>
          <a:stretch/>
        </p:blipFill>
        <p:spPr>
          <a:xfrm>
            <a:off x="2389600" y="1739150"/>
            <a:ext cx="3996774" cy="2283899"/>
          </a:xfrm>
          <a:prstGeom prst="rect">
            <a:avLst/>
          </a:prstGeom>
          <a:noFill/>
          <a:ln>
            <a:noFill/>
          </a:ln>
        </p:spPr>
      </p:pic>
      <p:sp>
        <p:nvSpPr>
          <p:cNvPr id="773" name="Google Shape;773;p13"/>
          <p:cNvSpPr txBox="1"/>
          <p:nvPr>
            <p:ph idx="1" type="body"/>
          </p:nvPr>
        </p:nvSpPr>
        <p:spPr>
          <a:xfrm>
            <a:off x="1168038" y="1212950"/>
            <a:ext cx="6807900" cy="135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800"/>
              <a:buNone/>
            </a:pPr>
            <a:r>
              <a:rPr lang="en-IN" sz="1400"/>
              <a:t>When you check your Gmail inbox or scroll through your feed on Instagram, you are  accessing information that is located on a server somewhere in the world</a:t>
            </a:r>
            <a:endParaRPr sz="1400">
              <a:latin typeface="Proxima Nova"/>
              <a:ea typeface="Proxima Nova"/>
              <a:cs typeface="Proxima Nova"/>
              <a:sym typeface="Proxima Nova"/>
            </a:endParaRPr>
          </a:p>
        </p:txBody>
      </p:sp>
      <p:sp>
        <p:nvSpPr>
          <p:cNvPr id="774" name="Google Shape;774;p13"/>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What is Cloud Computing?</a:t>
            </a:r>
            <a:endParaRPr b="0" i="0" sz="2340" u="none" cap="none" strike="noStrike">
              <a:solidFill>
                <a:schemeClr val="lt1"/>
              </a:solidFill>
              <a:latin typeface="Proxima Nova"/>
              <a:ea typeface="Proxima Nova"/>
              <a:cs typeface="Proxima Nova"/>
              <a:sym typeface="Proxima Nova"/>
            </a:endParaRPr>
          </a:p>
        </p:txBody>
      </p:sp>
      <p:sp>
        <p:nvSpPr>
          <p:cNvPr id="775" name="Google Shape;775;p13"/>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76" name="Google Shape;776;p13"/>
          <p:cNvSpPr txBox="1"/>
          <p:nvPr/>
        </p:nvSpPr>
        <p:spPr>
          <a:xfrm>
            <a:off x="1168038" y="3796925"/>
            <a:ext cx="68079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1200"/>
              </a:spcBef>
              <a:spcAft>
                <a:spcPts val="0"/>
              </a:spcAft>
              <a:buClr>
                <a:srgbClr val="000000"/>
              </a:buClr>
              <a:buSzPts val="1400"/>
              <a:buFont typeface="Arial"/>
              <a:buNone/>
            </a:pPr>
            <a:r>
              <a:rPr b="0" i="0" lang="en-IN" sz="1400" u="none" cap="none" strike="noStrike">
                <a:solidFill>
                  <a:schemeClr val="dk1"/>
                </a:solidFill>
                <a:latin typeface="Proxima Nova"/>
                <a:ea typeface="Proxima Nova"/>
                <a:cs typeface="Proxima Nova"/>
                <a:sym typeface="Proxima Nova"/>
              </a:rPr>
              <a:t>Those emails, images, videos or whatever else you need are not being stored on your computer, but you can access them quickly, easily and cheaply owing to modern cloud computing technology</a:t>
            </a:r>
            <a:endParaRPr b="0" i="0" sz="1400" u="none" cap="none" strike="noStrike">
              <a:solidFill>
                <a:schemeClr val="dk1"/>
              </a:solidFill>
              <a:latin typeface="Proxima Nova"/>
              <a:ea typeface="Proxima Nova"/>
              <a:cs typeface="Proxima Nova"/>
              <a:sym typeface="Proxima Nova"/>
            </a:endParaRPr>
          </a:p>
        </p:txBody>
      </p:sp>
      <p:sp>
        <p:nvSpPr>
          <p:cNvPr id="777" name="Google Shape;777;p13"/>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pic>
        <p:nvPicPr>
          <p:cNvPr id="778" name="Google Shape;778;p13"/>
          <p:cNvPicPr preferRelativeResize="0"/>
          <p:nvPr/>
        </p:nvPicPr>
        <p:blipFill rotWithShape="1">
          <a:blip r:embed="rId4">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14"/>
          <p:cNvSpPr txBox="1"/>
          <p:nvPr>
            <p:ph idx="1" type="body"/>
          </p:nvPr>
        </p:nvSpPr>
        <p:spPr>
          <a:xfrm>
            <a:off x="1168050" y="1339150"/>
            <a:ext cx="6807900" cy="35094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1200"/>
              </a:spcBef>
              <a:spcAft>
                <a:spcPts val="0"/>
              </a:spcAft>
              <a:buSzPts val="1800"/>
              <a:buNone/>
            </a:pPr>
            <a:r>
              <a:rPr lang="en-IN" sz="1400"/>
              <a:t>A company uses Gmail for their email services instead of setting up their own email servers and software. They do not have to invest heavily in databases, email software and hardware</a:t>
            </a:r>
            <a:endParaRPr sz="1400"/>
          </a:p>
          <a:p>
            <a:pPr indent="-317500" lvl="0" marL="457200" rtl="0" algn="l">
              <a:lnSpc>
                <a:spcPct val="100000"/>
              </a:lnSpc>
              <a:spcBef>
                <a:spcPts val="1200"/>
              </a:spcBef>
              <a:spcAft>
                <a:spcPts val="0"/>
              </a:spcAft>
              <a:buSzPts val="1400"/>
              <a:buChar char="●"/>
            </a:pPr>
            <a:r>
              <a:rPr lang="en-IN" sz="1400"/>
              <a:t>This allows the company to rent their infrastructure instead of buying it</a:t>
            </a:r>
            <a:endParaRPr sz="1400"/>
          </a:p>
          <a:p>
            <a:pPr indent="-317500" lvl="0" marL="457200" rtl="0" algn="l">
              <a:lnSpc>
                <a:spcPct val="100000"/>
              </a:lnSpc>
              <a:spcBef>
                <a:spcPts val="0"/>
              </a:spcBef>
              <a:spcAft>
                <a:spcPts val="0"/>
              </a:spcAft>
              <a:buSzPts val="1400"/>
              <a:buChar char="●"/>
            </a:pPr>
            <a:r>
              <a:rPr lang="en-IN" sz="1400"/>
              <a:t>Gmail provides on-demand access to computing resources over the internet with pay-per-use pricing</a:t>
            </a:r>
            <a:endParaRPr sz="1400"/>
          </a:p>
          <a:p>
            <a:pPr indent="0" lvl="0" marL="0" rtl="0" algn="l">
              <a:lnSpc>
                <a:spcPct val="100000"/>
              </a:lnSpc>
              <a:spcBef>
                <a:spcPts val="1200"/>
              </a:spcBef>
              <a:spcAft>
                <a:spcPts val="0"/>
              </a:spcAft>
              <a:buSzPts val="1800"/>
              <a:buNone/>
            </a:pPr>
            <a:r>
              <a:rPr lang="en-IN" sz="1400"/>
              <a:t>This example illustrates how cloud computing offers flexible, scalable and cost-effective solutions for businesses</a:t>
            </a:r>
            <a:endParaRPr sz="1400"/>
          </a:p>
          <a:p>
            <a:pPr indent="0" lvl="0" marL="0" rtl="0" algn="ctr">
              <a:lnSpc>
                <a:spcPct val="100000"/>
              </a:lnSpc>
              <a:spcBef>
                <a:spcPts val="1200"/>
              </a:spcBef>
              <a:spcAft>
                <a:spcPts val="0"/>
              </a:spcAft>
              <a:buSzPts val="1800"/>
              <a:buNone/>
            </a:pPr>
            <a:r>
              <a:rPr b="1" lang="en-IN" sz="1400"/>
              <a:t>Definition</a:t>
            </a:r>
            <a:endParaRPr sz="1400"/>
          </a:p>
          <a:p>
            <a:pPr indent="0" lvl="0" marL="0" rtl="0" algn="l">
              <a:lnSpc>
                <a:spcPct val="100000"/>
              </a:lnSpc>
              <a:spcBef>
                <a:spcPts val="1200"/>
              </a:spcBef>
              <a:spcAft>
                <a:spcPts val="0"/>
              </a:spcAft>
              <a:buSzPts val="1800"/>
              <a:buNone/>
            </a:pPr>
            <a:r>
              <a:rPr lang="en-IN" sz="1400"/>
              <a:t>Cloud computing is the on-demand access of computing resources - physical servers or virtual servers, data storage, networking capabilities, application development tools, software, AI-powered analytic tools and more - over the internet (the cloud) with pay-per-use pricing</a:t>
            </a:r>
            <a:endParaRPr sz="1400"/>
          </a:p>
        </p:txBody>
      </p:sp>
      <p:sp>
        <p:nvSpPr>
          <p:cNvPr id="784" name="Google Shape;784;p14"/>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785" name="Google Shape;785;p14"/>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What is Cloud Computing?</a:t>
            </a:r>
            <a:endParaRPr b="0" i="0" sz="2340" u="none" cap="none" strike="noStrike">
              <a:solidFill>
                <a:schemeClr val="lt1"/>
              </a:solidFill>
              <a:latin typeface="Proxima Nova"/>
              <a:ea typeface="Proxima Nova"/>
              <a:cs typeface="Proxima Nova"/>
              <a:sym typeface="Proxima Nova"/>
            </a:endParaRPr>
          </a:p>
        </p:txBody>
      </p:sp>
      <p:sp>
        <p:nvSpPr>
          <p:cNvPr id="786" name="Google Shape;786;p14"/>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787" name="Google Shape;787;p14"/>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5"/>
          <p:cNvSpPr txBox="1"/>
          <p:nvPr>
            <p:ph idx="1" type="body"/>
          </p:nvPr>
        </p:nvSpPr>
        <p:spPr>
          <a:xfrm>
            <a:off x="1168050" y="1212950"/>
            <a:ext cx="5175000" cy="13548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1200"/>
              </a:spcBef>
              <a:spcAft>
                <a:spcPts val="0"/>
              </a:spcAft>
              <a:buSzPts val="1400"/>
              <a:buChar char="●"/>
            </a:pPr>
            <a:r>
              <a:rPr lang="en-IN" sz="1400"/>
              <a:t>On-Demand Self-Service</a:t>
            </a:r>
            <a:endParaRPr sz="1400"/>
          </a:p>
          <a:p>
            <a:pPr indent="-317500" lvl="1" marL="914400" rtl="0" algn="l">
              <a:lnSpc>
                <a:spcPct val="100000"/>
              </a:lnSpc>
              <a:spcBef>
                <a:spcPts val="0"/>
              </a:spcBef>
              <a:spcAft>
                <a:spcPts val="0"/>
              </a:spcAft>
              <a:buSzPts val="1400"/>
              <a:buChar char="○"/>
            </a:pPr>
            <a:r>
              <a:rPr lang="en-IN" sz="1400"/>
              <a:t>Using Google Cloud Platform (GCP), users can easily requisition new virtual machines or scale existing resources as needed</a:t>
            </a:r>
            <a:endParaRPr sz="1400"/>
          </a:p>
        </p:txBody>
      </p:sp>
      <p:sp>
        <p:nvSpPr>
          <p:cNvPr id="793" name="Google Shape;793;p15"/>
          <p:cNvSpPr txBox="1"/>
          <p:nvPr>
            <p:ph idx="4294967295" type="sldNum"/>
          </p:nvPr>
        </p:nvSpPr>
        <p:spPr>
          <a:xfrm>
            <a:off x="634317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794" name="Google Shape;794;p15"/>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Cloud Computing: Key Characteristics </a:t>
            </a:r>
            <a:endParaRPr b="0" i="0" sz="2340" u="none" cap="none" strike="noStrike">
              <a:solidFill>
                <a:schemeClr val="lt1"/>
              </a:solidFill>
              <a:latin typeface="Proxima Nova"/>
              <a:ea typeface="Proxima Nova"/>
              <a:cs typeface="Proxima Nova"/>
              <a:sym typeface="Proxima Nova"/>
            </a:endParaRPr>
          </a:p>
        </p:txBody>
      </p:sp>
      <p:sp>
        <p:nvSpPr>
          <p:cNvPr id="795" name="Google Shape;795;p15"/>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96" name="Google Shape;796;p15"/>
          <p:cNvSpPr txBox="1"/>
          <p:nvPr/>
        </p:nvSpPr>
        <p:spPr>
          <a:xfrm>
            <a:off x="2443375" y="2826425"/>
            <a:ext cx="5645700" cy="1600800"/>
          </a:xfrm>
          <a:prstGeom prst="rect">
            <a:avLst/>
          </a:prstGeom>
          <a:noFill/>
          <a:ln>
            <a:noFill/>
          </a:ln>
        </p:spPr>
        <p:txBody>
          <a:bodyPr anchorCtr="0" anchor="t" bIns="45700" lIns="91425" spcFirstLastPara="1" rIns="91425" wrap="square" tIns="45700">
            <a:spAutoFit/>
          </a:bodyPr>
          <a:lstStyle/>
          <a:p>
            <a:pPr indent="-317500" lvl="0" marL="457200" marR="0" rtl="0" algn="l">
              <a:lnSpc>
                <a:spcPct val="100000"/>
              </a:lnSpc>
              <a:spcBef>
                <a:spcPts val="1200"/>
              </a:spcBef>
              <a:spcAft>
                <a:spcPts val="0"/>
              </a:spcAft>
              <a:buClr>
                <a:schemeClr val="dk1"/>
              </a:buClr>
              <a:buSzPts val="1400"/>
              <a:buFont typeface="Proxima Nova"/>
              <a:buChar char="●"/>
            </a:pPr>
            <a:r>
              <a:rPr b="0" i="0" lang="en-IN" sz="1400" u="none" cap="none" strike="noStrike">
                <a:solidFill>
                  <a:schemeClr val="dk1"/>
                </a:solidFill>
                <a:latin typeface="Proxima Nova"/>
                <a:ea typeface="Proxima Nova"/>
                <a:cs typeface="Proxima Nova"/>
                <a:sym typeface="Proxima Nova"/>
              </a:rPr>
              <a:t>Broad Network Access</a:t>
            </a:r>
            <a:endParaRPr b="0" i="0" sz="1400" u="none" cap="none" strike="noStrike">
              <a:solidFill>
                <a:schemeClr val="dk1"/>
              </a:solidFill>
              <a:latin typeface="Proxima Nova"/>
              <a:ea typeface="Proxima Nova"/>
              <a:cs typeface="Proxima Nova"/>
              <a:sym typeface="Proxima Nova"/>
            </a:endParaRPr>
          </a:p>
          <a:p>
            <a:pPr indent="-317500" lvl="1" marL="914400" marR="0" rtl="0" algn="l">
              <a:lnSpc>
                <a:spcPct val="100000"/>
              </a:lnSpc>
              <a:spcBef>
                <a:spcPts val="0"/>
              </a:spcBef>
              <a:spcAft>
                <a:spcPts val="0"/>
              </a:spcAft>
              <a:buClr>
                <a:schemeClr val="dk1"/>
              </a:buClr>
              <a:buSzPts val="1400"/>
              <a:buFont typeface="Proxima Nova"/>
              <a:buChar char="○"/>
            </a:pPr>
            <a:r>
              <a:rPr b="0" i="0" lang="en-IN" sz="1400" u="none" cap="none" strike="noStrike">
                <a:solidFill>
                  <a:schemeClr val="dk1"/>
                </a:solidFill>
                <a:latin typeface="Proxima Nova"/>
                <a:ea typeface="Proxima Nova"/>
                <a:cs typeface="Proxima Nova"/>
                <a:sym typeface="Proxima Nova"/>
              </a:rPr>
              <a:t>Google Drive provides globally-distributed storage, enabling users to access their files from anywhere in the world using various devices</a:t>
            </a:r>
            <a:endParaRPr b="0" i="0" sz="1400" u="none" cap="none" strike="noStrike">
              <a:solidFill>
                <a:schemeClr val="dk1"/>
              </a:solidFill>
              <a:latin typeface="Proxima Nova"/>
              <a:ea typeface="Proxima Nova"/>
              <a:cs typeface="Proxima Nova"/>
              <a:sym typeface="Proxima Nova"/>
            </a:endParaRPr>
          </a:p>
          <a:p>
            <a:pPr indent="-317500" lvl="1" marL="914400" marR="0" rtl="0" algn="l">
              <a:lnSpc>
                <a:spcPct val="100000"/>
              </a:lnSpc>
              <a:spcBef>
                <a:spcPts val="0"/>
              </a:spcBef>
              <a:spcAft>
                <a:spcPts val="0"/>
              </a:spcAft>
              <a:buClr>
                <a:schemeClr val="dk1"/>
              </a:buClr>
              <a:buSzPts val="1400"/>
              <a:buFont typeface="Proxima Nova"/>
              <a:buChar char="○"/>
            </a:pPr>
            <a:r>
              <a:rPr b="0" i="0" lang="en-IN" sz="1400" u="none" cap="none" strike="noStrike">
                <a:solidFill>
                  <a:schemeClr val="dk1"/>
                </a:solidFill>
                <a:latin typeface="Proxima Nova"/>
                <a:ea typeface="Proxima Nova"/>
                <a:cs typeface="Proxima Nova"/>
                <a:sym typeface="Proxima Nova"/>
              </a:rPr>
              <a:t>Cloud services are accessible over the internet from multiple devices, offering strategic provisioning of location-targeted hardware</a:t>
            </a:r>
            <a:endParaRPr b="0" i="0" sz="1400" u="none" cap="none" strike="noStrike">
              <a:solidFill>
                <a:schemeClr val="dk1"/>
              </a:solidFill>
              <a:latin typeface="Proxima Nova"/>
              <a:ea typeface="Proxima Nova"/>
              <a:cs typeface="Proxima Nova"/>
              <a:sym typeface="Proxima Nova"/>
            </a:endParaRPr>
          </a:p>
        </p:txBody>
      </p:sp>
      <p:pic>
        <p:nvPicPr>
          <p:cNvPr id="797" name="Google Shape;797;p15"/>
          <p:cNvPicPr preferRelativeResize="0"/>
          <p:nvPr/>
        </p:nvPicPr>
        <p:blipFill rotWithShape="1">
          <a:blip r:embed="rId3">
            <a:alphaModFix/>
          </a:blip>
          <a:srcRect b="0" l="0" r="0" t="0"/>
          <a:stretch/>
        </p:blipFill>
        <p:spPr>
          <a:xfrm>
            <a:off x="5155350" y="843325"/>
            <a:ext cx="3988650" cy="2094051"/>
          </a:xfrm>
          <a:prstGeom prst="rect">
            <a:avLst/>
          </a:prstGeom>
          <a:noFill/>
          <a:ln>
            <a:noFill/>
          </a:ln>
        </p:spPr>
      </p:pic>
      <p:pic>
        <p:nvPicPr>
          <p:cNvPr id="798" name="Google Shape;798;p15"/>
          <p:cNvPicPr preferRelativeResize="0"/>
          <p:nvPr/>
        </p:nvPicPr>
        <p:blipFill rotWithShape="1">
          <a:blip r:embed="rId4">
            <a:alphaModFix/>
          </a:blip>
          <a:srcRect b="0" l="0" r="0" t="0"/>
          <a:stretch/>
        </p:blipFill>
        <p:spPr>
          <a:xfrm>
            <a:off x="1168050" y="2815563"/>
            <a:ext cx="1704675" cy="1704675"/>
          </a:xfrm>
          <a:prstGeom prst="rect">
            <a:avLst/>
          </a:prstGeom>
          <a:noFill/>
          <a:ln>
            <a:noFill/>
          </a:ln>
        </p:spPr>
      </p:pic>
      <p:pic>
        <p:nvPicPr>
          <p:cNvPr id="799" name="Google Shape;799;p15"/>
          <p:cNvPicPr preferRelativeResize="0"/>
          <p:nvPr/>
        </p:nvPicPr>
        <p:blipFill rotWithShape="1">
          <a:blip r:embed="rId5">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16"/>
          <p:cNvSpPr txBox="1"/>
          <p:nvPr>
            <p:ph idx="1" type="body"/>
          </p:nvPr>
        </p:nvSpPr>
        <p:spPr>
          <a:xfrm>
            <a:off x="1168050" y="1212950"/>
            <a:ext cx="6167700" cy="1354800"/>
          </a:xfrm>
          <a:prstGeom prst="rect">
            <a:avLst/>
          </a:prstGeom>
          <a:noFill/>
          <a:ln>
            <a:noFill/>
          </a:ln>
        </p:spPr>
        <p:txBody>
          <a:bodyPr anchorCtr="0" anchor="t" bIns="45700" lIns="91425" spcFirstLastPara="1" rIns="91425" wrap="square" tIns="45700">
            <a:noAutofit/>
          </a:bodyPr>
          <a:lstStyle/>
          <a:p>
            <a:pPr indent="-317500" lvl="0" marL="457200" rtl="0" algn="l">
              <a:lnSpc>
                <a:spcPct val="100000"/>
              </a:lnSpc>
              <a:spcBef>
                <a:spcPts val="1200"/>
              </a:spcBef>
              <a:spcAft>
                <a:spcPts val="0"/>
              </a:spcAft>
              <a:buSzPts val="1400"/>
              <a:buChar char="●"/>
            </a:pPr>
            <a:r>
              <a:rPr lang="en-IN" sz="1400"/>
              <a:t>Resource Pooling</a:t>
            </a:r>
            <a:endParaRPr sz="1400"/>
          </a:p>
          <a:p>
            <a:pPr indent="-317500" lvl="1" marL="914400" rtl="0" algn="l">
              <a:lnSpc>
                <a:spcPct val="100000"/>
              </a:lnSpc>
              <a:spcBef>
                <a:spcPts val="0"/>
              </a:spcBef>
              <a:spcAft>
                <a:spcPts val="0"/>
              </a:spcAft>
              <a:buSzPts val="1400"/>
              <a:buChar char="○"/>
            </a:pPr>
            <a:r>
              <a:rPr lang="en-IN" sz="1400"/>
              <a:t>Google Cloud uses a shared pool of computing resources that are dynamically allocated to different users based on demand</a:t>
            </a:r>
            <a:endParaRPr sz="1400"/>
          </a:p>
          <a:p>
            <a:pPr indent="-317500" lvl="1" marL="914400" rtl="0" algn="l">
              <a:lnSpc>
                <a:spcPct val="100000"/>
              </a:lnSpc>
              <a:spcBef>
                <a:spcPts val="0"/>
              </a:spcBef>
              <a:spcAft>
                <a:spcPts val="0"/>
              </a:spcAft>
              <a:buSzPts val="1400"/>
              <a:buChar char="○"/>
            </a:pPr>
            <a:r>
              <a:rPr lang="en-IN" sz="1400"/>
              <a:t>Shared resources for multiple users</a:t>
            </a:r>
            <a:br>
              <a:rPr lang="en-IN" sz="1400"/>
            </a:br>
            <a:endParaRPr sz="1400"/>
          </a:p>
          <a:p>
            <a:pPr indent="-317500" lvl="0" marL="457200" rtl="0" algn="l">
              <a:lnSpc>
                <a:spcPct val="100000"/>
              </a:lnSpc>
              <a:spcBef>
                <a:spcPts val="0"/>
              </a:spcBef>
              <a:spcAft>
                <a:spcPts val="0"/>
              </a:spcAft>
              <a:buSzPts val="1400"/>
              <a:buChar char="●"/>
            </a:pPr>
            <a:r>
              <a:rPr lang="en-IN" sz="1400"/>
              <a:t>Rapid Elasticity</a:t>
            </a:r>
            <a:endParaRPr sz="1400"/>
          </a:p>
          <a:p>
            <a:pPr indent="-317500" lvl="1" marL="914400" rtl="0" algn="l">
              <a:lnSpc>
                <a:spcPct val="100000"/>
              </a:lnSpc>
              <a:spcBef>
                <a:spcPts val="0"/>
              </a:spcBef>
              <a:spcAft>
                <a:spcPts val="0"/>
              </a:spcAft>
              <a:buSzPts val="1400"/>
              <a:buChar char="○"/>
            </a:pPr>
            <a:r>
              <a:rPr lang="en-IN" sz="1400"/>
              <a:t>Google Cloud’s auto-scaling feature dynamically adjusts computing power for applications such as Google Search based on traffic demands</a:t>
            </a:r>
            <a:endParaRPr sz="1400"/>
          </a:p>
          <a:p>
            <a:pPr indent="-317500" lvl="1" marL="914400" rtl="0" algn="l">
              <a:lnSpc>
                <a:spcPct val="100000"/>
              </a:lnSpc>
              <a:spcBef>
                <a:spcPts val="0"/>
              </a:spcBef>
              <a:spcAft>
                <a:spcPts val="0"/>
              </a:spcAft>
              <a:buSzPts val="1400"/>
              <a:buChar char="○"/>
            </a:pPr>
            <a:r>
              <a:rPr lang="en-IN" sz="1400"/>
              <a:t>Cloud infrastructures can grow and shrink dynamically, allowing users to request auto-scaling of resources with traffic demands. Scalability can occur on a single machine or across multiple machines</a:t>
            </a:r>
            <a:br>
              <a:rPr lang="en-IN" sz="1400"/>
            </a:br>
            <a:endParaRPr sz="1400"/>
          </a:p>
          <a:p>
            <a:pPr indent="-317500" lvl="0" marL="457200" rtl="0" algn="l">
              <a:lnSpc>
                <a:spcPct val="100000"/>
              </a:lnSpc>
              <a:spcBef>
                <a:spcPts val="0"/>
              </a:spcBef>
              <a:spcAft>
                <a:spcPts val="0"/>
              </a:spcAft>
              <a:buSzPts val="1400"/>
              <a:buChar char="●"/>
            </a:pPr>
            <a:r>
              <a:rPr lang="en-IN" sz="1400"/>
              <a:t>Measured Service</a:t>
            </a:r>
            <a:endParaRPr sz="1400"/>
          </a:p>
          <a:p>
            <a:pPr indent="-317500" lvl="1" marL="914400" rtl="0" algn="l">
              <a:lnSpc>
                <a:spcPct val="100000"/>
              </a:lnSpc>
              <a:spcBef>
                <a:spcPts val="0"/>
              </a:spcBef>
              <a:spcAft>
                <a:spcPts val="0"/>
              </a:spcAft>
              <a:buSzPts val="1400"/>
              <a:buChar char="○"/>
            </a:pPr>
            <a:r>
              <a:rPr lang="en-IN" sz="1400"/>
              <a:t>Cloud computing operates on a pay-per-use pricing model, ensuring users pay only for the resources they consume</a:t>
            </a:r>
            <a:endParaRPr b="1" sz="1400"/>
          </a:p>
        </p:txBody>
      </p:sp>
      <p:sp>
        <p:nvSpPr>
          <p:cNvPr id="805" name="Google Shape;805;p16"/>
          <p:cNvSpPr txBox="1"/>
          <p:nvPr>
            <p:ph idx="4294967295" type="sldNum"/>
          </p:nvPr>
        </p:nvSpPr>
        <p:spPr>
          <a:xfrm>
            <a:off x="634317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06" name="Google Shape;806;p16"/>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Cloud Computing: Key Characteristics </a:t>
            </a:r>
            <a:endParaRPr b="0" i="0" sz="2340" u="none" cap="none" strike="noStrike">
              <a:solidFill>
                <a:schemeClr val="lt1"/>
              </a:solidFill>
              <a:latin typeface="Proxima Nova"/>
              <a:ea typeface="Proxima Nova"/>
              <a:cs typeface="Proxima Nova"/>
              <a:sym typeface="Proxima Nova"/>
            </a:endParaRPr>
          </a:p>
        </p:txBody>
      </p:sp>
      <p:sp>
        <p:nvSpPr>
          <p:cNvPr id="807" name="Google Shape;807;p16"/>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08" name="Google Shape;808;p16"/>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17"/>
          <p:cNvSpPr txBox="1"/>
          <p:nvPr>
            <p:ph idx="1" type="body"/>
          </p:nvPr>
        </p:nvSpPr>
        <p:spPr>
          <a:xfrm>
            <a:off x="549450" y="1212950"/>
            <a:ext cx="4292700" cy="3555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800"/>
              <a:buNone/>
            </a:pPr>
            <a:r>
              <a:rPr b="1" lang="en-IN" sz="1400"/>
              <a:t>Early Concepts</a:t>
            </a:r>
            <a:endParaRPr b="1" sz="1400"/>
          </a:p>
          <a:p>
            <a:pPr indent="-317500" lvl="0" marL="457200" rtl="0" algn="l">
              <a:lnSpc>
                <a:spcPct val="100000"/>
              </a:lnSpc>
              <a:spcBef>
                <a:spcPts val="1200"/>
              </a:spcBef>
              <a:spcAft>
                <a:spcPts val="0"/>
              </a:spcAft>
              <a:buSzPts val="1400"/>
              <a:buChar char="●"/>
            </a:pPr>
            <a:r>
              <a:rPr lang="en-IN" sz="1400"/>
              <a:t>In 1960s, Dr Joseph Carl Robnett Licklider,  an American computer scientist and psychologist known as the ‘father of cloud computing’, introduced the idea of global networking</a:t>
            </a:r>
            <a:endParaRPr sz="1400"/>
          </a:p>
          <a:p>
            <a:pPr indent="0" lvl="0" marL="0" rtl="0" algn="l">
              <a:lnSpc>
                <a:spcPct val="100000"/>
              </a:lnSpc>
              <a:spcBef>
                <a:spcPts val="1200"/>
              </a:spcBef>
              <a:spcAft>
                <a:spcPts val="0"/>
              </a:spcAft>
              <a:buSzPts val="1800"/>
              <a:buNone/>
            </a:pPr>
            <a:r>
              <a:t/>
            </a:r>
            <a:endParaRPr sz="1400"/>
          </a:p>
          <a:p>
            <a:pPr indent="-317500" lvl="0" marL="457200" rtl="0" algn="l">
              <a:lnSpc>
                <a:spcPct val="100000"/>
              </a:lnSpc>
              <a:spcBef>
                <a:spcPts val="1200"/>
              </a:spcBef>
              <a:spcAft>
                <a:spcPts val="0"/>
              </a:spcAft>
              <a:buSzPts val="1400"/>
              <a:buChar char="●"/>
            </a:pPr>
            <a:r>
              <a:rPr lang="en-IN" sz="1400"/>
              <a:t>Proposed the Intergalactic Computer Network, envisioning a world where everyone could access information from anywhere via interconnected computers</a:t>
            </a:r>
            <a:endParaRPr b="1" sz="1400"/>
          </a:p>
        </p:txBody>
      </p:sp>
      <p:sp>
        <p:nvSpPr>
          <p:cNvPr id="814" name="Google Shape;814;p17"/>
          <p:cNvSpPr txBox="1"/>
          <p:nvPr>
            <p:ph idx="4294967295" type="sldNum"/>
          </p:nvPr>
        </p:nvSpPr>
        <p:spPr>
          <a:xfrm>
            <a:off x="634317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15" name="Google Shape;815;p17"/>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Historical Context and Evolution</a:t>
            </a:r>
            <a:endParaRPr b="0" i="0" sz="2340" u="none" cap="none" strike="noStrike">
              <a:solidFill>
                <a:schemeClr val="lt1"/>
              </a:solidFill>
              <a:latin typeface="Proxima Nova"/>
              <a:ea typeface="Proxima Nova"/>
              <a:cs typeface="Proxima Nova"/>
              <a:sym typeface="Proxima Nova"/>
            </a:endParaRPr>
          </a:p>
        </p:txBody>
      </p:sp>
      <p:sp>
        <p:nvSpPr>
          <p:cNvPr id="816" name="Google Shape;816;p17"/>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17" name="Google Shape;817;p17"/>
          <p:cNvPicPr preferRelativeResize="0"/>
          <p:nvPr/>
        </p:nvPicPr>
        <p:blipFill rotWithShape="1">
          <a:blip r:embed="rId3">
            <a:alphaModFix/>
          </a:blip>
          <a:srcRect b="0" l="0" r="0" t="0"/>
          <a:stretch/>
        </p:blipFill>
        <p:spPr>
          <a:xfrm>
            <a:off x="4765950" y="1523350"/>
            <a:ext cx="4142549" cy="2950425"/>
          </a:xfrm>
          <a:prstGeom prst="rect">
            <a:avLst/>
          </a:prstGeom>
          <a:noFill/>
          <a:ln>
            <a:noFill/>
          </a:ln>
        </p:spPr>
      </p:pic>
      <p:sp>
        <p:nvSpPr>
          <p:cNvPr id="818" name="Google Shape;818;p17"/>
          <p:cNvSpPr/>
          <p:nvPr/>
        </p:nvSpPr>
        <p:spPr>
          <a:xfrm>
            <a:off x="4933350" y="1620750"/>
            <a:ext cx="3874200" cy="27192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19" name="Google Shape;819;p17"/>
          <p:cNvPicPr preferRelativeResize="0"/>
          <p:nvPr/>
        </p:nvPicPr>
        <p:blipFill rotWithShape="1">
          <a:blip r:embed="rId4">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18"/>
          <p:cNvSpPr txBox="1"/>
          <p:nvPr>
            <p:ph idx="1" type="body"/>
          </p:nvPr>
        </p:nvSpPr>
        <p:spPr>
          <a:xfrm>
            <a:off x="549450" y="1212950"/>
            <a:ext cx="7851000" cy="3555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800"/>
              <a:buNone/>
            </a:pPr>
            <a:r>
              <a:rPr b="1" lang="en-IN" sz="1400"/>
              <a:t>Cloud Computing: Emergence </a:t>
            </a:r>
            <a:endParaRPr b="1" sz="1400"/>
          </a:p>
          <a:p>
            <a:pPr indent="-317500" lvl="0" marL="457200" rtl="0" algn="l">
              <a:lnSpc>
                <a:spcPct val="100000"/>
              </a:lnSpc>
              <a:spcBef>
                <a:spcPts val="1200"/>
              </a:spcBef>
              <a:spcAft>
                <a:spcPts val="0"/>
              </a:spcAft>
              <a:buSzPts val="1400"/>
              <a:buChar char="●"/>
            </a:pPr>
            <a:r>
              <a:rPr lang="en-IN" sz="1400"/>
              <a:t>Salesforce (1999)</a:t>
            </a:r>
            <a:endParaRPr sz="1400"/>
          </a:p>
          <a:p>
            <a:pPr indent="-317500" lvl="1" marL="914400" rtl="0" algn="l">
              <a:lnSpc>
                <a:spcPct val="100000"/>
              </a:lnSpc>
              <a:spcBef>
                <a:spcPts val="0"/>
              </a:spcBef>
              <a:spcAft>
                <a:spcPts val="0"/>
              </a:spcAft>
              <a:buSzPts val="1400"/>
              <a:buChar char="○"/>
            </a:pPr>
            <a:r>
              <a:rPr lang="en-IN" sz="1400"/>
              <a:t>Pioneered the concept of delivering enterprise </a:t>
            </a:r>
            <a:br>
              <a:rPr lang="en-IN" sz="1400"/>
            </a:br>
            <a:r>
              <a:rPr lang="en-IN" sz="1400"/>
              <a:t>applications via a simple website</a:t>
            </a:r>
            <a:br>
              <a:rPr lang="en-IN" sz="1400"/>
            </a:br>
            <a:endParaRPr sz="1400"/>
          </a:p>
          <a:p>
            <a:pPr indent="-317500" lvl="0" marL="457200" rtl="0" algn="l">
              <a:lnSpc>
                <a:spcPct val="100000"/>
              </a:lnSpc>
              <a:spcBef>
                <a:spcPts val="0"/>
              </a:spcBef>
              <a:spcAft>
                <a:spcPts val="0"/>
              </a:spcAft>
              <a:buSzPts val="1400"/>
              <a:buChar char="●"/>
            </a:pPr>
            <a:r>
              <a:rPr lang="en-IN" sz="1400"/>
              <a:t>Amazon Web Services (2002)</a:t>
            </a:r>
            <a:endParaRPr sz="1400"/>
          </a:p>
          <a:p>
            <a:pPr indent="-317500" lvl="1" marL="914400" rtl="0" algn="l">
              <a:lnSpc>
                <a:spcPct val="100000"/>
              </a:lnSpc>
              <a:spcBef>
                <a:spcPts val="0"/>
              </a:spcBef>
              <a:spcAft>
                <a:spcPts val="0"/>
              </a:spcAft>
              <a:buSzPts val="1400"/>
              <a:buChar char="○"/>
            </a:pPr>
            <a:r>
              <a:rPr lang="en-IN" sz="1400"/>
              <a:t>Started cloud-based storage and computing services</a:t>
            </a:r>
            <a:endParaRPr sz="1400"/>
          </a:p>
          <a:p>
            <a:pPr indent="-317500" lvl="1" marL="914400" rtl="0" algn="l">
              <a:lnSpc>
                <a:spcPct val="100000"/>
              </a:lnSpc>
              <a:spcBef>
                <a:spcPts val="0"/>
              </a:spcBef>
              <a:spcAft>
                <a:spcPts val="0"/>
              </a:spcAft>
              <a:buSzPts val="1400"/>
              <a:buChar char="○"/>
            </a:pPr>
            <a:r>
              <a:rPr lang="en-IN" sz="1400"/>
              <a:t>Introduced Elastic Compute Cloud (EC2) in 2006 for renting virtual computers</a:t>
            </a:r>
            <a:br>
              <a:rPr lang="en-IN" sz="1400"/>
            </a:br>
            <a:endParaRPr sz="1400"/>
          </a:p>
          <a:p>
            <a:pPr indent="-317500" lvl="0" marL="457200" rtl="0" algn="l">
              <a:lnSpc>
                <a:spcPct val="100000"/>
              </a:lnSpc>
              <a:spcBef>
                <a:spcPts val="0"/>
              </a:spcBef>
              <a:spcAft>
                <a:spcPts val="0"/>
              </a:spcAft>
              <a:buSzPts val="1400"/>
              <a:buChar char="●"/>
            </a:pPr>
            <a:r>
              <a:rPr lang="en-IN" sz="1400"/>
              <a:t>Google (2006)</a:t>
            </a:r>
            <a:endParaRPr sz="1400"/>
          </a:p>
          <a:p>
            <a:pPr indent="-317500" lvl="1" marL="914400" rtl="0" algn="l">
              <a:lnSpc>
                <a:spcPct val="100000"/>
              </a:lnSpc>
              <a:spcBef>
                <a:spcPts val="0"/>
              </a:spcBef>
              <a:spcAft>
                <a:spcPts val="0"/>
              </a:spcAft>
              <a:buSzPts val="1400"/>
              <a:buChar char="○"/>
            </a:pPr>
            <a:r>
              <a:rPr lang="en-IN" sz="1400"/>
              <a:t>Launched Google Apps suite (now Google Workspace), a collection of SaaS productivity apps</a:t>
            </a:r>
            <a:br>
              <a:rPr lang="en-IN" sz="1400"/>
            </a:br>
            <a:endParaRPr sz="1400"/>
          </a:p>
          <a:p>
            <a:pPr indent="-317500" lvl="0" marL="457200" rtl="0" algn="l">
              <a:lnSpc>
                <a:spcPct val="100000"/>
              </a:lnSpc>
              <a:spcBef>
                <a:spcPts val="0"/>
              </a:spcBef>
              <a:spcAft>
                <a:spcPts val="0"/>
              </a:spcAft>
              <a:buSzPts val="1400"/>
              <a:buChar char="●"/>
            </a:pPr>
            <a:r>
              <a:rPr lang="en-IN" sz="1400"/>
              <a:t>Microsoft (2010)</a:t>
            </a:r>
            <a:endParaRPr sz="1400"/>
          </a:p>
          <a:p>
            <a:pPr indent="-317500" lvl="1" marL="914400" rtl="0" algn="l">
              <a:lnSpc>
                <a:spcPct val="100000"/>
              </a:lnSpc>
              <a:spcBef>
                <a:spcPts val="0"/>
              </a:spcBef>
              <a:spcAft>
                <a:spcPts val="0"/>
              </a:spcAft>
              <a:buSzPts val="1400"/>
              <a:buChar char="○"/>
            </a:pPr>
            <a:r>
              <a:rPr lang="en-IN" sz="1400"/>
              <a:t>Launched Windows Azure</a:t>
            </a:r>
            <a:endParaRPr sz="1400"/>
          </a:p>
          <a:p>
            <a:pPr indent="-317500" lvl="1" marL="914400" rtl="0" algn="l">
              <a:lnSpc>
                <a:spcPct val="100000"/>
              </a:lnSpc>
              <a:spcBef>
                <a:spcPts val="0"/>
              </a:spcBef>
              <a:spcAft>
                <a:spcPts val="0"/>
              </a:spcAft>
              <a:buSzPts val="1400"/>
              <a:buChar char="○"/>
            </a:pPr>
            <a:r>
              <a:rPr lang="en-IN" sz="1400"/>
              <a:t>Entered SaaS market with Office 365 in 2011</a:t>
            </a:r>
            <a:endParaRPr sz="1400"/>
          </a:p>
        </p:txBody>
      </p:sp>
      <p:sp>
        <p:nvSpPr>
          <p:cNvPr id="825" name="Google Shape;825;p18"/>
          <p:cNvSpPr txBox="1"/>
          <p:nvPr>
            <p:ph idx="4294967295" type="sldNum"/>
          </p:nvPr>
        </p:nvSpPr>
        <p:spPr>
          <a:xfrm>
            <a:off x="634317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26" name="Google Shape;826;p18"/>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Historical Context and Evolution</a:t>
            </a:r>
            <a:endParaRPr b="0" i="0" sz="2340" u="none" cap="none" strike="noStrike">
              <a:solidFill>
                <a:schemeClr val="lt1"/>
              </a:solidFill>
              <a:latin typeface="Proxima Nova"/>
              <a:ea typeface="Proxima Nova"/>
              <a:cs typeface="Proxima Nova"/>
              <a:sym typeface="Proxima Nova"/>
            </a:endParaRPr>
          </a:p>
        </p:txBody>
      </p:sp>
      <p:sp>
        <p:nvSpPr>
          <p:cNvPr id="827" name="Google Shape;827;p18"/>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28" name="Google Shape;828;p18"/>
          <p:cNvPicPr preferRelativeResize="0"/>
          <p:nvPr/>
        </p:nvPicPr>
        <p:blipFill rotWithShape="1">
          <a:blip r:embed="rId3">
            <a:alphaModFix/>
          </a:blip>
          <a:srcRect b="0" l="0" r="0" t="0"/>
          <a:stretch/>
        </p:blipFill>
        <p:spPr>
          <a:xfrm>
            <a:off x="5981175" y="1380112"/>
            <a:ext cx="1245674" cy="871976"/>
          </a:xfrm>
          <a:prstGeom prst="rect">
            <a:avLst/>
          </a:prstGeom>
          <a:noFill/>
          <a:ln>
            <a:noFill/>
          </a:ln>
        </p:spPr>
      </p:pic>
      <p:pic>
        <p:nvPicPr>
          <p:cNvPr id="829" name="Google Shape;829;p18"/>
          <p:cNvPicPr preferRelativeResize="0"/>
          <p:nvPr/>
        </p:nvPicPr>
        <p:blipFill rotWithShape="1">
          <a:blip r:embed="rId4">
            <a:alphaModFix/>
          </a:blip>
          <a:srcRect b="0" l="0" r="0" t="0"/>
          <a:stretch/>
        </p:blipFill>
        <p:spPr>
          <a:xfrm>
            <a:off x="7528475" y="2263200"/>
            <a:ext cx="871977" cy="871977"/>
          </a:xfrm>
          <a:prstGeom prst="rect">
            <a:avLst/>
          </a:prstGeom>
          <a:noFill/>
          <a:ln>
            <a:noFill/>
          </a:ln>
        </p:spPr>
      </p:pic>
      <p:pic>
        <p:nvPicPr>
          <p:cNvPr id="830" name="Google Shape;830;p18"/>
          <p:cNvPicPr preferRelativeResize="0"/>
          <p:nvPr/>
        </p:nvPicPr>
        <p:blipFill rotWithShape="1">
          <a:blip r:embed="rId5">
            <a:alphaModFix/>
          </a:blip>
          <a:srcRect b="0" l="0" r="0" t="0"/>
          <a:stretch/>
        </p:blipFill>
        <p:spPr>
          <a:xfrm>
            <a:off x="7226850" y="3914001"/>
            <a:ext cx="871977" cy="871977"/>
          </a:xfrm>
          <a:prstGeom prst="rect">
            <a:avLst/>
          </a:prstGeom>
          <a:noFill/>
          <a:ln>
            <a:noFill/>
          </a:ln>
        </p:spPr>
      </p:pic>
      <p:pic>
        <p:nvPicPr>
          <p:cNvPr id="831" name="Google Shape;831;p18"/>
          <p:cNvPicPr preferRelativeResize="0"/>
          <p:nvPr/>
        </p:nvPicPr>
        <p:blipFill rotWithShape="1">
          <a:blip r:embed="rId6">
            <a:alphaModFix/>
          </a:blip>
          <a:srcRect b="0" l="0" r="78711" t="0"/>
          <a:stretch/>
        </p:blipFill>
        <p:spPr>
          <a:xfrm>
            <a:off x="5109200" y="3979300"/>
            <a:ext cx="871974" cy="871975"/>
          </a:xfrm>
          <a:prstGeom prst="rect">
            <a:avLst/>
          </a:prstGeom>
          <a:noFill/>
          <a:ln>
            <a:noFill/>
          </a:ln>
        </p:spPr>
      </p:pic>
      <p:pic>
        <p:nvPicPr>
          <p:cNvPr id="832" name="Google Shape;832;p18"/>
          <p:cNvPicPr preferRelativeResize="0"/>
          <p:nvPr/>
        </p:nvPicPr>
        <p:blipFill rotWithShape="1">
          <a:blip r:embed="rId7">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pic>
        <p:nvPicPr>
          <p:cNvPr id="837" name="Google Shape;837;p19"/>
          <p:cNvPicPr preferRelativeResize="0"/>
          <p:nvPr/>
        </p:nvPicPr>
        <p:blipFill rotWithShape="1">
          <a:blip r:embed="rId3">
            <a:alphaModFix amt="40000"/>
          </a:blip>
          <a:srcRect b="16412" l="0" r="0" t="17168"/>
          <a:stretch/>
        </p:blipFill>
        <p:spPr>
          <a:xfrm>
            <a:off x="5033250" y="1789316"/>
            <a:ext cx="3846175" cy="2554675"/>
          </a:xfrm>
          <a:prstGeom prst="rect">
            <a:avLst/>
          </a:prstGeom>
          <a:noFill/>
          <a:ln>
            <a:noFill/>
          </a:ln>
        </p:spPr>
      </p:pic>
      <p:sp>
        <p:nvSpPr>
          <p:cNvPr id="838" name="Google Shape;838;p19"/>
          <p:cNvSpPr txBox="1"/>
          <p:nvPr>
            <p:ph idx="1" type="body"/>
          </p:nvPr>
        </p:nvSpPr>
        <p:spPr>
          <a:xfrm>
            <a:off x="549450" y="1212950"/>
            <a:ext cx="5472900" cy="3555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800"/>
              <a:buNone/>
            </a:pPr>
            <a:r>
              <a:rPr b="1" lang="en-IN" sz="1400"/>
              <a:t>Cloud Computing: Emergence </a:t>
            </a:r>
            <a:endParaRPr b="1" sz="1400"/>
          </a:p>
          <a:p>
            <a:pPr indent="-317500" lvl="0" marL="457200" rtl="0" algn="l">
              <a:lnSpc>
                <a:spcPct val="100000"/>
              </a:lnSpc>
              <a:spcBef>
                <a:spcPts val="1200"/>
              </a:spcBef>
              <a:spcAft>
                <a:spcPts val="0"/>
              </a:spcAft>
              <a:buSzPts val="1400"/>
              <a:buChar char="●"/>
            </a:pPr>
            <a:r>
              <a:rPr lang="en-IN" sz="1400"/>
              <a:t>Cloud Growth in 2020</a:t>
            </a:r>
            <a:endParaRPr sz="1400"/>
          </a:p>
          <a:p>
            <a:pPr indent="-317500" lvl="1" marL="914400" rtl="0" algn="l">
              <a:lnSpc>
                <a:spcPct val="100000"/>
              </a:lnSpc>
              <a:spcBef>
                <a:spcPts val="0"/>
              </a:spcBef>
              <a:spcAft>
                <a:spcPts val="0"/>
              </a:spcAft>
              <a:buSzPts val="1400"/>
              <a:buChar char="○"/>
            </a:pPr>
            <a:r>
              <a:rPr lang="en-IN" sz="1400"/>
              <a:t>IaaS spending: $37 billion in Q4, $130 billion for 2020 (35% increase)</a:t>
            </a:r>
            <a:endParaRPr sz="1400"/>
          </a:p>
          <a:p>
            <a:pPr indent="-317500" lvl="1" marL="914400" rtl="0" algn="l">
              <a:lnSpc>
                <a:spcPct val="100000"/>
              </a:lnSpc>
              <a:spcBef>
                <a:spcPts val="0"/>
              </a:spcBef>
              <a:spcAft>
                <a:spcPts val="0"/>
              </a:spcAft>
              <a:buSzPts val="1400"/>
              <a:buChar char="○"/>
            </a:pPr>
            <a:r>
              <a:rPr lang="en-IN" sz="1400"/>
              <a:t>Data centre hardware/software spending fell 6% to &lt;$90 billion</a:t>
            </a:r>
            <a:br>
              <a:rPr lang="en-IN" sz="1400"/>
            </a:br>
            <a:endParaRPr sz="1400"/>
          </a:p>
          <a:p>
            <a:pPr indent="-317500" lvl="0" marL="457200" rtl="0" algn="l">
              <a:lnSpc>
                <a:spcPct val="100000"/>
              </a:lnSpc>
              <a:spcBef>
                <a:spcPts val="0"/>
              </a:spcBef>
              <a:spcAft>
                <a:spcPts val="0"/>
              </a:spcAft>
              <a:buSzPts val="1400"/>
              <a:buChar char="●"/>
            </a:pPr>
            <a:r>
              <a:rPr lang="en-IN" sz="1400"/>
              <a:t>2020-2021 Trends</a:t>
            </a:r>
            <a:endParaRPr sz="1400"/>
          </a:p>
          <a:p>
            <a:pPr indent="-317500" lvl="1" marL="914400" rtl="0" algn="l">
              <a:lnSpc>
                <a:spcPct val="100000"/>
              </a:lnSpc>
              <a:spcBef>
                <a:spcPts val="0"/>
              </a:spcBef>
              <a:spcAft>
                <a:spcPts val="0"/>
              </a:spcAft>
              <a:buSzPts val="1400"/>
              <a:buChar char="○"/>
            </a:pPr>
            <a:r>
              <a:rPr lang="en-IN" sz="1400"/>
              <a:t>Cloud enterprise spending grew 43% in 2020 and 29% in 2021 to $81 billion</a:t>
            </a:r>
            <a:br>
              <a:rPr lang="en-IN" sz="1400"/>
            </a:br>
            <a:endParaRPr sz="1400"/>
          </a:p>
          <a:p>
            <a:pPr indent="-317500" lvl="0" marL="457200" rtl="0" algn="l">
              <a:lnSpc>
                <a:spcPct val="100000"/>
              </a:lnSpc>
              <a:spcBef>
                <a:spcPts val="0"/>
              </a:spcBef>
              <a:spcAft>
                <a:spcPts val="0"/>
              </a:spcAft>
              <a:buSzPts val="1400"/>
              <a:buChar char="●"/>
            </a:pPr>
            <a:r>
              <a:rPr lang="en-IN" sz="1400"/>
              <a:t>Predictions</a:t>
            </a:r>
            <a:endParaRPr sz="1400"/>
          </a:p>
          <a:p>
            <a:pPr indent="-317500" lvl="1" marL="914400" rtl="0" algn="l">
              <a:lnSpc>
                <a:spcPct val="100000"/>
              </a:lnSpc>
              <a:spcBef>
                <a:spcPts val="0"/>
              </a:spcBef>
              <a:spcAft>
                <a:spcPts val="0"/>
              </a:spcAft>
              <a:buSzPts val="1400"/>
              <a:buChar char="○"/>
            </a:pPr>
            <a:r>
              <a:rPr lang="en-IN" sz="1400"/>
              <a:t>By 2024, 45% of IT spending will shift from internal infrastructure to cloud services</a:t>
            </a:r>
            <a:endParaRPr sz="1400"/>
          </a:p>
        </p:txBody>
      </p:sp>
      <p:sp>
        <p:nvSpPr>
          <p:cNvPr id="839" name="Google Shape;839;p19"/>
          <p:cNvSpPr txBox="1"/>
          <p:nvPr>
            <p:ph idx="4294967295" type="sldNum"/>
          </p:nvPr>
        </p:nvSpPr>
        <p:spPr>
          <a:xfrm>
            <a:off x="634317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40" name="Google Shape;840;p19"/>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Historical Context and Evolution</a:t>
            </a:r>
            <a:endParaRPr b="0" i="0" sz="2340" u="none" cap="none" strike="noStrike">
              <a:solidFill>
                <a:schemeClr val="lt1"/>
              </a:solidFill>
              <a:latin typeface="Proxima Nova"/>
              <a:ea typeface="Proxima Nova"/>
              <a:cs typeface="Proxima Nova"/>
              <a:sym typeface="Proxima Nova"/>
            </a:endParaRPr>
          </a:p>
        </p:txBody>
      </p:sp>
      <p:sp>
        <p:nvSpPr>
          <p:cNvPr id="841" name="Google Shape;841;p19"/>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42" name="Google Shape;842;p19"/>
          <p:cNvPicPr preferRelativeResize="0"/>
          <p:nvPr/>
        </p:nvPicPr>
        <p:blipFill rotWithShape="1">
          <a:blip r:embed="rId4">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pic>
        <p:nvPicPr>
          <p:cNvPr id="847" name="Google Shape;847;p20"/>
          <p:cNvPicPr preferRelativeResize="0"/>
          <p:nvPr/>
        </p:nvPicPr>
        <p:blipFill rotWithShape="1">
          <a:blip r:embed="rId3">
            <a:alphaModFix/>
          </a:blip>
          <a:srcRect b="7397" l="0" r="0" t="0"/>
          <a:stretch/>
        </p:blipFill>
        <p:spPr>
          <a:xfrm>
            <a:off x="618025" y="1628475"/>
            <a:ext cx="3359812" cy="3139574"/>
          </a:xfrm>
          <a:prstGeom prst="rect">
            <a:avLst/>
          </a:prstGeom>
          <a:noFill/>
          <a:ln>
            <a:noFill/>
          </a:ln>
        </p:spPr>
      </p:pic>
      <p:sp>
        <p:nvSpPr>
          <p:cNvPr id="848" name="Google Shape;848;p20"/>
          <p:cNvSpPr txBox="1"/>
          <p:nvPr>
            <p:ph idx="1" type="body"/>
          </p:nvPr>
        </p:nvSpPr>
        <p:spPr>
          <a:xfrm>
            <a:off x="1506800" y="1336529"/>
            <a:ext cx="5348100" cy="4029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1400"/>
              <a:buNone/>
            </a:pPr>
            <a:r>
              <a:rPr b="1" lang="en-IN" sz="1400"/>
              <a:t>Service Models: Introduction </a:t>
            </a:r>
            <a:endParaRPr sz="1400">
              <a:latin typeface="Proxima Nova"/>
              <a:ea typeface="Proxima Nova"/>
              <a:cs typeface="Proxima Nova"/>
              <a:sym typeface="Proxima Nova"/>
            </a:endParaRPr>
          </a:p>
        </p:txBody>
      </p:sp>
      <p:sp>
        <p:nvSpPr>
          <p:cNvPr id="849" name="Google Shape;849;p20"/>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50" name="Google Shape;850;p20"/>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Types of Cloud Services</a:t>
            </a:r>
            <a:endParaRPr b="0" i="0" sz="2340" u="none" cap="none" strike="noStrike">
              <a:solidFill>
                <a:schemeClr val="lt1"/>
              </a:solidFill>
              <a:latin typeface="Proxima Nova"/>
              <a:ea typeface="Proxima Nova"/>
              <a:cs typeface="Proxima Nova"/>
              <a:sym typeface="Proxima Nova"/>
            </a:endParaRPr>
          </a:p>
        </p:txBody>
      </p:sp>
      <p:sp>
        <p:nvSpPr>
          <p:cNvPr id="851" name="Google Shape;851;p20"/>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52" name="Google Shape;852;p20"/>
          <p:cNvSpPr txBox="1"/>
          <p:nvPr/>
        </p:nvSpPr>
        <p:spPr>
          <a:xfrm>
            <a:off x="3856100" y="2118750"/>
            <a:ext cx="4071000" cy="2269200"/>
          </a:xfrm>
          <a:prstGeom prst="rect">
            <a:avLst/>
          </a:prstGeom>
          <a:noFill/>
          <a:ln>
            <a:noFill/>
          </a:ln>
        </p:spPr>
        <p:txBody>
          <a:bodyPr anchorCtr="0" anchor="t" bIns="45700" lIns="91425" spcFirstLastPara="1" rIns="91425" wrap="square" tIns="45700">
            <a:noAutofit/>
          </a:bodyPr>
          <a:lstStyle/>
          <a:p>
            <a:pPr indent="-317500" lvl="0" marL="457200" marR="0" rtl="0" algn="l">
              <a:lnSpc>
                <a:spcPct val="100000"/>
              </a:lnSpc>
              <a:spcBef>
                <a:spcPts val="1200"/>
              </a:spcBef>
              <a:spcAft>
                <a:spcPts val="0"/>
              </a:spcAft>
              <a:buClr>
                <a:schemeClr val="dk1"/>
              </a:buClr>
              <a:buSzPts val="1400"/>
              <a:buFont typeface="Proxima Nova"/>
              <a:buChar char="●"/>
            </a:pPr>
            <a:r>
              <a:rPr b="0" i="0" lang="en-IN" sz="1400" u="none" cap="none" strike="noStrike">
                <a:solidFill>
                  <a:schemeClr val="dk1"/>
                </a:solidFill>
                <a:latin typeface="Proxima Nova"/>
                <a:ea typeface="Proxima Nova"/>
                <a:cs typeface="Proxima Nova"/>
                <a:sym typeface="Proxima Nova"/>
              </a:rPr>
              <a:t>These services provide customers with varying levels of control and responsibility in their cloud environment</a:t>
            </a:r>
            <a:endParaRPr b="0" i="0" sz="1400" u="none" cap="none" strike="noStrike">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Char char="●"/>
            </a:pPr>
            <a:r>
              <a:rPr b="0" i="0" lang="en-IN" sz="1400" u="none" cap="none" strike="noStrike">
                <a:solidFill>
                  <a:schemeClr val="dk1"/>
                </a:solidFill>
                <a:latin typeface="Proxima Nova"/>
                <a:ea typeface="Proxima Nova"/>
                <a:cs typeface="Proxima Nova"/>
                <a:sym typeface="Proxima Nova"/>
              </a:rPr>
              <a:t>There is no one-size-fits-all approach to cloud. It is common for an organisation to use some combination of all</a:t>
            </a:r>
            <a:endParaRPr b="0" i="0" sz="1400" u="none" cap="none" strike="noStrike">
              <a:solidFill>
                <a:schemeClr val="dk1"/>
              </a:solidFill>
              <a:latin typeface="Proxima Nova"/>
              <a:ea typeface="Proxima Nova"/>
              <a:cs typeface="Proxima Nova"/>
              <a:sym typeface="Proxima Nova"/>
            </a:endParaRPr>
          </a:p>
        </p:txBody>
      </p:sp>
      <p:pic>
        <p:nvPicPr>
          <p:cNvPr id="853" name="Google Shape;853;p20"/>
          <p:cNvPicPr preferRelativeResize="0"/>
          <p:nvPr/>
        </p:nvPicPr>
        <p:blipFill rotWithShape="1">
          <a:blip r:embed="rId4">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21"/>
          <p:cNvSpPr txBox="1"/>
          <p:nvPr>
            <p:ph idx="1" type="body"/>
          </p:nvPr>
        </p:nvSpPr>
        <p:spPr>
          <a:xfrm>
            <a:off x="1305850" y="1499175"/>
            <a:ext cx="6391500" cy="738900"/>
          </a:xfrm>
          <a:prstGeom prst="rect">
            <a:avLst/>
          </a:prstGeom>
          <a:noFill/>
          <a:ln>
            <a:noFill/>
          </a:ln>
        </p:spPr>
        <p:txBody>
          <a:bodyPr anchorCtr="0" anchor="t" bIns="45700" lIns="91425" spcFirstLastPara="1" rIns="91425" wrap="square" tIns="45700">
            <a:spAutoFit/>
          </a:bodyPr>
          <a:lstStyle/>
          <a:p>
            <a:pPr indent="0" lvl="0" marL="0" rtl="0" algn="l">
              <a:lnSpc>
                <a:spcPct val="100000"/>
              </a:lnSpc>
              <a:spcBef>
                <a:spcPts val="1200"/>
              </a:spcBef>
              <a:spcAft>
                <a:spcPts val="0"/>
              </a:spcAft>
              <a:buSzPts val="1800"/>
              <a:buNone/>
            </a:pPr>
            <a:r>
              <a:rPr lang="en-IN" sz="1400"/>
              <a:t>Google Cloud Platform (GCP) provides a comprehensive suite of cloud services that allow businesses to rent IT infrastructure, including servers, networks, storage and operating systems</a:t>
            </a:r>
            <a:endParaRPr sz="1400">
              <a:latin typeface="Proxima Nova"/>
              <a:ea typeface="Proxima Nova"/>
              <a:cs typeface="Proxima Nova"/>
              <a:sym typeface="Proxima Nova"/>
            </a:endParaRPr>
          </a:p>
        </p:txBody>
      </p:sp>
      <p:sp>
        <p:nvSpPr>
          <p:cNvPr id="859" name="Google Shape;859;p21"/>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60" name="Google Shape;860;p21"/>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Infrastructure as a Service (IaaS)</a:t>
            </a:r>
            <a:endParaRPr b="0" i="0" sz="2340" u="none" cap="none" strike="noStrike">
              <a:solidFill>
                <a:schemeClr val="lt1"/>
              </a:solidFill>
              <a:latin typeface="Proxima Nova"/>
              <a:ea typeface="Proxima Nova"/>
              <a:cs typeface="Proxima Nova"/>
              <a:sym typeface="Proxima Nova"/>
            </a:endParaRPr>
          </a:p>
        </p:txBody>
      </p:sp>
      <p:sp>
        <p:nvSpPr>
          <p:cNvPr id="861" name="Google Shape;861;p21"/>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62" name="Google Shape;862;p21"/>
          <p:cNvPicPr preferRelativeResize="0"/>
          <p:nvPr/>
        </p:nvPicPr>
        <p:blipFill rotWithShape="1">
          <a:blip r:embed="rId3">
            <a:alphaModFix/>
          </a:blip>
          <a:srcRect b="14842" l="9323" r="9598" t="45052"/>
          <a:stretch/>
        </p:blipFill>
        <p:spPr>
          <a:xfrm>
            <a:off x="1446750" y="2495550"/>
            <a:ext cx="6250500" cy="1861851"/>
          </a:xfrm>
          <a:prstGeom prst="rect">
            <a:avLst/>
          </a:prstGeom>
          <a:noFill/>
          <a:ln>
            <a:noFill/>
          </a:ln>
        </p:spPr>
      </p:pic>
      <p:pic>
        <p:nvPicPr>
          <p:cNvPr id="863" name="Google Shape;863;p21"/>
          <p:cNvPicPr preferRelativeResize="0"/>
          <p:nvPr/>
        </p:nvPicPr>
        <p:blipFill rotWithShape="1">
          <a:blip r:embed="rId4">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22"/>
          <p:cNvSpPr txBox="1"/>
          <p:nvPr>
            <p:ph idx="1" type="body"/>
          </p:nvPr>
        </p:nvSpPr>
        <p:spPr>
          <a:xfrm>
            <a:off x="1305850" y="1499175"/>
            <a:ext cx="6391500" cy="31092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b="1" lang="en-IN" sz="1400"/>
              <a:t>Scale and shrink resources as needed</a:t>
            </a:r>
            <a:r>
              <a:rPr lang="en-IN" sz="1400"/>
              <a:t>: With GCP, companies can dynamically adjust their resource usage based on demand, ensuring optimal performance and cost efficiency</a:t>
            </a:r>
            <a:br>
              <a:rPr lang="en-IN" sz="1400"/>
            </a:br>
            <a:endParaRPr sz="1400"/>
          </a:p>
          <a:p>
            <a:pPr indent="-317500" lvl="0" marL="457200" rtl="0" algn="l">
              <a:lnSpc>
                <a:spcPct val="100000"/>
              </a:lnSpc>
              <a:spcBef>
                <a:spcPts val="0"/>
              </a:spcBef>
              <a:spcAft>
                <a:spcPts val="0"/>
              </a:spcAft>
              <a:buSzPts val="1400"/>
              <a:buChar char="●"/>
            </a:pPr>
            <a:r>
              <a:rPr b="1" lang="en-IN" sz="1400"/>
              <a:t>Reduces the need for high up-front capital expenditures</a:t>
            </a:r>
            <a:r>
              <a:rPr lang="en-IN" sz="1400"/>
              <a:t>: By leveraging GCP's pay-as-you-go model, businesses avoid the need for significant initial investments in hardware and infrastructure</a:t>
            </a:r>
            <a:br>
              <a:rPr lang="en-IN" sz="1400"/>
            </a:br>
            <a:endParaRPr sz="1400"/>
          </a:p>
          <a:p>
            <a:pPr indent="-317500" lvl="0" marL="457200" rtl="0" algn="l">
              <a:lnSpc>
                <a:spcPct val="100000"/>
              </a:lnSpc>
              <a:spcBef>
                <a:spcPts val="0"/>
              </a:spcBef>
              <a:spcAft>
                <a:spcPts val="0"/>
              </a:spcAft>
              <a:buSzPts val="1400"/>
              <a:buChar char="●"/>
            </a:pPr>
            <a:r>
              <a:rPr b="1" lang="en-IN" sz="1400"/>
              <a:t>Avoids overbuying resources for periodic spikes</a:t>
            </a:r>
            <a:r>
              <a:rPr lang="en-IN" sz="1400"/>
              <a:t>: GCP's elastic scalability allows businesses to handle traffic spikes without overcommitting to permanent resources</a:t>
            </a:r>
            <a:br>
              <a:rPr lang="en-IN" sz="1400"/>
            </a:br>
            <a:endParaRPr sz="1400"/>
          </a:p>
          <a:p>
            <a:pPr indent="-317500" lvl="0" marL="457200" rtl="0" algn="l">
              <a:lnSpc>
                <a:spcPct val="100000"/>
              </a:lnSpc>
              <a:spcBef>
                <a:spcPts val="0"/>
              </a:spcBef>
              <a:spcAft>
                <a:spcPts val="0"/>
              </a:spcAft>
              <a:buSzPts val="1400"/>
              <a:buChar char="●"/>
            </a:pPr>
            <a:r>
              <a:rPr b="1" lang="en-IN" sz="1400"/>
              <a:t>Other examples of IaaS providers</a:t>
            </a:r>
            <a:r>
              <a:rPr lang="en-IN" sz="1400"/>
              <a:t>: Amazon Web Services (AWS), Microsoft Azure</a:t>
            </a:r>
            <a:endParaRPr sz="1400"/>
          </a:p>
        </p:txBody>
      </p:sp>
      <p:sp>
        <p:nvSpPr>
          <p:cNvPr id="869" name="Google Shape;869;p22"/>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70" name="Google Shape;870;p22"/>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Infrastructure as a Service (IaaS)</a:t>
            </a:r>
            <a:endParaRPr b="0" i="0" sz="2340" u="none" cap="none" strike="noStrike">
              <a:solidFill>
                <a:schemeClr val="lt1"/>
              </a:solidFill>
              <a:latin typeface="Proxima Nova"/>
              <a:ea typeface="Proxima Nova"/>
              <a:cs typeface="Proxima Nova"/>
              <a:sym typeface="Proxima Nova"/>
            </a:endParaRPr>
          </a:p>
        </p:txBody>
      </p:sp>
      <p:sp>
        <p:nvSpPr>
          <p:cNvPr id="871" name="Google Shape;871;p22"/>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72" name="Google Shape;872;p22"/>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p23"/>
          <p:cNvSpPr txBox="1"/>
          <p:nvPr>
            <p:ph idx="1" type="body"/>
          </p:nvPr>
        </p:nvSpPr>
        <p:spPr>
          <a:xfrm>
            <a:off x="1305850" y="1499175"/>
            <a:ext cx="6391500" cy="26781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Specialised Tasks</a:t>
            </a:r>
            <a:endParaRPr sz="1400"/>
          </a:p>
          <a:p>
            <a:pPr indent="-317500" lvl="1" marL="914400" rtl="0" algn="l">
              <a:lnSpc>
                <a:spcPct val="100000"/>
              </a:lnSpc>
              <a:spcBef>
                <a:spcPts val="0"/>
              </a:spcBef>
              <a:spcAft>
                <a:spcPts val="0"/>
              </a:spcAft>
              <a:buSzPts val="1400"/>
              <a:buChar char="○"/>
            </a:pPr>
            <a:r>
              <a:rPr lang="en-IN" sz="1400"/>
              <a:t>Reserve pre-configured machines for load balancers, databases, email servers and distributed queues</a:t>
            </a:r>
            <a:br>
              <a:rPr lang="en-IN" sz="1400"/>
            </a:br>
            <a:endParaRPr sz="1400"/>
          </a:p>
          <a:p>
            <a:pPr indent="-317500" lvl="0" marL="457200" rtl="0" algn="l">
              <a:lnSpc>
                <a:spcPct val="100000"/>
              </a:lnSpc>
              <a:spcBef>
                <a:spcPts val="0"/>
              </a:spcBef>
              <a:spcAft>
                <a:spcPts val="0"/>
              </a:spcAft>
              <a:buSzPts val="1400"/>
              <a:buChar char="●"/>
            </a:pPr>
            <a:r>
              <a:rPr b="1" lang="en-IN" sz="1400"/>
              <a:t>‘Lift and shift’ strategy :</a:t>
            </a:r>
            <a:r>
              <a:rPr lang="en-IN" sz="1400"/>
              <a:t> Migrate data and applications to the cloud (e.g. small businesses moving file, email and web servers)</a:t>
            </a:r>
            <a:br>
              <a:rPr lang="en-IN" sz="1400"/>
            </a:br>
            <a:endParaRPr sz="1400"/>
          </a:p>
          <a:p>
            <a:pPr indent="-317500" lvl="0" marL="457200" rtl="0" algn="l">
              <a:lnSpc>
                <a:spcPct val="100000"/>
              </a:lnSpc>
              <a:spcBef>
                <a:spcPts val="0"/>
              </a:spcBef>
              <a:spcAft>
                <a:spcPts val="0"/>
              </a:spcAft>
              <a:buSzPts val="1400"/>
              <a:buChar char="●"/>
            </a:pPr>
            <a:r>
              <a:rPr lang="en-IN" sz="1400"/>
              <a:t>Disaster Recovery</a:t>
            </a:r>
            <a:endParaRPr sz="1400"/>
          </a:p>
          <a:p>
            <a:pPr indent="-317500" lvl="1" marL="914400" rtl="0" algn="l">
              <a:lnSpc>
                <a:spcPct val="100000"/>
              </a:lnSpc>
              <a:spcBef>
                <a:spcPts val="0"/>
              </a:spcBef>
              <a:spcAft>
                <a:spcPts val="0"/>
              </a:spcAft>
              <a:buSzPts val="1400"/>
              <a:buChar char="○"/>
            </a:pPr>
            <a:r>
              <a:rPr lang="en-IN" sz="1400"/>
              <a:t>Store redundant backups across multiple data centres</a:t>
            </a:r>
            <a:endParaRPr sz="1400"/>
          </a:p>
          <a:p>
            <a:pPr indent="-317500" lvl="1" marL="914400" rtl="0" algn="l">
              <a:lnSpc>
                <a:spcPct val="100000"/>
              </a:lnSpc>
              <a:spcBef>
                <a:spcPts val="0"/>
              </a:spcBef>
              <a:spcAft>
                <a:spcPts val="0"/>
              </a:spcAft>
              <a:buSzPts val="1400"/>
              <a:buChar char="○"/>
            </a:pPr>
            <a:r>
              <a:rPr lang="en-IN" sz="1400"/>
              <a:t>Ensure data recovery in case of ransom, deletion or natural disasters</a:t>
            </a:r>
            <a:br>
              <a:rPr lang="en-IN" sz="1400"/>
            </a:br>
            <a:endParaRPr sz="1400"/>
          </a:p>
          <a:p>
            <a:pPr indent="-317500" lvl="0" marL="457200" rtl="0" algn="l">
              <a:lnSpc>
                <a:spcPct val="100000"/>
              </a:lnSpc>
              <a:spcBef>
                <a:spcPts val="0"/>
              </a:spcBef>
              <a:spcAft>
                <a:spcPts val="0"/>
              </a:spcAft>
              <a:buSzPts val="1400"/>
              <a:buChar char="●"/>
            </a:pPr>
            <a:r>
              <a:rPr lang="en-IN" sz="1400"/>
              <a:t>Build DevOps toolchains using IaaS with various third-party tools</a:t>
            </a:r>
            <a:endParaRPr sz="1400"/>
          </a:p>
        </p:txBody>
      </p:sp>
      <p:sp>
        <p:nvSpPr>
          <p:cNvPr id="878" name="Google Shape;878;p23"/>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79" name="Google Shape;879;p23"/>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IaaS: Key Features and Use Cases </a:t>
            </a:r>
            <a:endParaRPr b="0" i="0" sz="2340" u="none" cap="none" strike="noStrike">
              <a:solidFill>
                <a:schemeClr val="lt1"/>
              </a:solidFill>
              <a:latin typeface="Proxima Nova"/>
              <a:ea typeface="Proxima Nova"/>
              <a:cs typeface="Proxima Nova"/>
              <a:sym typeface="Proxima Nova"/>
            </a:endParaRPr>
          </a:p>
        </p:txBody>
      </p:sp>
      <p:sp>
        <p:nvSpPr>
          <p:cNvPr id="880" name="Google Shape;880;p23"/>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81" name="Google Shape;881;p23"/>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24"/>
          <p:cNvSpPr txBox="1"/>
          <p:nvPr>
            <p:ph idx="1" type="body"/>
          </p:nvPr>
        </p:nvSpPr>
        <p:spPr>
          <a:xfrm>
            <a:off x="1305850" y="1499175"/>
            <a:ext cx="6391500" cy="26781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Definition</a:t>
            </a:r>
            <a:endParaRPr sz="1400"/>
          </a:p>
          <a:p>
            <a:pPr indent="-317500" lvl="1" marL="914400" rtl="0" algn="l">
              <a:lnSpc>
                <a:spcPct val="100000"/>
              </a:lnSpc>
              <a:spcBef>
                <a:spcPts val="0"/>
              </a:spcBef>
              <a:spcAft>
                <a:spcPts val="0"/>
              </a:spcAft>
              <a:buSzPts val="1400"/>
              <a:buChar char="○"/>
            </a:pPr>
            <a:r>
              <a:rPr lang="en-IN" sz="1400"/>
              <a:t>Provides resources for building user-level tools and applications</a:t>
            </a:r>
            <a:endParaRPr sz="1400"/>
          </a:p>
          <a:p>
            <a:pPr indent="-317500" lvl="1" marL="914400" rtl="0" algn="l">
              <a:lnSpc>
                <a:spcPct val="100000"/>
              </a:lnSpc>
              <a:spcBef>
                <a:spcPts val="0"/>
              </a:spcBef>
              <a:spcAft>
                <a:spcPts val="0"/>
              </a:spcAft>
              <a:buSzPts val="1400"/>
              <a:buChar char="○"/>
            </a:pPr>
            <a:r>
              <a:rPr lang="en-IN" sz="1400"/>
              <a:t>Service provider manages infrastructure and middleware</a:t>
            </a:r>
            <a:endParaRPr sz="1400"/>
          </a:p>
          <a:p>
            <a:pPr indent="-317500" lvl="1" marL="914400" rtl="0" algn="l">
              <a:lnSpc>
                <a:spcPct val="100000"/>
              </a:lnSpc>
              <a:spcBef>
                <a:spcPts val="0"/>
              </a:spcBef>
              <a:spcAft>
                <a:spcPts val="0"/>
              </a:spcAft>
              <a:buSzPts val="1400"/>
              <a:buChar char="○"/>
            </a:pPr>
            <a:r>
              <a:rPr lang="en-IN" sz="1400"/>
              <a:t>Customer responsibility is to manage own data and software</a:t>
            </a:r>
            <a:br>
              <a:rPr lang="en-IN" sz="1400"/>
            </a:br>
            <a:endParaRPr sz="1400"/>
          </a:p>
          <a:p>
            <a:pPr indent="-317500" lvl="0" marL="457200" rtl="0" algn="l">
              <a:lnSpc>
                <a:spcPct val="100000"/>
              </a:lnSpc>
              <a:spcBef>
                <a:spcPts val="0"/>
              </a:spcBef>
              <a:spcAft>
                <a:spcPts val="0"/>
              </a:spcAft>
              <a:buSzPts val="1400"/>
              <a:buChar char="●"/>
            </a:pPr>
            <a:r>
              <a:rPr lang="en-IN" sz="1400"/>
              <a:t>Benefits</a:t>
            </a:r>
            <a:endParaRPr sz="1400"/>
          </a:p>
          <a:p>
            <a:pPr indent="-317500" lvl="1" marL="914400" rtl="0" algn="l">
              <a:lnSpc>
                <a:spcPct val="100000"/>
              </a:lnSpc>
              <a:spcBef>
                <a:spcPts val="0"/>
              </a:spcBef>
              <a:spcAft>
                <a:spcPts val="0"/>
              </a:spcAft>
              <a:buSzPts val="1400"/>
              <a:buChar char="○"/>
            </a:pPr>
            <a:r>
              <a:rPr lang="en-IN" sz="1400"/>
              <a:t>No worries about software updates, operating systems or storage</a:t>
            </a:r>
            <a:endParaRPr sz="1400"/>
          </a:p>
          <a:p>
            <a:pPr indent="-317500" lvl="1" marL="914400" rtl="0" algn="l">
              <a:lnSpc>
                <a:spcPct val="100000"/>
              </a:lnSpc>
              <a:spcBef>
                <a:spcPts val="0"/>
              </a:spcBef>
              <a:spcAft>
                <a:spcPts val="0"/>
              </a:spcAft>
              <a:buSzPts val="1400"/>
              <a:buChar char="○"/>
            </a:pPr>
            <a:r>
              <a:rPr lang="en-IN" sz="1400"/>
              <a:t>Pay for consumed computing resources</a:t>
            </a:r>
            <a:br>
              <a:rPr lang="en-IN" sz="1400"/>
            </a:br>
            <a:endParaRPr sz="1400"/>
          </a:p>
          <a:p>
            <a:pPr indent="-317500" lvl="0" marL="457200" rtl="0" algn="l">
              <a:lnSpc>
                <a:spcPct val="100000"/>
              </a:lnSpc>
              <a:spcBef>
                <a:spcPts val="0"/>
              </a:spcBef>
              <a:spcAft>
                <a:spcPts val="0"/>
              </a:spcAft>
              <a:buSzPts val="1400"/>
              <a:buChar char="●"/>
            </a:pPr>
            <a:r>
              <a:rPr lang="en-IN" sz="1400"/>
              <a:t>Examples</a:t>
            </a:r>
            <a:endParaRPr sz="1400"/>
          </a:p>
          <a:p>
            <a:pPr indent="-317500" lvl="1" marL="914400" rtl="0" algn="l">
              <a:lnSpc>
                <a:spcPct val="100000"/>
              </a:lnSpc>
              <a:spcBef>
                <a:spcPts val="0"/>
              </a:spcBef>
              <a:spcAft>
                <a:spcPts val="0"/>
              </a:spcAft>
              <a:buSzPts val="1400"/>
              <a:buChar char="○"/>
            </a:pPr>
            <a:r>
              <a:rPr lang="en-IN" sz="1400"/>
              <a:t>Google App Engine</a:t>
            </a:r>
            <a:endParaRPr sz="1400"/>
          </a:p>
          <a:p>
            <a:pPr indent="-317500" lvl="1" marL="914400" rtl="0" algn="l">
              <a:lnSpc>
                <a:spcPct val="100000"/>
              </a:lnSpc>
              <a:spcBef>
                <a:spcPts val="0"/>
              </a:spcBef>
              <a:spcAft>
                <a:spcPts val="0"/>
              </a:spcAft>
              <a:buSzPts val="1400"/>
              <a:buChar char="○"/>
            </a:pPr>
            <a:r>
              <a:rPr lang="en-IN" sz="1400"/>
              <a:t>SAP Cloud</a:t>
            </a:r>
            <a:endParaRPr sz="1400"/>
          </a:p>
        </p:txBody>
      </p:sp>
      <p:sp>
        <p:nvSpPr>
          <p:cNvPr id="887" name="Google Shape;887;p24"/>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88" name="Google Shape;888;p24"/>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Platform as a Service (PaaS)</a:t>
            </a:r>
            <a:endParaRPr b="0" i="0" sz="2340" u="none" cap="none" strike="noStrike">
              <a:solidFill>
                <a:schemeClr val="lt1"/>
              </a:solidFill>
              <a:latin typeface="Proxima Nova"/>
              <a:ea typeface="Proxima Nova"/>
              <a:cs typeface="Proxima Nova"/>
              <a:sym typeface="Proxima Nova"/>
            </a:endParaRPr>
          </a:p>
        </p:txBody>
      </p:sp>
      <p:sp>
        <p:nvSpPr>
          <p:cNvPr id="889" name="Google Shape;889;p24"/>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90" name="Google Shape;890;p24"/>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25"/>
          <p:cNvSpPr txBox="1"/>
          <p:nvPr>
            <p:ph idx="1" type="body"/>
          </p:nvPr>
        </p:nvSpPr>
        <p:spPr>
          <a:xfrm>
            <a:off x="1305850" y="1499175"/>
            <a:ext cx="6391500" cy="24627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Access to tools for building and managing mobile and web applications without infrastructure investment</a:t>
            </a:r>
            <a:br>
              <a:rPr lang="en-IN" sz="1400"/>
            </a:br>
            <a:endParaRPr sz="1400"/>
          </a:p>
          <a:p>
            <a:pPr indent="-317500" lvl="0" marL="457200" rtl="0" algn="l">
              <a:lnSpc>
                <a:spcPct val="100000"/>
              </a:lnSpc>
              <a:spcBef>
                <a:spcPts val="0"/>
              </a:spcBef>
              <a:spcAft>
                <a:spcPts val="0"/>
              </a:spcAft>
              <a:buSzPts val="1400"/>
              <a:buChar char="●"/>
            </a:pPr>
            <a:r>
              <a:rPr lang="en-IN" sz="1400"/>
              <a:t>Container-Based Architecture</a:t>
            </a:r>
            <a:endParaRPr sz="1400"/>
          </a:p>
          <a:p>
            <a:pPr indent="-317500" lvl="1" marL="914400" rtl="0" algn="l">
              <a:lnSpc>
                <a:spcPct val="100000"/>
              </a:lnSpc>
              <a:spcBef>
                <a:spcPts val="0"/>
              </a:spcBef>
              <a:spcAft>
                <a:spcPts val="0"/>
              </a:spcAft>
              <a:buSzPts val="1400"/>
              <a:buChar char="○"/>
            </a:pPr>
            <a:r>
              <a:rPr lang="en-IN" sz="1400"/>
              <a:t>Built around containers, one step removed from virtual servers</a:t>
            </a:r>
            <a:endParaRPr sz="1400"/>
          </a:p>
          <a:p>
            <a:pPr indent="-317500" lvl="1" marL="914400" rtl="0" algn="l">
              <a:lnSpc>
                <a:spcPct val="100000"/>
              </a:lnSpc>
              <a:spcBef>
                <a:spcPts val="0"/>
              </a:spcBef>
              <a:spcAft>
                <a:spcPts val="0"/>
              </a:spcAft>
              <a:buSzPts val="1400"/>
              <a:buChar char="○"/>
            </a:pPr>
            <a:r>
              <a:rPr lang="en-IN" sz="1400"/>
              <a:t>Containers virtualize the OS, allowing application packaging without middleware</a:t>
            </a:r>
            <a:endParaRPr sz="1400"/>
          </a:p>
          <a:p>
            <a:pPr indent="-317500" lvl="0" marL="457200" rtl="0" algn="l">
              <a:lnSpc>
                <a:spcPct val="100000"/>
              </a:lnSpc>
              <a:spcBef>
                <a:spcPts val="0"/>
              </a:spcBef>
              <a:spcAft>
                <a:spcPts val="0"/>
              </a:spcAft>
              <a:buSzPts val="1400"/>
              <a:buChar char="●"/>
            </a:pPr>
            <a:r>
              <a:rPr lang="en-IN" sz="1400"/>
              <a:t>Example: Red Hat OpenShift</a:t>
            </a:r>
            <a:endParaRPr sz="1400"/>
          </a:p>
          <a:p>
            <a:pPr indent="-317500" lvl="1" marL="914400" rtl="0" algn="l">
              <a:lnSpc>
                <a:spcPct val="100000"/>
              </a:lnSpc>
              <a:spcBef>
                <a:spcPts val="0"/>
              </a:spcBef>
              <a:spcAft>
                <a:spcPts val="0"/>
              </a:spcAft>
              <a:buSzPts val="1400"/>
              <a:buChar char="○"/>
            </a:pPr>
            <a:r>
              <a:rPr lang="en-IN" sz="1400"/>
              <a:t>Built around Docker containers and Kubernetes</a:t>
            </a:r>
            <a:endParaRPr sz="1400"/>
          </a:p>
          <a:p>
            <a:pPr indent="-317500" lvl="1" marL="914400" rtl="0" algn="l">
              <a:lnSpc>
                <a:spcPct val="100000"/>
              </a:lnSpc>
              <a:spcBef>
                <a:spcPts val="0"/>
              </a:spcBef>
              <a:spcAft>
                <a:spcPts val="0"/>
              </a:spcAft>
              <a:buSzPts val="1400"/>
              <a:buChar char="○"/>
            </a:pPr>
            <a:r>
              <a:rPr lang="en-IN" sz="1400"/>
              <a:t>Automates deployment, scaling, load balancing and more for container-based apps</a:t>
            </a:r>
            <a:endParaRPr sz="1400"/>
          </a:p>
        </p:txBody>
      </p:sp>
      <p:sp>
        <p:nvSpPr>
          <p:cNvPr id="896" name="Google Shape;896;p25"/>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897" name="Google Shape;897;p25"/>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PaaS: Key Features and Use Cases </a:t>
            </a:r>
            <a:endParaRPr b="0" i="0" sz="2340" u="none" cap="none" strike="noStrike">
              <a:solidFill>
                <a:schemeClr val="lt1"/>
              </a:solidFill>
              <a:latin typeface="Proxima Nova"/>
              <a:ea typeface="Proxima Nova"/>
              <a:cs typeface="Proxima Nova"/>
              <a:sym typeface="Proxima Nova"/>
            </a:endParaRPr>
          </a:p>
        </p:txBody>
      </p:sp>
      <p:sp>
        <p:nvSpPr>
          <p:cNvPr id="898" name="Google Shape;898;p25"/>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899" name="Google Shape;899;p25"/>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26"/>
          <p:cNvSpPr txBox="1"/>
          <p:nvPr>
            <p:ph idx="1" type="body"/>
          </p:nvPr>
        </p:nvSpPr>
        <p:spPr>
          <a:xfrm>
            <a:off x="1305850" y="1499175"/>
            <a:ext cx="6391500" cy="26781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Definition</a:t>
            </a:r>
            <a:endParaRPr sz="1400"/>
          </a:p>
          <a:p>
            <a:pPr indent="-317500" lvl="1" marL="914400" rtl="0" algn="l">
              <a:lnSpc>
                <a:spcPct val="100000"/>
              </a:lnSpc>
              <a:spcBef>
                <a:spcPts val="0"/>
              </a:spcBef>
              <a:spcAft>
                <a:spcPts val="0"/>
              </a:spcAft>
              <a:buSzPts val="1400"/>
              <a:buChar char="○"/>
            </a:pPr>
            <a:r>
              <a:rPr lang="en-IN" sz="1400"/>
              <a:t>Provides on-demand software applications hosted and managed by cloud providers</a:t>
            </a:r>
            <a:endParaRPr sz="1400"/>
          </a:p>
          <a:p>
            <a:pPr indent="-317500" lvl="1" marL="914400" rtl="0" algn="l">
              <a:lnSpc>
                <a:spcPct val="100000"/>
              </a:lnSpc>
              <a:spcBef>
                <a:spcPts val="0"/>
              </a:spcBef>
              <a:spcAft>
                <a:spcPts val="0"/>
              </a:spcAft>
              <a:buSzPts val="1400"/>
              <a:buChar char="○"/>
            </a:pPr>
            <a:r>
              <a:rPr lang="en-IN" sz="1400"/>
              <a:t>Providers handle software upgrades and security patching</a:t>
            </a:r>
            <a:br>
              <a:rPr lang="en-IN" sz="1400"/>
            </a:br>
            <a:endParaRPr sz="1400"/>
          </a:p>
          <a:p>
            <a:pPr indent="-317500" lvl="0" marL="457200" rtl="0" algn="l">
              <a:lnSpc>
                <a:spcPct val="100000"/>
              </a:lnSpc>
              <a:spcBef>
                <a:spcPts val="0"/>
              </a:spcBef>
              <a:spcAft>
                <a:spcPts val="0"/>
              </a:spcAft>
              <a:buSzPts val="1400"/>
              <a:buChar char="●"/>
            </a:pPr>
            <a:r>
              <a:rPr lang="en-IN" sz="1400"/>
              <a:t>Benefits</a:t>
            </a:r>
            <a:endParaRPr sz="1400"/>
          </a:p>
          <a:p>
            <a:pPr indent="-317500" lvl="1" marL="914400" rtl="0" algn="l">
              <a:lnSpc>
                <a:spcPct val="100000"/>
              </a:lnSpc>
              <a:spcBef>
                <a:spcPts val="0"/>
              </a:spcBef>
              <a:spcAft>
                <a:spcPts val="0"/>
              </a:spcAft>
              <a:buSzPts val="1400"/>
              <a:buChar char="○"/>
            </a:pPr>
            <a:r>
              <a:rPr lang="en-IN" sz="1400"/>
              <a:t>Customers purchase licenses to use hosted applications, eliminating the need for maintaining computing infrastructure</a:t>
            </a:r>
            <a:br>
              <a:rPr lang="en-IN" sz="1400"/>
            </a:br>
            <a:endParaRPr sz="1400"/>
          </a:p>
          <a:p>
            <a:pPr indent="-317500" lvl="0" marL="457200" rtl="0" algn="l">
              <a:lnSpc>
                <a:spcPct val="100000"/>
              </a:lnSpc>
              <a:spcBef>
                <a:spcPts val="0"/>
              </a:spcBef>
              <a:spcAft>
                <a:spcPts val="0"/>
              </a:spcAft>
              <a:buSzPts val="1400"/>
              <a:buChar char="●"/>
            </a:pPr>
            <a:r>
              <a:rPr lang="en-IN" sz="1400"/>
              <a:t>Examples</a:t>
            </a:r>
            <a:endParaRPr sz="1400"/>
          </a:p>
          <a:p>
            <a:pPr indent="-317500" lvl="1" marL="914400" rtl="0" algn="l">
              <a:lnSpc>
                <a:spcPct val="100000"/>
              </a:lnSpc>
              <a:spcBef>
                <a:spcPts val="0"/>
              </a:spcBef>
              <a:spcAft>
                <a:spcPts val="0"/>
              </a:spcAft>
              <a:buSzPts val="1400"/>
              <a:buChar char="○"/>
            </a:pPr>
            <a:r>
              <a:rPr lang="en-IN" sz="1400"/>
              <a:t>Microsoft 365</a:t>
            </a:r>
            <a:endParaRPr sz="1400"/>
          </a:p>
          <a:p>
            <a:pPr indent="-317500" lvl="1" marL="914400" rtl="0" algn="l">
              <a:lnSpc>
                <a:spcPct val="100000"/>
              </a:lnSpc>
              <a:spcBef>
                <a:spcPts val="0"/>
              </a:spcBef>
              <a:spcAft>
                <a:spcPts val="0"/>
              </a:spcAft>
              <a:buSzPts val="1400"/>
              <a:buChar char="○"/>
            </a:pPr>
            <a:r>
              <a:rPr lang="en-IN" sz="1400"/>
              <a:t>Google Workspace</a:t>
            </a:r>
            <a:endParaRPr sz="1400"/>
          </a:p>
        </p:txBody>
      </p:sp>
      <p:sp>
        <p:nvSpPr>
          <p:cNvPr id="905" name="Google Shape;905;p26"/>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06" name="Google Shape;906;p26"/>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Software as a Service (SaaS)</a:t>
            </a:r>
            <a:endParaRPr b="0" i="0" sz="2340" u="none" cap="none" strike="noStrike">
              <a:solidFill>
                <a:schemeClr val="lt1"/>
              </a:solidFill>
              <a:latin typeface="Proxima Nova"/>
              <a:ea typeface="Proxima Nova"/>
              <a:cs typeface="Proxima Nova"/>
              <a:sym typeface="Proxima Nova"/>
            </a:endParaRPr>
          </a:p>
        </p:txBody>
      </p:sp>
      <p:sp>
        <p:nvSpPr>
          <p:cNvPr id="907" name="Google Shape;907;p26"/>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08" name="Google Shape;908;p26"/>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27"/>
          <p:cNvSpPr txBox="1"/>
          <p:nvPr>
            <p:ph idx="1" type="body"/>
          </p:nvPr>
        </p:nvSpPr>
        <p:spPr>
          <a:xfrm>
            <a:off x="1305850" y="1499175"/>
            <a:ext cx="6391500" cy="33246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b="1" lang="en-IN" sz="1400"/>
              <a:t>Quick deployment :</a:t>
            </a:r>
            <a:r>
              <a:rPr lang="en-IN" sz="1400"/>
              <a:t> Ideal for businesses to swiftly adopt innovative technology</a:t>
            </a:r>
            <a:br>
              <a:rPr lang="en-IN" sz="1400"/>
            </a:br>
            <a:endParaRPr sz="1400"/>
          </a:p>
          <a:p>
            <a:pPr indent="-317500" lvl="0" marL="457200" rtl="0" algn="l">
              <a:lnSpc>
                <a:spcPct val="100000"/>
              </a:lnSpc>
              <a:spcBef>
                <a:spcPts val="0"/>
              </a:spcBef>
              <a:spcAft>
                <a:spcPts val="0"/>
              </a:spcAft>
              <a:buSzPts val="1400"/>
              <a:buChar char="●"/>
            </a:pPr>
            <a:r>
              <a:rPr b="1" lang="en-IN" sz="1400"/>
              <a:t>Scalability :</a:t>
            </a:r>
            <a:r>
              <a:rPr lang="en-IN" sz="1400"/>
              <a:t> Customers can scale services to support fluctuating workloads</a:t>
            </a:r>
            <a:br>
              <a:rPr lang="en-IN" sz="1400"/>
            </a:br>
            <a:endParaRPr sz="1400"/>
          </a:p>
          <a:p>
            <a:pPr indent="-317500" lvl="0" marL="457200" rtl="0" algn="l">
              <a:lnSpc>
                <a:spcPct val="100000"/>
              </a:lnSpc>
              <a:spcBef>
                <a:spcPts val="0"/>
              </a:spcBef>
              <a:spcAft>
                <a:spcPts val="0"/>
              </a:spcAft>
              <a:buSzPts val="1400"/>
              <a:buChar char="●"/>
            </a:pPr>
            <a:r>
              <a:rPr lang="en-IN" sz="1400"/>
              <a:t>Additional Benefits</a:t>
            </a:r>
            <a:endParaRPr sz="1400"/>
          </a:p>
          <a:p>
            <a:pPr indent="-317500" lvl="1" marL="914400" rtl="0" algn="l">
              <a:lnSpc>
                <a:spcPct val="100000"/>
              </a:lnSpc>
              <a:spcBef>
                <a:spcPts val="0"/>
              </a:spcBef>
              <a:spcAft>
                <a:spcPts val="0"/>
              </a:spcAft>
              <a:buSzPts val="1400"/>
              <a:buChar char="○"/>
            </a:pPr>
            <a:r>
              <a:rPr b="1" lang="en-IN" sz="1400"/>
              <a:t>Automatic upgrades :</a:t>
            </a:r>
            <a:r>
              <a:rPr lang="en-IN" sz="1400"/>
              <a:t> New features added seamlessly by the service provider</a:t>
            </a:r>
            <a:endParaRPr sz="1400"/>
          </a:p>
          <a:p>
            <a:pPr indent="-317500" lvl="1" marL="914400" rtl="0" algn="l">
              <a:lnSpc>
                <a:spcPct val="100000"/>
              </a:lnSpc>
              <a:spcBef>
                <a:spcPts val="0"/>
              </a:spcBef>
              <a:spcAft>
                <a:spcPts val="0"/>
              </a:spcAft>
              <a:buSzPts val="1400"/>
              <a:buChar char="○"/>
            </a:pPr>
            <a:r>
              <a:rPr b="1" lang="en-IN" sz="1400"/>
              <a:t>Data loss protection </a:t>
            </a:r>
            <a:r>
              <a:rPr lang="en-IN" sz="1400"/>
              <a:t>: Application data stored in the cloud prevents loss in the case of device failure</a:t>
            </a:r>
            <a:br>
              <a:rPr lang="en-IN" sz="1400"/>
            </a:br>
            <a:endParaRPr sz="1400"/>
          </a:p>
          <a:p>
            <a:pPr indent="-317500" lvl="0" marL="457200" rtl="0" algn="l">
              <a:lnSpc>
                <a:spcPct val="100000"/>
              </a:lnSpc>
              <a:spcBef>
                <a:spcPts val="0"/>
              </a:spcBef>
              <a:spcAft>
                <a:spcPts val="0"/>
              </a:spcAft>
              <a:buSzPts val="1400"/>
              <a:buChar char="●"/>
            </a:pPr>
            <a:r>
              <a:rPr lang="en-IN" sz="1400"/>
              <a:t>Suitability for Small Businesses</a:t>
            </a:r>
            <a:endParaRPr sz="1400"/>
          </a:p>
          <a:p>
            <a:pPr indent="-317500" lvl="1" marL="914400" rtl="0" algn="l">
              <a:lnSpc>
                <a:spcPct val="100000"/>
              </a:lnSpc>
              <a:spcBef>
                <a:spcPts val="0"/>
              </a:spcBef>
              <a:spcAft>
                <a:spcPts val="0"/>
              </a:spcAft>
              <a:buSzPts val="1400"/>
              <a:buChar char="○"/>
            </a:pPr>
            <a:r>
              <a:rPr lang="en-IN" sz="1400"/>
              <a:t>Cost and resource-effective solution for small businesses lacking IT infrastructure</a:t>
            </a:r>
            <a:endParaRPr sz="1400"/>
          </a:p>
        </p:txBody>
      </p:sp>
      <p:sp>
        <p:nvSpPr>
          <p:cNvPr id="914" name="Google Shape;914;p27"/>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15" name="Google Shape;915;p27"/>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SaaS: Key Features and Use Cases </a:t>
            </a:r>
            <a:endParaRPr b="0" i="0" sz="2340" u="none" cap="none" strike="noStrike">
              <a:solidFill>
                <a:schemeClr val="lt1"/>
              </a:solidFill>
              <a:latin typeface="Proxima Nova"/>
              <a:ea typeface="Proxima Nova"/>
              <a:cs typeface="Proxima Nova"/>
              <a:sym typeface="Proxima Nova"/>
            </a:endParaRPr>
          </a:p>
        </p:txBody>
      </p:sp>
      <p:sp>
        <p:nvSpPr>
          <p:cNvPr id="916" name="Google Shape;916;p27"/>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17" name="Google Shape;917;p27"/>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28"/>
          <p:cNvSpPr txBox="1"/>
          <p:nvPr>
            <p:ph idx="1" type="body"/>
          </p:nvPr>
        </p:nvSpPr>
        <p:spPr>
          <a:xfrm>
            <a:off x="1305850" y="1499175"/>
            <a:ext cx="6391500" cy="31092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Cost Efficiency</a:t>
            </a:r>
            <a:endParaRPr sz="1400"/>
          </a:p>
          <a:p>
            <a:pPr indent="-317500" lvl="1" marL="914400" rtl="0" algn="l">
              <a:lnSpc>
                <a:spcPct val="100000"/>
              </a:lnSpc>
              <a:spcBef>
                <a:spcPts val="0"/>
              </a:spcBef>
              <a:spcAft>
                <a:spcPts val="0"/>
              </a:spcAft>
              <a:buSzPts val="1400"/>
              <a:buChar char="○"/>
            </a:pPr>
            <a:r>
              <a:rPr lang="en-IN" sz="1400"/>
              <a:t>Reduced capital expenditures</a:t>
            </a:r>
            <a:endParaRPr sz="1400"/>
          </a:p>
          <a:p>
            <a:pPr indent="-317500" lvl="1" marL="914400" rtl="0" algn="l">
              <a:lnSpc>
                <a:spcPct val="100000"/>
              </a:lnSpc>
              <a:spcBef>
                <a:spcPts val="0"/>
              </a:spcBef>
              <a:spcAft>
                <a:spcPts val="0"/>
              </a:spcAft>
              <a:buSzPts val="1400"/>
              <a:buChar char="○"/>
            </a:pPr>
            <a:r>
              <a:rPr lang="en-IN" sz="1400"/>
              <a:t>Beyond hardware costs, cloud providers do their best to maximise and optimise hardware usage</a:t>
            </a:r>
            <a:br>
              <a:rPr lang="en-IN" sz="1400"/>
            </a:br>
            <a:endParaRPr sz="1400"/>
          </a:p>
          <a:p>
            <a:pPr indent="-317500" lvl="0" marL="457200" rtl="0" algn="l">
              <a:lnSpc>
                <a:spcPct val="100000"/>
              </a:lnSpc>
              <a:spcBef>
                <a:spcPts val="0"/>
              </a:spcBef>
              <a:spcAft>
                <a:spcPts val="0"/>
              </a:spcAft>
              <a:buSzPts val="1400"/>
              <a:buChar char="●"/>
            </a:pPr>
            <a:r>
              <a:rPr lang="en-IN" sz="1400"/>
              <a:t>Scalability and Flexibility</a:t>
            </a:r>
            <a:endParaRPr sz="1400"/>
          </a:p>
          <a:p>
            <a:pPr indent="-317500" lvl="1" marL="914400" rtl="0" algn="l">
              <a:lnSpc>
                <a:spcPct val="100000"/>
              </a:lnSpc>
              <a:spcBef>
                <a:spcPts val="0"/>
              </a:spcBef>
              <a:spcAft>
                <a:spcPts val="0"/>
              </a:spcAft>
              <a:buSzPts val="1400"/>
              <a:buChar char="○"/>
            </a:pPr>
            <a:r>
              <a:rPr lang="en-IN" sz="1400"/>
              <a:t>On-demand resource scaling</a:t>
            </a:r>
            <a:endParaRPr sz="1400"/>
          </a:p>
          <a:p>
            <a:pPr indent="-317500" lvl="1" marL="914400" rtl="0" algn="l">
              <a:lnSpc>
                <a:spcPct val="100000"/>
              </a:lnSpc>
              <a:spcBef>
                <a:spcPts val="0"/>
              </a:spcBef>
              <a:spcAft>
                <a:spcPts val="0"/>
              </a:spcAft>
              <a:buSzPts val="1400"/>
              <a:buChar char="○"/>
            </a:pPr>
            <a:r>
              <a:rPr lang="en-IN" sz="1400"/>
              <a:t>Cloud applications can automatically shrink and grow their infrastructure resources in response to spikes of traffic</a:t>
            </a:r>
            <a:br>
              <a:rPr lang="en-IN" sz="1400"/>
            </a:br>
            <a:endParaRPr sz="1400"/>
          </a:p>
          <a:p>
            <a:pPr indent="-317500" lvl="0" marL="457200" rtl="0" algn="l">
              <a:lnSpc>
                <a:spcPct val="100000"/>
              </a:lnSpc>
              <a:spcBef>
                <a:spcPts val="0"/>
              </a:spcBef>
              <a:spcAft>
                <a:spcPts val="0"/>
              </a:spcAft>
              <a:buSzPts val="1400"/>
              <a:buChar char="●"/>
            </a:pPr>
            <a:r>
              <a:rPr lang="en-IN" sz="1400"/>
              <a:t>Increased Security</a:t>
            </a:r>
            <a:endParaRPr sz="1400"/>
          </a:p>
          <a:p>
            <a:pPr indent="-317500" lvl="1" marL="914400" rtl="0" algn="l">
              <a:lnSpc>
                <a:spcPct val="100000"/>
              </a:lnSpc>
              <a:spcBef>
                <a:spcPts val="0"/>
              </a:spcBef>
              <a:spcAft>
                <a:spcPts val="0"/>
              </a:spcAft>
              <a:buSzPts val="1400"/>
              <a:buChar char="○"/>
            </a:pPr>
            <a:r>
              <a:rPr lang="en-IN" sz="1400"/>
              <a:t>Advanced security features such as isolated firewalled infrastructure</a:t>
            </a:r>
            <a:endParaRPr sz="1400"/>
          </a:p>
          <a:p>
            <a:pPr indent="-317500" lvl="1" marL="914400" rtl="0" algn="l">
              <a:lnSpc>
                <a:spcPct val="100000"/>
              </a:lnSpc>
              <a:spcBef>
                <a:spcPts val="0"/>
              </a:spcBef>
              <a:spcAft>
                <a:spcPts val="0"/>
              </a:spcAft>
              <a:buSzPts val="1400"/>
              <a:buChar char="○"/>
            </a:pPr>
            <a:r>
              <a:rPr lang="en-IN" sz="1400"/>
              <a:t>User access control is an important security concern, and most cloud providers offer tools to limit granular user access</a:t>
            </a:r>
            <a:endParaRPr sz="1400"/>
          </a:p>
        </p:txBody>
      </p:sp>
      <p:sp>
        <p:nvSpPr>
          <p:cNvPr id="923" name="Google Shape;923;p28"/>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24" name="Google Shape;924;p28"/>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Cloud Computing: Advantages </a:t>
            </a:r>
            <a:endParaRPr b="0" i="0" sz="2340" u="none" cap="none" strike="noStrike">
              <a:solidFill>
                <a:schemeClr val="lt1"/>
              </a:solidFill>
              <a:latin typeface="Proxima Nova"/>
              <a:ea typeface="Proxima Nova"/>
              <a:cs typeface="Proxima Nova"/>
              <a:sym typeface="Proxima Nova"/>
            </a:endParaRPr>
          </a:p>
        </p:txBody>
      </p:sp>
      <p:sp>
        <p:nvSpPr>
          <p:cNvPr id="925" name="Google Shape;925;p28"/>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26" name="Google Shape;926;p28"/>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0" st="0"/>
                                            </p:txEl>
                                          </p:spTgt>
                                        </p:tgtEl>
                                        <p:attrNameLst>
                                          <p:attrName>style.visibility</p:attrName>
                                        </p:attrNameLst>
                                      </p:cBhvr>
                                      <p:to>
                                        <p:strVal val="visible"/>
                                      </p:to>
                                    </p:set>
                                    <p:animEffect filter="fade" transition="in">
                                      <p:cBhvr>
                                        <p:cTn dur="500"/>
                                        <p:tgtEl>
                                          <p:spTgt spid="9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1" st="1"/>
                                            </p:txEl>
                                          </p:spTgt>
                                        </p:tgtEl>
                                        <p:attrNameLst>
                                          <p:attrName>style.visibility</p:attrName>
                                        </p:attrNameLst>
                                      </p:cBhvr>
                                      <p:to>
                                        <p:strVal val="visible"/>
                                      </p:to>
                                    </p:set>
                                    <p:animEffect filter="fade" transition="in">
                                      <p:cBhvr>
                                        <p:cTn dur="500"/>
                                        <p:tgtEl>
                                          <p:spTgt spid="9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2" st="2"/>
                                            </p:txEl>
                                          </p:spTgt>
                                        </p:tgtEl>
                                        <p:attrNameLst>
                                          <p:attrName>style.visibility</p:attrName>
                                        </p:attrNameLst>
                                      </p:cBhvr>
                                      <p:to>
                                        <p:strVal val="visible"/>
                                      </p:to>
                                    </p:set>
                                    <p:animEffect filter="fade" transition="in">
                                      <p:cBhvr>
                                        <p:cTn dur="500"/>
                                        <p:tgtEl>
                                          <p:spTgt spid="9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3" st="3"/>
                                            </p:txEl>
                                          </p:spTgt>
                                        </p:tgtEl>
                                        <p:attrNameLst>
                                          <p:attrName>style.visibility</p:attrName>
                                        </p:attrNameLst>
                                      </p:cBhvr>
                                      <p:to>
                                        <p:strVal val="visible"/>
                                      </p:to>
                                    </p:set>
                                    <p:animEffect filter="fade" transition="in">
                                      <p:cBhvr>
                                        <p:cTn dur="500"/>
                                        <p:tgtEl>
                                          <p:spTgt spid="9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4" st="4"/>
                                            </p:txEl>
                                          </p:spTgt>
                                        </p:tgtEl>
                                        <p:attrNameLst>
                                          <p:attrName>style.visibility</p:attrName>
                                        </p:attrNameLst>
                                      </p:cBhvr>
                                      <p:to>
                                        <p:strVal val="visible"/>
                                      </p:to>
                                    </p:set>
                                    <p:animEffect filter="fade" transition="in">
                                      <p:cBhvr>
                                        <p:cTn dur="500"/>
                                        <p:tgtEl>
                                          <p:spTgt spid="9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5" st="5"/>
                                            </p:txEl>
                                          </p:spTgt>
                                        </p:tgtEl>
                                        <p:attrNameLst>
                                          <p:attrName>style.visibility</p:attrName>
                                        </p:attrNameLst>
                                      </p:cBhvr>
                                      <p:to>
                                        <p:strVal val="visible"/>
                                      </p:to>
                                    </p:set>
                                    <p:animEffect filter="fade" transition="in">
                                      <p:cBhvr>
                                        <p:cTn dur="500"/>
                                        <p:tgtEl>
                                          <p:spTgt spid="9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6" st="6"/>
                                            </p:txEl>
                                          </p:spTgt>
                                        </p:tgtEl>
                                        <p:attrNameLst>
                                          <p:attrName>style.visibility</p:attrName>
                                        </p:attrNameLst>
                                      </p:cBhvr>
                                      <p:to>
                                        <p:strVal val="visible"/>
                                      </p:to>
                                    </p:set>
                                    <p:animEffect filter="fade" transition="in">
                                      <p:cBhvr>
                                        <p:cTn dur="500"/>
                                        <p:tgtEl>
                                          <p:spTgt spid="92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7" st="7"/>
                                            </p:txEl>
                                          </p:spTgt>
                                        </p:tgtEl>
                                        <p:attrNameLst>
                                          <p:attrName>style.visibility</p:attrName>
                                        </p:attrNameLst>
                                      </p:cBhvr>
                                      <p:to>
                                        <p:strVal val="visible"/>
                                      </p:to>
                                    </p:set>
                                    <p:animEffect filter="fade" transition="in">
                                      <p:cBhvr>
                                        <p:cTn dur="500"/>
                                        <p:tgtEl>
                                          <p:spTgt spid="92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2">
                                            <p:txEl>
                                              <p:pRg end="8" st="8"/>
                                            </p:txEl>
                                          </p:spTgt>
                                        </p:tgtEl>
                                        <p:attrNameLst>
                                          <p:attrName>style.visibility</p:attrName>
                                        </p:attrNameLst>
                                      </p:cBhvr>
                                      <p:to>
                                        <p:strVal val="visible"/>
                                      </p:to>
                                    </p:set>
                                    <p:animEffect filter="fade" transition="in">
                                      <p:cBhvr>
                                        <p:cTn dur="500"/>
                                        <p:tgtEl>
                                          <p:spTgt spid="922">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29"/>
          <p:cNvSpPr txBox="1"/>
          <p:nvPr>
            <p:ph idx="1" type="body"/>
          </p:nvPr>
        </p:nvSpPr>
        <p:spPr>
          <a:xfrm>
            <a:off x="1305850" y="1499175"/>
            <a:ext cx="6391500" cy="31092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Accessibility and Mobility</a:t>
            </a:r>
            <a:endParaRPr sz="1400"/>
          </a:p>
          <a:p>
            <a:pPr indent="-317500" lvl="1" marL="914400" rtl="0" algn="l">
              <a:lnSpc>
                <a:spcPct val="100000"/>
              </a:lnSpc>
              <a:spcBef>
                <a:spcPts val="0"/>
              </a:spcBef>
              <a:spcAft>
                <a:spcPts val="0"/>
              </a:spcAft>
              <a:buSzPts val="1400"/>
              <a:buChar char="○"/>
            </a:pPr>
            <a:r>
              <a:rPr lang="en-IN" sz="1400"/>
              <a:t>Access from anywhere, ensuring productivity regardless of location, facilitating consistent user experience across multiple offices</a:t>
            </a:r>
            <a:br>
              <a:rPr lang="en-IN" sz="1400"/>
            </a:br>
            <a:endParaRPr sz="1400"/>
          </a:p>
          <a:p>
            <a:pPr indent="-317500" lvl="0" marL="457200" rtl="0" algn="l">
              <a:lnSpc>
                <a:spcPct val="100000"/>
              </a:lnSpc>
              <a:spcBef>
                <a:spcPts val="0"/>
              </a:spcBef>
              <a:spcAft>
                <a:spcPts val="0"/>
              </a:spcAft>
              <a:buSzPts val="1400"/>
              <a:buChar char="●"/>
            </a:pPr>
            <a:r>
              <a:rPr lang="en-IN" sz="1400"/>
              <a:t>Disaster Recovery and Data Backup</a:t>
            </a:r>
            <a:endParaRPr sz="1400"/>
          </a:p>
          <a:p>
            <a:pPr indent="-317500" lvl="1" marL="914400" rtl="0" algn="l">
              <a:lnSpc>
                <a:spcPct val="100000"/>
              </a:lnSpc>
              <a:spcBef>
                <a:spcPts val="0"/>
              </a:spcBef>
              <a:spcAft>
                <a:spcPts val="0"/>
              </a:spcAft>
              <a:buSzPts val="1400"/>
              <a:buChar char="○"/>
            </a:pPr>
            <a:r>
              <a:rPr lang="en-IN" sz="1400"/>
              <a:t>Redundant backups and quick recovery minimise downtime</a:t>
            </a:r>
            <a:endParaRPr sz="1400"/>
          </a:p>
          <a:p>
            <a:pPr indent="-317500" lvl="1" marL="914400" rtl="0" algn="l">
              <a:lnSpc>
                <a:spcPct val="100000"/>
              </a:lnSpc>
              <a:spcBef>
                <a:spcPts val="0"/>
              </a:spcBef>
              <a:spcAft>
                <a:spcPts val="0"/>
              </a:spcAft>
              <a:buSzPts val="1400"/>
              <a:buChar char="○"/>
            </a:pPr>
            <a:r>
              <a:rPr lang="en-IN" sz="1400"/>
              <a:t>Virtual servers offer flexibility, relocating efficiently to different data centres within minutes</a:t>
            </a:r>
            <a:br>
              <a:rPr lang="en-IN" sz="1400"/>
            </a:br>
            <a:endParaRPr sz="1400"/>
          </a:p>
          <a:p>
            <a:pPr indent="-317500" lvl="0" marL="457200" rtl="0" algn="l">
              <a:lnSpc>
                <a:spcPct val="100000"/>
              </a:lnSpc>
              <a:spcBef>
                <a:spcPts val="0"/>
              </a:spcBef>
              <a:spcAft>
                <a:spcPts val="0"/>
              </a:spcAft>
              <a:buSzPts val="1400"/>
              <a:buChar char="●"/>
            </a:pPr>
            <a:r>
              <a:rPr lang="en-IN" sz="1400"/>
              <a:t>Increased Speed and Agility</a:t>
            </a:r>
            <a:endParaRPr sz="1400"/>
          </a:p>
          <a:p>
            <a:pPr indent="-317500" lvl="1" marL="914400" rtl="0" algn="l">
              <a:lnSpc>
                <a:spcPct val="100000"/>
              </a:lnSpc>
              <a:spcBef>
                <a:spcPts val="0"/>
              </a:spcBef>
              <a:spcAft>
                <a:spcPts val="0"/>
              </a:spcAft>
              <a:buSzPts val="1400"/>
              <a:buChar char="○"/>
            </a:pPr>
            <a:r>
              <a:rPr lang="en-IN" sz="1400"/>
              <a:t>Cloud computing enables rapid deployment of enterprise applications, reducing wait times</a:t>
            </a:r>
            <a:endParaRPr sz="1400"/>
          </a:p>
          <a:p>
            <a:pPr indent="-317500" lvl="1" marL="914400" rtl="0" algn="l">
              <a:lnSpc>
                <a:spcPct val="100000"/>
              </a:lnSpc>
              <a:spcBef>
                <a:spcPts val="0"/>
              </a:spcBef>
              <a:spcAft>
                <a:spcPts val="0"/>
              </a:spcAft>
              <a:buSzPts val="1400"/>
              <a:buChar char="○"/>
            </a:pPr>
            <a:r>
              <a:rPr lang="en-IN" sz="1400"/>
              <a:t>DevOps and development teams leverage cloud-based software and infrastructure, accelerating product development and deployment cycles</a:t>
            </a:r>
            <a:endParaRPr sz="1400"/>
          </a:p>
        </p:txBody>
      </p:sp>
      <p:sp>
        <p:nvSpPr>
          <p:cNvPr id="932" name="Google Shape;932;p29"/>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33" name="Google Shape;933;p29"/>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Cloud Computing: Advantages </a:t>
            </a:r>
            <a:endParaRPr b="0" i="0" sz="2340" u="none" cap="none" strike="noStrike">
              <a:solidFill>
                <a:schemeClr val="lt1"/>
              </a:solidFill>
              <a:latin typeface="Proxima Nova"/>
              <a:ea typeface="Proxima Nova"/>
              <a:cs typeface="Proxima Nova"/>
              <a:sym typeface="Proxima Nova"/>
            </a:endParaRPr>
          </a:p>
        </p:txBody>
      </p:sp>
      <p:sp>
        <p:nvSpPr>
          <p:cNvPr id="934" name="Google Shape;934;p29"/>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35" name="Google Shape;935;p29"/>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1">
                                            <p:txEl>
                                              <p:pRg end="0" st="0"/>
                                            </p:txEl>
                                          </p:spTgt>
                                        </p:tgtEl>
                                        <p:attrNameLst>
                                          <p:attrName>style.visibility</p:attrName>
                                        </p:attrNameLst>
                                      </p:cBhvr>
                                      <p:to>
                                        <p:strVal val="visible"/>
                                      </p:to>
                                    </p:set>
                                    <p:animEffect filter="fade" transition="in">
                                      <p:cBhvr>
                                        <p:cTn dur="500"/>
                                        <p:tgtEl>
                                          <p:spTgt spid="9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1">
                                            <p:txEl>
                                              <p:pRg end="1" st="1"/>
                                            </p:txEl>
                                          </p:spTgt>
                                        </p:tgtEl>
                                        <p:attrNameLst>
                                          <p:attrName>style.visibility</p:attrName>
                                        </p:attrNameLst>
                                      </p:cBhvr>
                                      <p:to>
                                        <p:strVal val="visible"/>
                                      </p:to>
                                    </p:set>
                                    <p:animEffect filter="fade" transition="in">
                                      <p:cBhvr>
                                        <p:cTn dur="500"/>
                                        <p:tgtEl>
                                          <p:spTgt spid="9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1">
                                            <p:txEl>
                                              <p:pRg end="2" st="2"/>
                                            </p:txEl>
                                          </p:spTgt>
                                        </p:tgtEl>
                                        <p:attrNameLst>
                                          <p:attrName>style.visibility</p:attrName>
                                        </p:attrNameLst>
                                      </p:cBhvr>
                                      <p:to>
                                        <p:strVal val="visible"/>
                                      </p:to>
                                    </p:set>
                                    <p:animEffect filter="fade" transition="in">
                                      <p:cBhvr>
                                        <p:cTn dur="500"/>
                                        <p:tgtEl>
                                          <p:spTgt spid="9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1">
                                            <p:txEl>
                                              <p:pRg end="3" st="3"/>
                                            </p:txEl>
                                          </p:spTgt>
                                        </p:tgtEl>
                                        <p:attrNameLst>
                                          <p:attrName>style.visibility</p:attrName>
                                        </p:attrNameLst>
                                      </p:cBhvr>
                                      <p:to>
                                        <p:strVal val="visible"/>
                                      </p:to>
                                    </p:set>
                                    <p:animEffect filter="fade" transition="in">
                                      <p:cBhvr>
                                        <p:cTn dur="500"/>
                                        <p:tgtEl>
                                          <p:spTgt spid="9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1">
                                            <p:txEl>
                                              <p:pRg end="4" st="4"/>
                                            </p:txEl>
                                          </p:spTgt>
                                        </p:tgtEl>
                                        <p:attrNameLst>
                                          <p:attrName>style.visibility</p:attrName>
                                        </p:attrNameLst>
                                      </p:cBhvr>
                                      <p:to>
                                        <p:strVal val="visible"/>
                                      </p:to>
                                    </p:set>
                                    <p:animEffect filter="fade" transition="in">
                                      <p:cBhvr>
                                        <p:cTn dur="500"/>
                                        <p:tgtEl>
                                          <p:spTgt spid="93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1">
                                            <p:txEl>
                                              <p:pRg end="5" st="5"/>
                                            </p:txEl>
                                          </p:spTgt>
                                        </p:tgtEl>
                                        <p:attrNameLst>
                                          <p:attrName>style.visibility</p:attrName>
                                        </p:attrNameLst>
                                      </p:cBhvr>
                                      <p:to>
                                        <p:strVal val="visible"/>
                                      </p:to>
                                    </p:set>
                                    <p:animEffect filter="fade" transition="in">
                                      <p:cBhvr>
                                        <p:cTn dur="500"/>
                                        <p:tgtEl>
                                          <p:spTgt spid="93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1">
                                            <p:txEl>
                                              <p:pRg end="6" st="6"/>
                                            </p:txEl>
                                          </p:spTgt>
                                        </p:tgtEl>
                                        <p:attrNameLst>
                                          <p:attrName>style.visibility</p:attrName>
                                        </p:attrNameLst>
                                      </p:cBhvr>
                                      <p:to>
                                        <p:strVal val="visible"/>
                                      </p:to>
                                    </p:set>
                                    <p:animEffect filter="fade" transition="in">
                                      <p:cBhvr>
                                        <p:cTn dur="500"/>
                                        <p:tgtEl>
                                          <p:spTgt spid="93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1">
                                            <p:txEl>
                                              <p:pRg end="7" st="7"/>
                                            </p:txEl>
                                          </p:spTgt>
                                        </p:tgtEl>
                                        <p:attrNameLst>
                                          <p:attrName>style.visibility</p:attrName>
                                        </p:attrNameLst>
                                      </p:cBhvr>
                                      <p:to>
                                        <p:strVal val="visible"/>
                                      </p:to>
                                    </p:set>
                                    <p:animEffect filter="fade" transition="in">
                                      <p:cBhvr>
                                        <p:cTn dur="500"/>
                                        <p:tgtEl>
                                          <p:spTgt spid="931">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30"/>
          <p:cNvSpPr txBox="1"/>
          <p:nvPr>
            <p:ph idx="1" type="body"/>
          </p:nvPr>
        </p:nvSpPr>
        <p:spPr>
          <a:xfrm>
            <a:off x="1305850" y="1499175"/>
            <a:ext cx="6391500" cy="22473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Downtime and Reliability Issues</a:t>
            </a:r>
            <a:endParaRPr sz="1400"/>
          </a:p>
          <a:p>
            <a:pPr indent="-317500" lvl="1" marL="914400" rtl="0" algn="l">
              <a:lnSpc>
                <a:spcPct val="100000"/>
              </a:lnSpc>
              <a:spcBef>
                <a:spcPts val="0"/>
              </a:spcBef>
              <a:spcAft>
                <a:spcPts val="0"/>
              </a:spcAft>
              <a:buSzPts val="1400"/>
              <a:buChar char="○"/>
            </a:pPr>
            <a:r>
              <a:rPr lang="en-IN" sz="1400"/>
              <a:t>Potential service disruptions due to natural disasters or technical issues affecting connectivity</a:t>
            </a:r>
            <a:endParaRPr sz="1400"/>
          </a:p>
          <a:p>
            <a:pPr indent="-317500" lvl="1" marL="914400" rtl="0" algn="l">
              <a:lnSpc>
                <a:spcPct val="100000"/>
              </a:lnSpc>
              <a:spcBef>
                <a:spcPts val="0"/>
              </a:spcBef>
              <a:spcAft>
                <a:spcPts val="0"/>
              </a:spcAft>
              <a:buSzPts val="1400"/>
              <a:buChar char="○"/>
            </a:pPr>
            <a:r>
              <a:rPr lang="en-IN" sz="1400"/>
              <a:t>Possible blockage from accessing cloud services until issues are resolved, despite high availability guarantees</a:t>
            </a:r>
            <a:br>
              <a:rPr lang="en-IN" sz="1400"/>
            </a:br>
            <a:endParaRPr sz="1400"/>
          </a:p>
          <a:p>
            <a:pPr indent="-317500" lvl="0" marL="457200" rtl="0" algn="l">
              <a:lnSpc>
                <a:spcPct val="100000"/>
              </a:lnSpc>
              <a:spcBef>
                <a:spcPts val="0"/>
              </a:spcBef>
              <a:spcAft>
                <a:spcPts val="0"/>
              </a:spcAft>
              <a:buSzPts val="1400"/>
              <a:buChar char="●"/>
            </a:pPr>
            <a:r>
              <a:rPr lang="en-IN" sz="1400"/>
              <a:t>Security and Privacy Concerns</a:t>
            </a:r>
            <a:endParaRPr sz="1400"/>
          </a:p>
          <a:p>
            <a:pPr indent="-317500" lvl="1" marL="914400" rtl="0" algn="l">
              <a:lnSpc>
                <a:spcPct val="100000"/>
              </a:lnSpc>
              <a:spcBef>
                <a:spcPts val="0"/>
              </a:spcBef>
              <a:spcAft>
                <a:spcPts val="0"/>
              </a:spcAft>
              <a:buSzPts val="1400"/>
              <a:buChar char="○"/>
            </a:pPr>
            <a:r>
              <a:rPr lang="en-IN" sz="1400"/>
              <a:t>Risks of external data storage</a:t>
            </a:r>
            <a:endParaRPr sz="1400"/>
          </a:p>
          <a:p>
            <a:pPr indent="-317500" lvl="1" marL="914400" rtl="0" algn="l">
              <a:lnSpc>
                <a:spcPct val="100000"/>
              </a:lnSpc>
              <a:spcBef>
                <a:spcPts val="0"/>
              </a:spcBef>
              <a:spcAft>
                <a:spcPts val="0"/>
              </a:spcAft>
              <a:buSzPts val="1400"/>
              <a:buChar char="○"/>
            </a:pPr>
            <a:r>
              <a:rPr lang="en-IN" sz="1400"/>
              <a:t>Inadequate security measures may lead to data leakage, intellectual property theft, breaches and malware attacks</a:t>
            </a:r>
            <a:endParaRPr sz="1400"/>
          </a:p>
        </p:txBody>
      </p:sp>
      <p:sp>
        <p:nvSpPr>
          <p:cNvPr id="941" name="Google Shape;941;p30"/>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42" name="Google Shape;942;p30"/>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Cloud Computing: Disadvantages </a:t>
            </a:r>
            <a:endParaRPr b="0" i="0" sz="2340" u="none" cap="none" strike="noStrike">
              <a:solidFill>
                <a:schemeClr val="lt1"/>
              </a:solidFill>
              <a:latin typeface="Proxima Nova"/>
              <a:ea typeface="Proxima Nova"/>
              <a:cs typeface="Proxima Nova"/>
              <a:sym typeface="Proxima Nova"/>
            </a:endParaRPr>
          </a:p>
        </p:txBody>
      </p:sp>
      <p:sp>
        <p:nvSpPr>
          <p:cNvPr id="943" name="Google Shape;943;p30"/>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44" name="Google Shape;944;p30"/>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0" st="0"/>
                                            </p:txEl>
                                          </p:spTgt>
                                        </p:tgtEl>
                                        <p:attrNameLst>
                                          <p:attrName>style.visibility</p:attrName>
                                        </p:attrNameLst>
                                      </p:cBhvr>
                                      <p:to>
                                        <p:strVal val="visible"/>
                                      </p:to>
                                    </p:set>
                                    <p:animEffect filter="fade" transition="in">
                                      <p:cBhvr>
                                        <p:cTn dur="500"/>
                                        <p:tgtEl>
                                          <p:spTgt spid="9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1" st="1"/>
                                            </p:txEl>
                                          </p:spTgt>
                                        </p:tgtEl>
                                        <p:attrNameLst>
                                          <p:attrName>style.visibility</p:attrName>
                                        </p:attrNameLst>
                                      </p:cBhvr>
                                      <p:to>
                                        <p:strVal val="visible"/>
                                      </p:to>
                                    </p:set>
                                    <p:animEffect filter="fade" transition="in">
                                      <p:cBhvr>
                                        <p:cTn dur="500"/>
                                        <p:tgtEl>
                                          <p:spTgt spid="9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2" st="2"/>
                                            </p:txEl>
                                          </p:spTgt>
                                        </p:tgtEl>
                                        <p:attrNameLst>
                                          <p:attrName>style.visibility</p:attrName>
                                        </p:attrNameLst>
                                      </p:cBhvr>
                                      <p:to>
                                        <p:strVal val="visible"/>
                                      </p:to>
                                    </p:set>
                                    <p:animEffect filter="fade" transition="in">
                                      <p:cBhvr>
                                        <p:cTn dur="500"/>
                                        <p:tgtEl>
                                          <p:spTgt spid="9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3" st="3"/>
                                            </p:txEl>
                                          </p:spTgt>
                                        </p:tgtEl>
                                        <p:attrNameLst>
                                          <p:attrName>style.visibility</p:attrName>
                                        </p:attrNameLst>
                                      </p:cBhvr>
                                      <p:to>
                                        <p:strVal val="visible"/>
                                      </p:to>
                                    </p:set>
                                    <p:animEffect filter="fade" transition="in">
                                      <p:cBhvr>
                                        <p:cTn dur="500"/>
                                        <p:tgtEl>
                                          <p:spTgt spid="9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4" st="4"/>
                                            </p:txEl>
                                          </p:spTgt>
                                        </p:tgtEl>
                                        <p:attrNameLst>
                                          <p:attrName>style.visibility</p:attrName>
                                        </p:attrNameLst>
                                      </p:cBhvr>
                                      <p:to>
                                        <p:strVal val="visible"/>
                                      </p:to>
                                    </p:set>
                                    <p:animEffect filter="fade" transition="in">
                                      <p:cBhvr>
                                        <p:cTn dur="500"/>
                                        <p:tgtEl>
                                          <p:spTgt spid="94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xEl>
                                              <p:pRg end="5" st="5"/>
                                            </p:txEl>
                                          </p:spTgt>
                                        </p:tgtEl>
                                        <p:attrNameLst>
                                          <p:attrName>style.visibility</p:attrName>
                                        </p:attrNameLst>
                                      </p:cBhvr>
                                      <p:to>
                                        <p:strVal val="visible"/>
                                      </p:to>
                                    </p:set>
                                    <p:animEffect filter="fade" transition="in">
                                      <p:cBhvr>
                                        <p:cTn dur="500"/>
                                        <p:tgtEl>
                                          <p:spTgt spid="94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8" name="Shape 948"/>
        <p:cNvGrpSpPr/>
        <p:nvPr/>
      </p:nvGrpSpPr>
      <p:grpSpPr>
        <a:xfrm>
          <a:off x="0" y="0"/>
          <a:ext cx="0" cy="0"/>
          <a:chOff x="0" y="0"/>
          <a:chExt cx="0" cy="0"/>
        </a:xfrm>
      </p:grpSpPr>
      <p:sp>
        <p:nvSpPr>
          <p:cNvPr id="949" name="Google Shape;949;p31"/>
          <p:cNvSpPr txBox="1"/>
          <p:nvPr>
            <p:ph idx="1" type="body"/>
          </p:nvPr>
        </p:nvSpPr>
        <p:spPr>
          <a:xfrm>
            <a:off x="1305850" y="1499175"/>
            <a:ext cx="6391500" cy="3324600"/>
          </a:xfrm>
          <a:prstGeom prst="rect">
            <a:avLst/>
          </a:prstGeom>
          <a:noFill/>
          <a:ln>
            <a:noFill/>
          </a:ln>
        </p:spPr>
        <p:txBody>
          <a:bodyPr anchorCtr="0" anchor="t" bIns="45700" lIns="91425" spcFirstLastPara="1" rIns="91425" wrap="square" tIns="45700">
            <a:spAutoFit/>
          </a:bodyPr>
          <a:lstStyle/>
          <a:p>
            <a:pPr indent="-317500" lvl="0" marL="457200" rtl="0" algn="l">
              <a:lnSpc>
                <a:spcPct val="100000"/>
              </a:lnSpc>
              <a:spcBef>
                <a:spcPts val="1200"/>
              </a:spcBef>
              <a:spcAft>
                <a:spcPts val="0"/>
              </a:spcAft>
              <a:buSzPts val="1400"/>
              <a:buChar char="●"/>
            </a:pPr>
            <a:r>
              <a:rPr lang="en-IN" sz="1400"/>
              <a:t>Limited Control and Flexibility</a:t>
            </a:r>
            <a:endParaRPr sz="1400"/>
          </a:p>
          <a:p>
            <a:pPr indent="-317500" lvl="1" marL="914400" rtl="0" algn="l">
              <a:lnSpc>
                <a:spcPct val="100000"/>
              </a:lnSpc>
              <a:spcBef>
                <a:spcPts val="0"/>
              </a:spcBef>
              <a:spcAft>
                <a:spcPts val="0"/>
              </a:spcAft>
              <a:buSzPts val="1400"/>
              <a:buChar char="○"/>
            </a:pPr>
            <a:r>
              <a:rPr lang="en-IN" sz="1400"/>
              <a:t>Cloud infrastructure entirely owned, managed and monitored by the provider</a:t>
            </a:r>
            <a:endParaRPr sz="1400"/>
          </a:p>
          <a:p>
            <a:pPr indent="-317500" lvl="1" marL="914400" rtl="0" algn="l">
              <a:lnSpc>
                <a:spcPct val="100000"/>
              </a:lnSpc>
              <a:spcBef>
                <a:spcPts val="0"/>
              </a:spcBef>
              <a:spcAft>
                <a:spcPts val="0"/>
              </a:spcAft>
              <a:buSzPts val="1400"/>
              <a:buChar char="○"/>
            </a:pPr>
            <a:r>
              <a:rPr lang="en-IN" sz="1400"/>
              <a:t>End-user license agreements and management policies may impose deployment limitations</a:t>
            </a:r>
            <a:br>
              <a:rPr lang="en-IN" sz="1400"/>
            </a:br>
            <a:endParaRPr sz="1400"/>
          </a:p>
          <a:p>
            <a:pPr indent="-317500" lvl="0" marL="457200" rtl="0" algn="l">
              <a:lnSpc>
                <a:spcPct val="100000"/>
              </a:lnSpc>
              <a:spcBef>
                <a:spcPts val="0"/>
              </a:spcBef>
              <a:spcAft>
                <a:spcPts val="0"/>
              </a:spcAft>
              <a:buSzPts val="1400"/>
              <a:buChar char="●"/>
            </a:pPr>
            <a:r>
              <a:rPr lang="en-IN" sz="1400"/>
              <a:t>Vendor Lock-in</a:t>
            </a:r>
            <a:endParaRPr sz="1400"/>
          </a:p>
          <a:p>
            <a:pPr indent="-317500" lvl="1" marL="914400" rtl="0" algn="l">
              <a:lnSpc>
                <a:spcPct val="100000"/>
              </a:lnSpc>
              <a:spcBef>
                <a:spcPts val="0"/>
              </a:spcBef>
              <a:spcAft>
                <a:spcPts val="0"/>
              </a:spcAft>
              <a:buSzPts val="1400"/>
              <a:buChar char="○"/>
            </a:pPr>
            <a:r>
              <a:rPr lang="en-IN" sz="1400"/>
              <a:t>Migration challenges between providers</a:t>
            </a:r>
            <a:endParaRPr sz="1400"/>
          </a:p>
          <a:p>
            <a:pPr indent="-317500" lvl="1" marL="914400" rtl="0" algn="l">
              <a:lnSpc>
                <a:spcPct val="100000"/>
              </a:lnSpc>
              <a:spcBef>
                <a:spcPts val="0"/>
              </a:spcBef>
              <a:spcAft>
                <a:spcPts val="0"/>
              </a:spcAft>
              <a:buSzPts val="1400"/>
              <a:buChar char="○"/>
            </a:pPr>
            <a:r>
              <a:rPr lang="en-IN" sz="1400"/>
              <a:t>Differences in platforms may lead to additional costs and configuration complexities</a:t>
            </a:r>
            <a:br>
              <a:rPr lang="en-IN" sz="1400"/>
            </a:br>
            <a:endParaRPr sz="1400"/>
          </a:p>
          <a:p>
            <a:pPr indent="-317500" lvl="0" marL="457200" rtl="0" algn="l">
              <a:lnSpc>
                <a:spcPct val="100000"/>
              </a:lnSpc>
              <a:spcBef>
                <a:spcPts val="0"/>
              </a:spcBef>
              <a:spcAft>
                <a:spcPts val="0"/>
              </a:spcAft>
              <a:buSzPts val="1400"/>
              <a:buChar char="●"/>
            </a:pPr>
            <a:r>
              <a:rPr lang="en-IN" sz="1400"/>
              <a:t>Cost Concerns</a:t>
            </a:r>
            <a:endParaRPr sz="1400"/>
          </a:p>
          <a:p>
            <a:pPr indent="-317500" lvl="1" marL="914400" rtl="0" algn="l">
              <a:lnSpc>
                <a:spcPct val="100000"/>
              </a:lnSpc>
              <a:spcBef>
                <a:spcPts val="0"/>
              </a:spcBef>
              <a:spcAft>
                <a:spcPts val="0"/>
              </a:spcAft>
              <a:buSzPts val="1400"/>
              <a:buChar char="○"/>
            </a:pPr>
            <a:r>
              <a:rPr lang="en-IN" sz="1400"/>
              <a:t>Potential for unexpected expenses</a:t>
            </a:r>
            <a:endParaRPr sz="1400"/>
          </a:p>
          <a:p>
            <a:pPr indent="-317500" lvl="1" marL="914400" rtl="0" algn="l">
              <a:lnSpc>
                <a:spcPct val="100000"/>
              </a:lnSpc>
              <a:spcBef>
                <a:spcPts val="0"/>
              </a:spcBef>
              <a:spcAft>
                <a:spcPts val="0"/>
              </a:spcAft>
              <a:buSzPts val="1400"/>
              <a:buChar char="○"/>
            </a:pPr>
            <a:r>
              <a:rPr lang="en-IN" sz="1400"/>
              <a:t>Perception of expense when adopting cloud solutions for small-scale or short-term projects</a:t>
            </a:r>
            <a:endParaRPr sz="1400"/>
          </a:p>
        </p:txBody>
      </p:sp>
      <p:sp>
        <p:nvSpPr>
          <p:cNvPr id="950" name="Google Shape;950;p31"/>
          <p:cNvSpPr txBox="1"/>
          <p:nvPr>
            <p:ph idx="4294967295" type="sldNum"/>
          </p:nvPr>
        </p:nvSpPr>
        <p:spPr>
          <a:xfrm>
            <a:off x="6511925" y="4767263"/>
            <a:ext cx="2057400" cy="2745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solidFill>
                  <a:srgbClr val="FF0000"/>
                </a:solidFill>
                <a:latin typeface="Proxima Nova"/>
                <a:ea typeface="Proxima Nova"/>
                <a:cs typeface="Proxima Nova"/>
                <a:sym typeface="Proxima Nova"/>
              </a:rPr>
              <a:t>‹#›</a:t>
            </a:fld>
            <a:endParaRPr sz="900">
              <a:solidFill>
                <a:srgbClr val="FF0000"/>
              </a:solidFill>
              <a:latin typeface="Proxima Nova"/>
              <a:ea typeface="Proxima Nova"/>
              <a:cs typeface="Proxima Nova"/>
              <a:sym typeface="Proxima Nova"/>
            </a:endParaRPr>
          </a:p>
        </p:txBody>
      </p:sp>
      <p:sp>
        <p:nvSpPr>
          <p:cNvPr id="951" name="Google Shape;951;p31"/>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b="0" i="0" lang="en-IN" sz="2340" u="none" cap="none" strike="noStrike">
                <a:solidFill>
                  <a:schemeClr val="lt1"/>
                </a:solidFill>
                <a:latin typeface="Proxima Nova"/>
                <a:ea typeface="Proxima Nova"/>
                <a:cs typeface="Proxima Nova"/>
                <a:sym typeface="Proxima Nova"/>
              </a:rPr>
              <a:t>Cloud Computing: Disadvantages </a:t>
            </a:r>
            <a:endParaRPr b="0" i="0" sz="2340" u="none" cap="none" strike="noStrike">
              <a:solidFill>
                <a:schemeClr val="lt1"/>
              </a:solidFill>
              <a:latin typeface="Proxima Nova"/>
              <a:ea typeface="Proxima Nova"/>
              <a:cs typeface="Proxima Nova"/>
              <a:sym typeface="Proxima Nova"/>
            </a:endParaRPr>
          </a:p>
        </p:txBody>
      </p:sp>
      <p:sp>
        <p:nvSpPr>
          <p:cNvPr id="952" name="Google Shape;952;p31"/>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53" name="Google Shape;953;p31"/>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
                                            <p:txEl>
                                              <p:pRg end="0" st="0"/>
                                            </p:txEl>
                                          </p:spTgt>
                                        </p:tgtEl>
                                        <p:attrNameLst>
                                          <p:attrName>style.visibility</p:attrName>
                                        </p:attrNameLst>
                                      </p:cBhvr>
                                      <p:to>
                                        <p:strVal val="visible"/>
                                      </p:to>
                                    </p:set>
                                    <p:animEffect filter="fade" transition="in">
                                      <p:cBhvr>
                                        <p:cTn dur="500"/>
                                        <p:tgtEl>
                                          <p:spTgt spid="9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
                                            <p:txEl>
                                              <p:pRg end="1" st="1"/>
                                            </p:txEl>
                                          </p:spTgt>
                                        </p:tgtEl>
                                        <p:attrNameLst>
                                          <p:attrName>style.visibility</p:attrName>
                                        </p:attrNameLst>
                                      </p:cBhvr>
                                      <p:to>
                                        <p:strVal val="visible"/>
                                      </p:to>
                                    </p:set>
                                    <p:animEffect filter="fade" transition="in">
                                      <p:cBhvr>
                                        <p:cTn dur="500"/>
                                        <p:tgtEl>
                                          <p:spTgt spid="9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
                                            <p:txEl>
                                              <p:pRg end="2" st="2"/>
                                            </p:txEl>
                                          </p:spTgt>
                                        </p:tgtEl>
                                        <p:attrNameLst>
                                          <p:attrName>style.visibility</p:attrName>
                                        </p:attrNameLst>
                                      </p:cBhvr>
                                      <p:to>
                                        <p:strVal val="visible"/>
                                      </p:to>
                                    </p:set>
                                    <p:animEffect filter="fade" transition="in">
                                      <p:cBhvr>
                                        <p:cTn dur="500"/>
                                        <p:tgtEl>
                                          <p:spTgt spid="9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
                                            <p:txEl>
                                              <p:pRg end="3" st="3"/>
                                            </p:txEl>
                                          </p:spTgt>
                                        </p:tgtEl>
                                        <p:attrNameLst>
                                          <p:attrName>style.visibility</p:attrName>
                                        </p:attrNameLst>
                                      </p:cBhvr>
                                      <p:to>
                                        <p:strVal val="visible"/>
                                      </p:to>
                                    </p:set>
                                    <p:animEffect filter="fade" transition="in">
                                      <p:cBhvr>
                                        <p:cTn dur="500"/>
                                        <p:tgtEl>
                                          <p:spTgt spid="9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
                                            <p:txEl>
                                              <p:pRg end="4" st="4"/>
                                            </p:txEl>
                                          </p:spTgt>
                                        </p:tgtEl>
                                        <p:attrNameLst>
                                          <p:attrName>style.visibility</p:attrName>
                                        </p:attrNameLst>
                                      </p:cBhvr>
                                      <p:to>
                                        <p:strVal val="visible"/>
                                      </p:to>
                                    </p:set>
                                    <p:animEffect filter="fade" transition="in">
                                      <p:cBhvr>
                                        <p:cTn dur="500"/>
                                        <p:tgtEl>
                                          <p:spTgt spid="9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
                                            <p:txEl>
                                              <p:pRg end="5" st="5"/>
                                            </p:txEl>
                                          </p:spTgt>
                                        </p:tgtEl>
                                        <p:attrNameLst>
                                          <p:attrName>style.visibility</p:attrName>
                                        </p:attrNameLst>
                                      </p:cBhvr>
                                      <p:to>
                                        <p:strVal val="visible"/>
                                      </p:to>
                                    </p:set>
                                    <p:animEffect filter="fade" transition="in">
                                      <p:cBhvr>
                                        <p:cTn dur="500"/>
                                        <p:tgtEl>
                                          <p:spTgt spid="9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
                                            <p:txEl>
                                              <p:pRg end="6" st="6"/>
                                            </p:txEl>
                                          </p:spTgt>
                                        </p:tgtEl>
                                        <p:attrNameLst>
                                          <p:attrName>style.visibility</p:attrName>
                                        </p:attrNameLst>
                                      </p:cBhvr>
                                      <p:to>
                                        <p:strVal val="visible"/>
                                      </p:to>
                                    </p:set>
                                    <p:animEffect filter="fade" transition="in">
                                      <p:cBhvr>
                                        <p:cTn dur="500"/>
                                        <p:tgtEl>
                                          <p:spTgt spid="94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
                                            <p:txEl>
                                              <p:pRg end="7" st="7"/>
                                            </p:txEl>
                                          </p:spTgt>
                                        </p:tgtEl>
                                        <p:attrNameLst>
                                          <p:attrName>style.visibility</p:attrName>
                                        </p:attrNameLst>
                                      </p:cBhvr>
                                      <p:to>
                                        <p:strVal val="visible"/>
                                      </p:to>
                                    </p:set>
                                    <p:animEffect filter="fade" transition="in">
                                      <p:cBhvr>
                                        <p:cTn dur="500"/>
                                        <p:tgtEl>
                                          <p:spTgt spid="94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
                                            <p:txEl>
                                              <p:pRg end="8" st="8"/>
                                            </p:txEl>
                                          </p:spTgt>
                                        </p:tgtEl>
                                        <p:attrNameLst>
                                          <p:attrName>style.visibility</p:attrName>
                                        </p:attrNameLst>
                                      </p:cBhvr>
                                      <p:to>
                                        <p:strVal val="visible"/>
                                      </p:to>
                                    </p:set>
                                    <p:animEffect filter="fade" transition="in">
                                      <p:cBhvr>
                                        <p:cTn dur="500"/>
                                        <p:tgtEl>
                                          <p:spTgt spid="94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sp>
        <p:nvSpPr>
          <p:cNvPr id="958" name="Google Shape;958;p32"/>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latin typeface="Proxima Nova"/>
                <a:ea typeface="Proxima Nova"/>
                <a:cs typeface="Proxima Nova"/>
                <a:sym typeface="Proxima Nova"/>
              </a:rPr>
              <a:t>‹#›</a:t>
            </a:fld>
            <a:endParaRPr sz="900">
              <a:latin typeface="Proxima Nova"/>
              <a:ea typeface="Proxima Nova"/>
              <a:cs typeface="Proxima Nova"/>
              <a:sym typeface="Proxima Nova"/>
            </a:endParaRPr>
          </a:p>
        </p:txBody>
      </p:sp>
      <p:sp>
        <p:nvSpPr>
          <p:cNvPr id="959" name="Google Shape;959;p32"/>
          <p:cNvSpPr txBox="1"/>
          <p:nvPr/>
        </p:nvSpPr>
        <p:spPr>
          <a:xfrm>
            <a:off x="638175" y="273900"/>
            <a:ext cx="47616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Summary and Key Takeaways</a:t>
            </a:r>
            <a:endParaRPr b="0" i="0" sz="2800" u="none" cap="none" strike="noStrike">
              <a:solidFill>
                <a:schemeClr val="lt1"/>
              </a:solidFill>
              <a:latin typeface="Calibri"/>
              <a:ea typeface="Calibri"/>
              <a:cs typeface="Calibri"/>
              <a:sym typeface="Calibri"/>
            </a:endParaRPr>
          </a:p>
        </p:txBody>
      </p:sp>
      <p:sp>
        <p:nvSpPr>
          <p:cNvPr id="960" name="Google Shape;960;p32"/>
          <p:cNvSpPr txBox="1"/>
          <p:nvPr/>
        </p:nvSpPr>
        <p:spPr>
          <a:xfrm>
            <a:off x="638175" y="974124"/>
            <a:ext cx="4887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lt1"/>
                </a:solidFill>
                <a:latin typeface="Calibri"/>
                <a:ea typeface="Calibri"/>
                <a:cs typeface="Calibri"/>
                <a:sym typeface="Calibri"/>
              </a:rPr>
              <a:t>1</a:t>
            </a:r>
            <a:endParaRPr b="0" i="0" sz="1400" u="none" cap="none" strike="noStrike">
              <a:solidFill>
                <a:srgbClr val="000000"/>
              </a:solidFill>
              <a:latin typeface="Arial"/>
              <a:ea typeface="Arial"/>
              <a:cs typeface="Arial"/>
              <a:sym typeface="Arial"/>
            </a:endParaRPr>
          </a:p>
        </p:txBody>
      </p:sp>
      <p:sp>
        <p:nvSpPr>
          <p:cNvPr id="961" name="Google Shape;961;p32"/>
          <p:cNvSpPr txBox="1"/>
          <p:nvPr/>
        </p:nvSpPr>
        <p:spPr>
          <a:xfrm>
            <a:off x="1126962" y="974124"/>
            <a:ext cx="5566200" cy="64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Calibri"/>
                <a:ea typeface="Calibri"/>
                <a:cs typeface="Calibri"/>
                <a:sym typeface="Calibri"/>
              </a:rPr>
              <a:t>Cloud Computing Concepts : Overview </a:t>
            </a:r>
            <a:endParaRPr b="1" i="0" sz="1800" u="none" cap="none" strike="noStrike">
              <a:solidFill>
                <a:schemeClr val="lt1"/>
              </a:solidFill>
              <a:latin typeface="Calibri"/>
              <a:ea typeface="Calibri"/>
              <a:cs typeface="Calibri"/>
              <a:sym typeface="Calibri"/>
            </a:endParaRPr>
          </a:p>
        </p:txBody>
      </p:sp>
      <p:sp>
        <p:nvSpPr>
          <p:cNvPr id="962" name="Google Shape;962;p32"/>
          <p:cNvSpPr txBox="1"/>
          <p:nvPr/>
        </p:nvSpPr>
        <p:spPr>
          <a:xfrm>
            <a:off x="1126949" y="1542200"/>
            <a:ext cx="6950400" cy="6462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0"/>
              </a:spcBef>
              <a:spcAft>
                <a:spcPts val="0"/>
              </a:spcAft>
              <a:buClr>
                <a:schemeClr val="lt1"/>
              </a:buClr>
              <a:buSzPts val="1800"/>
              <a:buFont typeface="Calibri"/>
              <a:buChar char="●"/>
            </a:pPr>
            <a:r>
              <a:rPr b="1" i="0" lang="en-IN" sz="1800" u="none" cap="none" strike="noStrike">
                <a:solidFill>
                  <a:schemeClr val="lt1"/>
                </a:solidFill>
                <a:latin typeface="Calibri"/>
                <a:ea typeface="Calibri"/>
                <a:cs typeface="Calibri"/>
                <a:sym typeface="Calibri"/>
              </a:rPr>
              <a:t>Definition and basic concepts </a:t>
            </a:r>
            <a:r>
              <a:rPr b="0" i="0" lang="en-IN" sz="1800" u="none" cap="none" strike="noStrike">
                <a:solidFill>
                  <a:schemeClr val="lt1"/>
                </a:solidFill>
                <a:latin typeface="Calibri"/>
                <a:ea typeface="Calibri"/>
                <a:cs typeface="Calibri"/>
                <a:sym typeface="Calibri"/>
              </a:rPr>
              <a:t>: Cloud computing is the on-demand access to various computing resources over the internet, allowing users to rent instead of buying IT infrastructure and services</a:t>
            </a:r>
            <a:br>
              <a:rPr b="0" i="0" lang="en-IN" sz="1800" u="none" cap="none" strike="noStrike">
                <a:solidFill>
                  <a:schemeClr val="lt1"/>
                </a:solidFill>
                <a:latin typeface="Calibri"/>
                <a:ea typeface="Calibri"/>
                <a:cs typeface="Calibri"/>
                <a:sym typeface="Calibri"/>
              </a:rPr>
            </a:br>
            <a:endParaRPr b="0" i="0" sz="1800" u="none" cap="none" strike="noStrike">
              <a:solidFill>
                <a:schemeClr val="lt1"/>
              </a:solidFill>
              <a:latin typeface="Calibri"/>
              <a:ea typeface="Calibri"/>
              <a:cs typeface="Calibri"/>
              <a:sym typeface="Calibri"/>
            </a:endParaRPr>
          </a:p>
          <a:p>
            <a:pPr indent="-342900" lvl="0" marL="457200" marR="0" rtl="0" algn="l">
              <a:lnSpc>
                <a:spcPct val="100000"/>
              </a:lnSpc>
              <a:spcBef>
                <a:spcPts val="0"/>
              </a:spcBef>
              <a:spcAft>
                <a:spcPts val="0"/>
              </a:spcAft>
              <a:buClr>
                <a:schemeClr val="lt1"/>
              </a:buClr>
              <a:buSzPts val="1800"/>
              <a:buFont typeface="Calibri"/>
              <a:buChar char="●"/>
            </a:pPr>
            <a:r>
              <a:rPr b="1" i="0" lang="en-IN" sz="1800" u="none" cap="none" strike="noStrike">
                <a:solidFill>
                  <a:schemeClr val="lt1"/>
                </a:solidFill>
                <a:latin typeface="Calibri"/>
                <a:ea typeface="Calibri"/>
                <a:cs typeface="Calibri"/>
                <a:sym typeface="Calibri"/>
              </a:rPr>
              <a:t>Key characteristics </a:t>
            </a:r>
            <a:r>
              <a:rPr b="0" i="0" lang="en-IN" sz="1800" u="none" cap="none" strike="noStrike">
                <a:solidFill>
                  <a:schemeClr val="lt1"/>
                </a:solidFill>
                <a:latin typeface="Calibri"/>
                <a:ea typeface="Calibri"/>
                <a:cs typeface="Calibri"/>
                <a:sym typeface="Calibri"/>
              </a:rPr>
              <a:t>: Cloud computing is defined by its on-demand self-service, broad network access, resource pooling, rapid elasticity and measured service</a:t>
            </a:r>
            <a:endParaRPr b="0" i="0" sz="1800" u="none" cap="none" strike="noStrike">
              <a:solidFill>
                <a:schemeClr val="lt1"/>
              </a:solidFill>
              <a:latin typeface="Calibri"/>
              <a:ea typeface="Calibri"/>
              <a:cs typeface="Calibri"/>
              <a:sym typeface="Calibri"/>
            </a:endParaRPr>
          </a:p>
        </p:txBody>
      </p:sp>
      <p:pic>
        <p:nvPicPr>
          <p:cNvPr id="963" name="Google Shape;963;p32"/>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33"/>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latin typeface="Proxima Nova"/>
                <a:ea typeface="Proxima Nova"/>
                <a:cs typeface="Proxima Nova"/>
                <a:sym typeface="Proxima Nova"/>
              </a:rPr>
              <a:t>‹#›</a:t>
            </a:fld>
            <a:endParaRPr sz="900">
              <a:latin typeface="Proxima Nova"/>
              <a:ea typeface="Proxima Nova"/>
              <a:cs typeface="Proxima Nova"/>
              <a:sym typeface="Proxima Nova"/>
            </a:endParaRPr>
          </a:p>
        </p:txBody>
      </p:sp>
      <p:sp>
        <p:nvSpPr>
          <p:cNvPr id="969" name="Google Shape;969;p33"/>
          <p:cNvSpPr txBox="1"/>
          <p:nvPr/>
        </p:nvSpPr>
        <p:spPr>
          <a:xfrm>
            <a:off x="638175" y="974124"/>
            <a:ext cx="4887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lt1"/>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sp>
        <p:nvSpPr>
          <p:cNvPr id="970" name="Google Shape;970;p33"/>
          <p:cNvSpPr txBox="1"/>
          <p:nvPr/>
        </p:nvSpPr>
        <p:spPr>
          <a:xfrm>
            <a:off x="1126962" y="974124"/>
            <a:ext cx="5566200" cy="64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Calibri"/>
                <a:ea typeface="Calibri"/>
                <a:cs typeface="Calibri"/>
                <a:sym typeface="Calibri"/>
              </a:rPr>
              <a:t>Cloud Services : Types </a:t>
            </a:r>
            <a:endParaRPr b="1" i="0" sz="1800" u="none" cap="none" strike="noStrike">
              <a:solidFill>
                <a:schemeClr val="lt1"/>
              </a:solidFill>
              <a:latin typeface="Calibri"/>
              <a:ea typeface="Calibri"/>
              <a:cs typeface="Calibri"/>
              <a:sym typeface="Calibri"/>
            </a:endParaRPr>
          </a:p>
        </p:txBody>
      </p:sp>
      <p:sp>
        <p:nvSpPr>
          <p:cNvPr id="971" name="Google Shape;971;p33"/>
          <p:cNvSpPr txBox="1"/>
          <p:nvPr/>
        </p:nvSpPr>
        <p:spPr>
          <a:xfrm>
            <a:off x="1126949" y="1542200"/>
            <a:ext cx="6950400" cy="6462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0"/>
              </a:spcBef>
              <a:spcAft>
                <a:spcPts val="0"/>
              </a:spcAft>
              <a:buClr>
                <a:schemeClr val="lt1"/>
              </a:buClr>
              <a:buSzPts val="1800"/>
              <a:buFont typeface="Calibri"/>
              <a:buChar char="●"/>
            </a:pPr>
            <a:r>
              <a:rPr b="1" i="0" lang="en-IN" sz="1800" u="none" cap="none" strike="noStrike">
                <a:solidFill>
                  <a:schemeClr val="lt1"/>
                </a:solidFill>
                <a:latin typeface="Calibri"/>
                <a:ea typeface="Calibri"/>
                <a:cs typeface="Calibri"/>
                <a:sym typeface="Calibri"/>
              </a:rPr>
              <a:t>Infrastructure as a Service (IaaS): </a:t>
            </a:r>
            <a:r>
              <a:rPr b="0" i="0" lang="en-IN" sz="1800" u="none" cap="none" strike="noStrike">
                <a:solidFill>
                  <a:schemeClr val="lt1"/>
                </a:solidFill>
                <a:latin typeface="Calibri"/>
                <a:ea typeface="Calibri"/>
                <a:cs typeface="Calibri"/>
                <a:sym typeface="Calibri"/>
              </a:rPr>
              <a:t>Provides virtualized computing resources over the internet, such as AWS and Microsoft Azure, ideal for scalable and flexible IT infrastructure</a:t>
            </a:r>
            <a:endParaRPr b="0" i="0" sz="1800" u="none" cap="none" strike="noStrike">
              <a:solidFill>
                <a:schemeClr val="lt1"/>
              </a:solidFill>
              <a:latin typeface="Calibri"/>
              <a:ea typeface="Calibri"/>
              <a:cs typeface="Calibri"/>
              <a:sym typeface="Calibri"/>
            </a:endParaRPr>
          </a:p>
          <a:p>
            <a:pPr indent="-342900" lvl="0" marL="457200" marR="0" rtl="0" algn="l">
              <a:lnSpc>
                <a:spcPct val="100000"/>
              </a:lnSpc>
              <a:spcBef>
                <a:spcPts val="0"/>
              </a:spcBef>
              <a:spcAft>
                <a:spcPts val="0"/>
              </a:spcAft>
              <a:buClr>
                <a:schemeClr val="lt1"/>
              </a:buClr>
              <a:buSzPts val="1800"/>
              <a:buFont typeface="Calibri"/>
              <a:buChar char="●"/>
            </a:pPr>
            <a:r>
              <a:rPr b="1" i="0" lang="en-IN" sz="1800" u="none" cap="none" strike="noStrike">
                <a:solidFill>
                  <a:schemeClr val="lt1"/>
                </a:solidFill>
                <a:latin typeface="Calibri"/>
                <a:ea typeface="Calibri"/>
                <a:cs typeface="Calibri"/>
                <a:sym typeface="Calibri"/>
              </a:rPr>
              <a:t>Platform as a Service (PaaS): </a:t>
            </a:r>
            <a:r>
              <a:rPr b="0" i="0" lang="en-IN" sz="1800" u="none" cap="none" strike="noStrike">
                <a:solidFill>
                  <a:schemeClr val="lt1"/>
                </a:solidFill>
                <a:latin typeface="Calibri"/>
                <a:ea typeface="Calibri"/>
                <a:cs typeface="Calibri"/>
                <a:sym typeface="Calibri"/>
              </a:rPr>
              <a:t>Offers hardware and software tools over the internet, such as Google App Engine, enabling developers to build and deploy applications without managing the underlying infrastructure</a:t>
            </a:r>
            <a:endParaRPr b="0" i="0" sz="1800" u="none" cap="none" strike="noStrike">
              <a:solidFill>
                <a:schemeClr val="lt1"/>
              </a:solidFill>
              <a:latin typeface="Calibri"/>
              <a:ea typeface="Calibri"/>
              <a:cs typeface="Calibri"/>
              <a:sym typeface="Calibri"/>
            </a:endParaRPr>
          </a:p>
          <a:p>
            <a:pPr indent="-342900" lvl="0" marL="457200" marR="0" rtl="0" algn="l">
              <a:lnSpc>
                <a:spcPct val="100000"/>
              </a:lnSpc>
              <a:spcBef>
                <a:spcPts val="0"/>
              </a:spcBef>
              <a:spcAft>
                <a:spcPts val="0"/>
              </a:spcAft>
              <a:buClr>
                <a:schemeClr val="lt1"/>
              </a:buClr>
              <a:buSzPts val="1800"/>
              <a:buFont typeface="Calibri"/>
              <a:buChar char="●"/>
            </a:pPr>
            <a:r>
              <a:rPr b="1" i="0" lang="en-IN" sz="1800" u="none" cap="none" strike="noStrike">
                <a:solidFill>
                  <a:schemeClr val="lt1"/>
                </a:solidFill>
                <a:latin typeface="Calibri"/>
                <a:ea typeface="Calibri"/>
                <a:cs typeface="Calibri"/>
                <a:sym typeface="Calibri"/>
              </a:rPr>
              <a:t>Software as a Service (SaaS): </a:t>
            </a:r>
            <a:r>
              <a:rPr b="0" i="0" lang="en-IN" sz="1800" u="none" cap="none" strike="noStrike">
                <a:solidFill>
                  <a:schemeClr val="lt1"/>
                </a:solidFill>
                <a:latin typeface="Calibri"/>
                <a:ea typeface="Calibri"/>
                <a:cs typeface="Calibri"/>
                <a:sym typeface="Calibri"/>
              </a:rPr>
              <a:t>Delivers software applications over the internet on a subscription basis, including Microsoft 365 and Google Workspace, allowing users to access software without managing installations and updates</a:t>
            </a:r>
            <a:endParaRPr b="0" i="0" sz="1800" u="none" cap="none" strike="noStrike">
              <a:solidFill>
                <a:schemeClr val="lt1"/>
              </a:solidFill>
              <a:latin typeface="Calibri"/>
              <a:ea typeface="Calibri"/>
              <a:cs typeface="Calibri"/>
              <a:sym typeface="Calibri"/>
            </a:endParaRPr>
          </a:p>
        </p:txBody>
      </p:sp>
      <p:sp>
        <p:nvSpPr>
          <p:cNvPr id="972" name="Google Shape;972;p33"/>
          <p:cNvSpPr txBox="1"/>
          <p:nvPr/>
        </p:nvSpPr>
        <p:spPr>
          <a:xfrm>
            <a:off x="638175" y="273900"/>
            <a:ext cx="47616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Summary and Key Takeaways</a:t>
            </a:r>
            <a:endParaRPr b="0" i="0" sz="2800" u="none" cap="none" strike="noStrike">
              <a:solidFill>
                <a:schemeClr val="lt1"/>
              </a:solidFill>
              <a:latin typeface="Calibri"/>
              <a:ea typeface="Calibri"/>
              <a:cs typeface="Calibri"/>
              <a:sym typeface="Calibri"/>
            </a:endParaRPr>
          </a:p>
        </p:txBody>
      </p:sp>
      <p:pic>
        <p:nvPicPr>
          <p:cNvPr id="973" name="Google Shape;973;p33"/>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34"/>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latin typeface="Proxima Nova"/>
                <a:ea typeface="Proxima Nova"/>
                <a:cs typeface="Proxima Nova"/>
                <a:sym typeface="Proxima Nova"/>
              </a:rPr>
              <a:t>‹#›</a:t>
            </a:fld>
            <a:endParaRPr sz="900">
              <a:latin typeface="Proxima Nova"/>
              <a:ea typeface="Proxima Nova"/>
              <a:cs typeface="Proxima Nova"/>
              <a:sym typeface="Proxima Nova"/>
            </a:endParaRPr>
          </a:p>
        </p:txBody>
      </p:sp>
      <p:sp>
        <p:nvSpPr>
          <p:cNvPr id="979" name="Google Shape;979;p34"/>
          <p:cNvSpPr txBox="1"/>
          <p:nvPr/>
        </p:nvSpPr>
        <p:spPr>
          <a:xfrm>
            <a:off x="638175" y="974124"/>
            <a:ext cx="4887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lt1"/>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sp>
        <p:nvSpPr>
          <p:cNvPr id="980" name="Google Shape;980;p34"/>
          <p:cNvSpPr txBox="1"/>
          <p:nvPr/>
        </p:nvSpPr>
        <p:spPr>
          <a:xfrm>
            <a:off x="1126962" y="974124"/>
            <a:ext cx="5566200" cy="64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Calibri"/>
                <a:ea typeface="Calibri"/>
                <a:cs typeface="Calibri"/>
                <a:sym typeface="Calibri"/>
              </a:rPr>
              <a:t>Cloud Computing : Advantages </a:t>
            </a:r>
            <a:endParaRPr b="1" i="0" sz="1800" u="none" cap="none" strike="noStrike">
              <a:solidFill>
                <a:schemeClr val="lt1"/>
              </a:solidFill>
              <a:latin typeface="Calibri"/>
              <a:ea typeface="Calibri"/>
              <a:cs typeface="Calibri"/>
              <a:sym typeface="Calibri"/>
            </a:endParaRPr>
          </a:p>
        </p:txBody>
      </p:sp>
      <p:sp>
        <p:nvSpPr>
          <p:cNvPr id="981" name="Google Shape;981;p34"/>
          <p:cNvSpPr txBox="1"/>
          <p:nvPr/>
        </p:nvSpPr>
        <p:spPr>
          <a:xfrm>
            <a:off x="1126949" y="1542200"/>
            <a:ext cx="6950400" cy="6462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0"/>
              </a:spcBef>
              <a:spcAft>
                <a:spcPts val="0"/>
              </a:spcAft>
              <a:buClr>
                <a:schemeClr val="lt1"/>
              </a:buClr>
              <a:buSzPts val="1800"/>
              <a:buFont typeface="Calibri"/>
              <a:buChar char="●"/>
            </a:pPr>
            <a:r>
              <a:rPr b="1" i="0" lang="en-IN" sz="1800" u="none" cap="none" strike="noStrike">
                <a:solidFill>
                  <a:schemeClr val="lt1"/>
                </a:solidFill>
                <a:latin typeface="Calibri"/>
                <a:ea typeface="Calibri"/>
                <a:cs typeface="Calibri"/>
                <a:sym typeface="Calibri"/>
              </a:rPr>
              <a:t>Cost efficiency : </a:t>
            </a:r>
            <a:r>
              <a:rPr b="0" i="0" lang="en-IN" sz="1800" u="none" cap="none" strike="noStrike">
                <a:solidFill>
                  <a:schemeClr val="lt1"/>
                </a:solidFill>
                <a:latin typeface="Calibri"/>
                <a:ea typeface="Calibri"/>
                <a:cs typeface="Calibri"/>
                <a:sym typeface="Calibri"/>
              </a:rPr>
              <a:t>Reduces the need for large capital expenditures by allowing pay-per-use pricing models</a:t>
            </a:r>
            <a:endParaRPr b="0" i="0" sz="1800" u="none" cap="none" strike="noStrike">
              <a:solidFill>
                <a:schemeClr val="lt1"/>
              </a:solidFill>
              <a:latin typeface="Calibri"/>
              <a:ea typeface="Calibri"/>
              <a:cs typeface="Calibri"/>
              <a:sym typeface="Calibri"/>
            </a:endParaRPr>
          </a:p>
          <a:p>
            <a:pPr indent="-342900" lvl="0" marL="457200" marR="0" rtl="0" algn="l">
              <a:lnSpc>
                <a:spcPct val="100000"/>
              </a:lnSpc>
              <a:spcBef>
                <a:spcPts val="0"/>
              </a:spcBef>
              <a:spcAft>
                <a:spcPts val="0"/>
              </a:spcAft>
              <a:buClr>
                <a:schemeClr val="lt1"/>
              </a:buClr>
              <a:buSzPts val="1800"/>
              <a:buFont typeface="Calibri"/>
              <a:buChar char="●"/>
            </a:pPr>
            <a:r>
              <a:rPr b="1" i="0" lang="en-IN" sz="1800" u="none" cap="none" strike="noStrike">
                <a:solidFill>
                  <a:schemeClr val="lt1"/>
                </a:solidFill>
                <a:latin typeface="Calibri"/>
                <a:ea typeface="Calibri"/>
                <a:cs typeface="Calibri"/>
                <a:sym typeface="Calibri"/>
              </a:rPr>
              <a:t>Scalability and flexibility : </a:t>
            </a:r>
            <a:r>
              <a:rPr b="0" i="0" lang="en-IN" sz="1800" u="none" cap="none" strike="noStrike">
                <a:solidFill>
                  <a:schemeClr val="lt1"/>
                </a:solidFill>
                <a:latin typeface="Calibri"/>
                <a:ea typeface="Calibri"/>
                <a:cs typeface="Calibri"/>
                <a:sym typeface="Calibri"/>
              </a:rPr>
              <a:t>Enables businesses to scale resources according to demand</a:t>
            </a:r>
            <a:endParaRPr b="0" i="0" sz="1800" u="none" cap="none" strike="noStrike">
              <a:solidFill>
                <a:schemeClr val="lt1"/>
              </a:solidFill>
              <a:latin typeface="Calibri"/>
              <a:ea typeface="Calibri"/>
              <a:cs typeface="Calibri"/>
              <a:sym typeface="Calibri"/>
            </a:endParaRPr>
          </a:p>
          <a:p>
            <a:pPr indent="-342900" lvl="0" marL="457200" marR="0" rtl="0" algn="l">
              <a:lnSpc>
                <a:spcPct val="100000"/>
              </a:lnSpc>
              <a:spcBef>
                <a:spcPts val="0"/>
              </a:spcBef>
              <a:spcAft>
                <a:spcPts val="0"/>
              </a:spcAft>
              <a:buClr>
                <a:schemeClr val="lt1"/>
              </a:buClr>
              <a:buSzPts val="1800"/>
              <a:buFont typeface="Calibri"/>
              <a:buChar char="●"/>
            </a:pPr>
            <a:r>
              <a:rPr b="1" i="0" lang="en-IN" sz="1800" u="none" cap="none" strike="noStrike">
                <a:solidFill>
                  <a:schemeClr val="lt1"/>
                </a:solidFill>
                <a:latin typeface="Calibri"/>
                <a:ea typeface="Calibri"/>
                <a:cs typeface="Calibri"/>
                <a:sym typeface="Calibri"/>
              </a:rPr>
              <a:t>Increased security : </a:t>
            </a:r>
            <a:r>
              <a:rPr b="0" i="0" lang="en-IN" sz="1800" u="none" cap="none" strike="noStrike">
                <a:solidFill>
                  <a:schemeClr val="lt1"/>
                </a:solidFill>
                <a:latin typeface="Calibri"/>
                <a:ea typeface="Calibri"/>
                <a:cs typeface="Calibri"/>
                <a:sym typeface="Calibri"/>
              </a:rPr>
              <a:t>Offers advanced security features and disaster recovery options</a:t>
            </a:r>
            <a:endParaRPr b="0" i="0" sz="1800" u="none" cap="none" strike="noStrike">
              <a:solidFill>
                <a:schemeClr val="lt1"/>
              </a:solidFill>
              <a:latin typeface="Calibri"/>
              <a:ea typeface="Calibri"/>
              <a:cs typeface="Calibri"/>
              <a:sym typeface="Calibri"/>
            </a:endParaRPr>
          </a:p>
          <a:p>
            <a:pPr indent="-342900" lvl="0" marL="457200" marR="0" rtl="0" algn="l">
              <a:lnSpc>
                <a:spcPct val="100000"/>
              </a:lnSpc>
              <a:spcBef>
                <a:spcPts val="0"/>
              </a:spcBef>
              <a:spcAft>
                <a:spcPts val="0"/>
              </a:spcAft>
              <a:buClr>
                <a:schemeClr val="lt1"/>
              </a:buClr>
              <a:buSzPts val="1800"/>
              <a:buFont typeface="Calibri"/>
              <a:buChar char="●"/>
            </a:pPr>
            <a:r>
              <a:rPr b="1" i="0" lang="en-IN" sz="1800" u="none" cap="none" strike="noStrike">
                <a:solidFill>
                  <a:schemeClr val="lt1"/>
                </a:solidFill>
                <a:latin typeface="Calibri"/>
                <a:ea typeface="Calibri"/>
                <a:cs typeface="Calibri"/>
                <a:sym typeface="Calibri"/>
              </a:rPr>
              <a:t>Accessibility and mobility : </a:t>
            </a:r>
            <a:r>
              <a:rPr b="0" i="0" lang="en-IN" sz="1800" u="none" cap="none" strike="noStrike">
                <a:solidFill>
                  <a:schemeClr val="lt1"/>
                </a:solidFill>
                <a:latin typeface="Calibri"/>
                <a:ea typeface="Calibri"/>
                <a:cs typeface="Calibri"/>
                <a:sym typeface="Calibri"/>
              </a:rPr>
              <a:t>Provides access to data and applications from anywhere, enhancing productivity</a:t>
            </a:r>
            <a:endParaRPr b="0" i="0" sz="1800" u="none" cap="none" strike="noStrike">
              <a:solidFill>
                <a:schemeClr val="lt1"/>
              </a:solidFill>
              <a:latin typeface="Calibri"/>
              <a:ea typeface="Calibri"/>
              <a:cs typeface="Calibri"/>
              <a:sym typeface="Calibri"/>
            </a:endParaRPr>
          </a:p>
          <a:p>
            <a:pPr indent="-342900" lvl="0" marL="457200" marR="0" rtl="0" algn="l">
              <a:lnSpc>
                <a:spcPct val="100000"/>
              </a:lnSpc>
              <a:spcBef>
                <a:spcPts val="0"/>
              </a:spcBef>
              <a:spcAft>
                <a:spcPts val="0"/>
              </a:spcAft>
              <a:buClr>
                <a:schemeClr val="lt1"/>
              </a:buClr>
              <a:buSzPts val="1800"/>
              <a:buFont typeface="Calibri"/>
              <a:buChar char="●"/>
            </a:pPr>
            <a:r>
              <a:rPr b="1" i="0" lang="en-IN" sz="1800" u="none" cap="none" strike="noStrike">
                <a:solidFill>
                  <a:schemeClr val="lt1"/>
                </a:solidFill>
                <a:latin typeface="Calibri"/>
                <a:ea typeface="Calibri"/>
                <a:cs typeface="Calibri"/>
                <a:sym typeface="Calibri"/>
              </a:rPr>
              <a:t>Disaster recovery and data backup : </a:t>
            </a:r>
            <a:r>
              <a:rPr b="0" i="0" lang="en-IN" sz="1800" u="none" cap="none" strike="noStrike">
                <a:solidFill>
                  <a:schemeClr val="lt1"/>
                </a:solidFill>
                <a:latin typeface="Calibri"/>
                <a:ea typeface="Calibri"/>
                <a:cs typeface="Calibri"/>
                <a:sym typeface="Calibri"/>
              </a:rPr>
              <a:t>Ensures data redundancy and quick recovery times</a:t>
            </a:r>
            <a:endParaRPr b="0" i="0" sz="1800" u="none" cap="none" strike="noStrike">
              <a:solidFill>
                <a:schemeClr val="lt1"/>
              </a:solidFill>
              <a:latin typeface="Calibri"/>
              <a:ea typeface="Calibri"/>
              <a:cs typeface="Calibri"/>
              <a:sym typeface="Calibri"/>
            </a:endParaRPr>
          </a:p>
        </p:txBody>
      </p:sp>
      <p:sp>
        <p:nvSpPr>
          <p:cNvPr id="982" name="Google Shape;982;p34"/>
          <p:cNvSpPr txBox="1"/>
          <p:nvPr/>
        </p:nvSpPr>
        <p:spPr>
          <a:xfrm>
            <a:off x="638175" y="273900"/>
            <a:ext cx="47616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Summary and Key Takeaways</a:t>
            </a:r>
            <a:endParaRPr b="0" i="0" sz="2800" u="none" cap="none" strike="noStrike">
              <a:solidFill>
                <a:schemeClr val="lt1"/>
              </a:solidFill>
              <a:latin typeface="Calibri"/>
              <a:ea typeface="Calibri"/>
              <a:cs typeface="Calibri"/>
              <a:sym typeface="Calibri"/>
            </a:endParaRPr>
          </a:p>
        </p:txBody>
      </p:sp>
      <p:pic>
        <p:nvPicPr>
          <p:cNvPr id="983" name="Google Shape;983;p34"/>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35"/>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latin typeface="Proxima Nova"/>
                <a:ea typeface="Proxima Nova"/>
                <a:cs typeface="Proxima Nova"/>
                <a:sym typeface="Proxima Nova"/>
              </a:rPr>
              <a:t>‹#›</a:t>
            </a:fld>
            <a:endParaRPr sz="900">
              <a:latin typeface="Proxima Nova"/>
              <a:ea typeface="Proxima Nova"/>
              <a:cs typeface="Proxima Nova"/>
              <a:sym typeface="Proxima Nova"/>
            </a:endParaRPr>
          </a:p>
        </p:txBody>
      </p:sp>
      <p:sp>
        <p:nvSpPr>
          <p:cNvPr id="989" name="Google Shape;989;p35"/>
          <p:cNvSpPr txBox="1"/>
          <p:nvPr/>
        </p:nvSpPr>
        <p:spPr>
          <a:xfrm>
            <a:off x="638175" y="974124"/>
            <a:ext cx="4887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IN" sz="1800" u="none" cap="none" strike="noStrike">
                <a:solidFill>
                  <a:schemeClr val="lt1"/>
                </a:solidFill>
                <a:latin typeface="Calibri"/>
                <a:ea typeface="Calibri"/>
                <a:cs typeface="Calibri"/>
                <a:sym typeface="Calibri"/>
              </a:rPr>
              <a:t>4</a:t>
            </a:r>
            <a:endParaRPr b="0" i="0" sz="1400" u="none" cap="none" strike="noStrike">
              <a:solidFill>
                <a:srgbClr val="000000"/>
              </a:solidFill>
              <a:latin typeface="Arial"/>
              <a:ea typeface="Arial"/>
              <a:cs typeface="Arial"/>
              <a:sym typeface="Arial"/>
            </a:endParaRPr>
          </a:p>
        </p:txBody>
      </p:sp>
      <p:sp>
        <p:nvSpPr>
          <p:cNvPr id="990" name="Google Shape;990;p35"/>
          <p:cNvSpPr txBox="1"/>
          <p:nvPr/>
        </p:nvSpPr>
        <p:spPr>
          <a:xfrm>
            <a:off x="1126962" y="974124"/>
            <a:ext cx="5566200" cy="646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chemeClr val="lt1"/>
                </a:solidFill>
                <a:latin typeface="Calibri"/>
                <a:ea typeface="Calibri"/>
                <a:cs typeface="Calibri"/>
                <a:sym typeface="Calibri"/>
              </a:rPr>
              <a:t>Cloud Computing : Disadvantages </a:t>
            </a:r>
            <a:endParaRPr b="1" i="0" sz="1800" u="none" cap="none" strike="noStrike">
              <a:solidFill>
                <a:schemeClr val="lt1"/>
              </a:solidFill>
              <a:latin typeface="Calibri"/>
              <a:ea typeface="Calibri"/>
              <a:cs typeface="Calibri"/>
              <a:sym typeface="Calibri"/>
            </a:endParaRPr>
          </a:p>
        </p:txBody>
      </p:sp>
      <p:sp>
        <p:nvSpPr>
          <p:cNvPr id="991" name="Google Shape;991;p35"/>
          <p:cNvSpPr txBox="1"/>
          <p:nvPr/>
        </p:nvSpPr>
        <p:spPr>
          <a:xfrm>
            <a:off x="1126949" y="1542200"/>
            <a:ext cx="6950400" cy="646200"/>
          </a:xfrm>
          <a:prstGeom prst="rect">
            <a:avLst/>
          </a:prstGeom>
          <a:noFill/>
          <a:ln>
            <a:noFill/>
          </a:ln>
        </p:spPr>
        <p:txBody>
          <a:bodyPr anchorCtr="0" anchor="t" bIns="45700" lIns="91425" spcFirstLastPara="1" rIns="91425" wrap="square" tIns="45700">
            <a:noAutofit/>
          </a:bodyPr>
          <a:lstStyle/>
          <a:p>
            <a:pPr indent="-342900" lvl="0" marL="457200" marR="0" rtl="0" algn="l">
              <a:lnSpc>
                <a:spcPct val="100000"/>
              </a:lnSpc>
              <a:spcBef>
                <a:spcPts val="0"/>
              </a:spcBef>
              <a:spcAft>
                <a:spcPts val="0"/>
              </a:spcAft>
              <a:buClr>
                <a:schemeClr val="lt1"/>
              </a:buClr>
              <a:buSzPts val="1800"/>
              <a:buFont typeface="Calibri"/>
              <a:buChar char="●"/>
            </a:pPr>
            <a:r>
              <a:rPr b="1" i="0" lang="en-IN" sz="1800" u="none" cap="none" strike="noStrike">
                <a:solidFill>
                  <a:schemeClr val="lt1"/>
                </a:solidFill>
                <a:latin typeface="Calibri"/>
                <a:ea typeface="Calibri"/>
                <a:cs typeface="Calibri"/>
                <a:sym typeface="Calibri"/>
              </a:rPr>
              <a:t>Downtime and reliability issues : </a:t>
            </a:r>
            <a:r>
              <a:rPr b="0" i="0" lang="en-IN" sz="1800" u="none" cap="none" strike="noStrike">
                <a:solidFill>
                  <a:schemeClr val="lt1"/>
                </a:solidFill>
                <a:latin typeface="Calibri"/>
                <a:ea typeface="Calibri"/>
                <a:cs typeface="Calibri"/>
                <a:sym typeface="Calibri"/>
              </a:rPr>
              <a:t>Potential for service disruptions that can affect business operations</a:t>
            </a:r>
            <a:endParaRPr b="0" i="0" sz="1800" u="none" cap="none" strike="noStrike">
              <a:solidFill>
                <a:schemeClr val="lt1"/>
              </a:solidFill>
              <a:latin typeface="Calibri"/>
              <a:ea typeface="Calibri"/>
              <a:cs typeface="Calibri"/>
              <a:sym typeface="Calibri"/>
            </a:endParaRPr>
          </a:p>
          <a:p>
            <a:pPr indent="-342900" lvl="0" marL="457200" marR="0" rtl="0" algn="l">
              <a:lnSpc>
                <a:spcPct val="100000"/>
              </a:lnSpc>
              <a:spcBef>
                <a:spcPts val="0"/>
              </a:spcBef>
              <a:spcAft>
                <a:spcPts val="0"/>
              </a:spcAft>
              <a:buClr>
                <a:schemeClr val="lt1"/>
              </a:buClr>
              <a:buSzPts val="1800"/>
              <a:buFont typeface="Calibri"/>
              <a:buChar char="●"/>
            </a:pPr>
            <a:r>
              <a:rPr b="1" i="0" lang="en-IN" sz="1800" u="none" cap="none" strike="noStrike">
                <a:solidFill>
                  <a:schemeClr val="lt1"/>
                </a:solidFill>
                <a:latin typeface="Calibri"/>
                <a:ea typeface="Calibri"/>
                <a:cs typeface="Calibri"/>
                <a:sym typeface="Calibri"/>
              </a:rPr>
              <a:t>Security and privacy concerns : </a:t>
            </a:r>
            <a:r>
              <a:rPr b="0" i="0" lang="en-IN" sz="1800" u="none" cap="none" strike="noStrike">
                <a:solidFill>
                  <a:schemeClr val="lt1"/>
                </a:solidFill>
                <a:latin typeface="Calibri"/>
                <a:ea typeface="Calibri"/>
                <a:cs typeface="Calibri"/>
                <a:sym typeface="Calibri"/>
              </a:rPr>
              <a:t>Risks associated with storing sensitive data on external servers</a:t>
            </a:r>
            <a:endParaRPr b="0" i="0" sz="1800" u="none" cap="none" strike="noStrike">
              <a:solidFill>
                <a:schemeClr val="lt1"/>
              </a:solidFill>
              <a:latin typeface="Calibri"/>
              <a:ea typeface="Calibri"/>
              <a:cs typeface="Calibri"/>
              <a:sym typeface="Calibri"/>
            </a:endParaRPr>
          </a:p>
          <a:p>
            <a:pPr indent="-342900" lvl="0" marL="457200" marR="0" rtl="0" algn="l">
              <a:lnSpc>
                <a:spcPct val="100000"/>
              </a:lnSpc>
              <a:spcBef>
                <a:spcPts val="0"/>
              </a:spcBef>
              <a:spcAft>
                <a:spcPts val="0"/>
              </a:spcAft>
              <a:buClr>
                <a:schemeClr val="lt1"/>
              </a:buClr>
              <a:buSzPts val="1800"/>
              <a:buFont typeface="Calibri"/>
              <a:buChar char="●"/>
            </a:pPr>
            <a:r>
              <a:rPr b="1" i="0" lang="en-IN" sz="1800" u="none" cap="none" strike="noStrike">
                <a:solidFill>
                  <a:schemeClr val="lt1"/>
                </a:solidFill>
                <a:latin typeface="Calibri"/>
                <a:ea typeface="Calibri"/>
                <a:cs typeface="Calibri"/>
                <a:sym typeface="Calibri"/>
              </a:rPr>
              <a:t>Limited control and flexibility : </a:t>
            </a:r>
            <a:r>
              <a:rPr b="0" i="0" lang="en-IN" sz="1800" u="none" cap="none" strike="noStrike">
                <a:solidFill>
                  <a:schemeClr val="lt1"/>
                </a:solidFill>
                <a:latin typeface="Calibri"/>
                <a:ea typeface="Calibri"/>
                <a:cs typeface="Calibri"/>
                <a:sym typeface="Calibri"/>
              </a:rPr>
              <a:t>Reduced control over certain aspects of the infrastructure</a:t>
            </a:r>
            <a:endParaRPr b="1" i="0" sz="1800" u="none" cap="none" strike="noStrike">
              <a:solidFill>
                <a:schemeClr val="lt1"/>
              </a:solidFill>
              <a:latin typeface="Calibri"/>
              <a:ea typeface="Calibri"/>
              <a:cs typeface="Calibri"/>
              <a:sym typeface="Calibri"/>
            </a:endParaRPr>
          </a:p>
          <a:p>
            <a:pPr indent="-342900" lvl="0" marL="457200" marR="0" rtl="0" algn="l">
              <a:lnSpc>
                <a:spcPct val="100000"/>
              </a:lnSpc>
              <a:spcBef>
                <a:spcPts val="0"/>
              </a:spcBef>
              <a:spcAft>
                <a:spcPts val="0"/>
              </a:spcAft>
              <a:buClr>
                <a:schemeClr val="lt1"/>
              </a:buClr>
              <a:buSzPts val="1800"/>
              <a:buFont typeface="Calibri"/>
              <a:buChar char="●"/>
            </a:pPr>
            <a:r>
              <a:rPr b="1" i="0" lang="en-IN" sz="1800" u="none" cap="none" strike="noStrike">
                <a:solidFill>
                  <a:schemeClr val="lt1"/>
                </a:solidFill>
                <a:latin typeface="Calibri"/>
                <a:ea typeface="Calibri"/>
                <a:cs typeface="Calibri"/>
                <a:sym typeface="Calibri"/>
              </a:rPr>
              <a:t>Vendor lock-in : </a:t>
            </a:r>
            <a:r>
              <a:rPr b="0" i="0" lang="en-IN" sz="1800" u="none" cap="none" strike="noStrike">
                <a:solidFill>
                  <a:schemeClr val="lt1"/>
                </a:solidFill>
                <a:latin typeface="Calibri"/>
                <a:ea typeface="Calibri"/>
                <a:cs typeface="Calibri"/>
                <a:sym typeface="Calibri"/>
              </a:rPr>
              <a:t>Challenges associated with migrating between different cloud providers</a:t>
            </a:r>
            <a:endParaRPr b="0" i="0" sz="1800" u="none" cap="none" strike="noStrike">
              <a:solidFill>
                <a:schemeClr val="lt1"/>
              </a:solidFill>
              <a:latin typeface="Calibri"/>
              <a:ea typeface="Calibri"/>
              <a:cs typeface="Calibri"/>
              <a:sym typeface="Calibri"/>
            </a:endParaRPr>
          </a:p>
          <a:p>
            <a:pPr indent="-342900" lvl="0" marL="457200" marR="0" rtl="0" algn="l">
              <a:lnSpc>
                <a:spcPct val="100000"/>
              </a:lnSpc>
              <a:spcBef>
                <a:spcPts val="0"/>
              </a:spcBef>
              <a:spcAft>
                <a:spcPts val="0"/>
              </a:spcAft>
              <a:buClr>
                <a:schemeClr val="lt1"/>
              </a:buClr>
              <a:buSzPts val="1800"/>
              <a:buFont typeface="Calibri"/>
              <a:buChar char="●"/>
            </a:pPr>
            <a:r>
              <a:rPr b="1" i="0" lang="en-IN" sz="1800" u="none" cap="none" strike="noStrike">
                <a:solidFill>
                  <a:schemeClr val="lt1"/>
                </a:solidFill>
                <a:latin typeface="Calibri"/>
                <a:ea typeface="Calibri"/>
                <a:cs typeface="Calibri"/>
                <a:sym typeface="Calibri"/>
              </a:rPr>
              <a:t>Cost concerns : </a:t>
            </a:r>
            <a:r>
              <a:rPr b="0" i="0" lang="en-IN" sz="1800" u="none" cap="none" strike="noStrike">
                <a:solidFill>
                  <a:schemeClr val="lt1"/>
                </a:solidFill>
                <a:latin typeface="Calibri"/>
                <a:ea typeface="Calibri"/>
                <a:cs typeface="Calibri"/>
                <a:sym typeface="Calibri"/>
              </a:rPr>
              <a:t>Potential for higher-than-expected costs, especially for small-scale or short-term projects</a:t>
            </a:r>
            <a:endParaRPr b="0" i="0" sz="1800" u="none" cap="none" strike="noStrike">
              <a:solidFill>
                <a:schemeClr val="lt1"/>
              </a:solidFill>
              <a:latin typeface="Calibri"/>
              <a:ea typeface="Calibri"/>
              <a:cs typeface="Calibri"/>
              <a:sym typeface="Calibri"/>
            </a:endParaRPr>
          </a:p>
        </p:txBody>
      </p:sp>
      <p:sp>
        <p:nvSpPr>
          <p:cNvPr id="992" name="Google Shape;992;p35"/>
          <p:cNvSpPr txBox="1"/>
          <p:nvPr/>
        </p:nvSpPr>
        <p:spPr>
          <a:xfrm>
            <a:off x="638175" y="273900"/>
            <a:ext cx="47616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IN" sz="2800" u="none" cap="none" strike="noStrike">
                <a:solidFill>
                  <a:schemeClr val="lt1"/>
                </a:solidFill>
                <a:latin typeface="Calibri"/>
                <a:ea typeface="Calibri"/>
                <a:cs typeface="Calibri"/>
                <a:sym typeface="Calibri"/>
              </a:rPr>
              <a:t>Summary and Key Takeaways</a:t>
            </a:r>
            <a:endParaRPr b="0" i="0" sz="2800" u="none" cap="none" strike="noStrike">
              <a:solidFill>
                <a:schemeClr val="lt1"/>
              </a:solidFill>
              <a:latin typeface="Calibri"/>
              <a:ea typeface="Calibri"/>
              <a:cs typeface="Calibri"/>
              <a:sym typeface="Calibri"/>
            </a:endParaRPr>
          </a:p>
        </p:txBody>
      </p:sp>
      <p:pic>
        <p:nvPicPr>
          <p:cNvPr id="993" name="Google Shape;993;p35"/>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36"/>
          <p:cNvSpPr txBox="1"/>
          <p:nvPr>
            <p:ph idx="12" type="sldNum"/>
          </p:nvPr>
        </p:nvSpPr>
        <p:spPr>
          <a:xfrm>
            <a:off x="6467475" y="4767263"/>
            <a:ext cx="2057400" cy="273844"/>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latin typeface="Proxima Nova"/>
                <a:ea typeface="Proxima Nova"/>
                <a:cs typeface="Proxima Nova"/>
                <a:sym typeface="Proxima Nova"/>
              </a:rPr>
              <a:t>‹#›</a:t>
            </a:fld>
            <a:endParaRPr sz="900">
              <a:latin typeface="Proxima Nova"/>
              <a:ea typeface="Proxima Nova"/>
              <a:cs typeface="Proxima Nova"/>
              <a:sym typeface="Proxima Nova"/>
            </a:endParaRPr>
          </a:p>
        </p:txBody>
      </p:sp>
      <p:sp>
        <p:nvSpPr>
          <p:cNvPr id="999" name="Google Shape;999;p36"/>
          <p:cNvSpPr txBox="1"/>
          <p:nvPr/>
        </p:nvSpPr>
        <p:spPr>
          <a:xfrm>
            <a:off x="2355788" y="2310144"/>
            <a:ext cx="4432500" cy="523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IN" sz="2800" u="none" cap="none" strike="noStrike">
                <a:solidFill>
                  <a:schemeClr val="lt1"/>
                </a:solidFill>
                <a:latin typeface="Calibri"/>
                <a:ea typeface="Calibri"/>
                <a:cs typeface="Calibri"/>
                <a:sym typeface="Calibri"/>
              </a:rPr>
              <a:t>Questions and Discussions</a:t>
            </a:r>
            <a:endParaRPr b="0" i="0" sz="2800" u="none" cap="none" strike="noStrike">
              <a:solidFill>
                <a:schemeClr val="lt1"/>
              </a:solidFill>
              <a:latin typeface="Calibri"/>
              <a:ea typeface="Calibri"/>
              <a:cs typeface="Calibri"/>
              <a:sym typeface="Calibri"/>
            </a:endParaRPr>
          </a:p>
        </p:txBody>
      </p:sp>
      <p:pic>
        <p:nvPicPr>
          <p:cNvPr id="1000" name="Google Shape;1000;p36"/>
          <p:cNvPicPr preferRelativeResize="0"/>
          <p:nvPr/>
        </p:nvPicPr>
        <p:blipFill rotWithShape="1">
          <a:blip r:embed="rId3">
            <a:alphaModFix/>
          </a:blip>
          <a:srcRect b="0" l="0" r="0" t="0"/>
          <a:stretch/>
        </p:blipFill>
        <p:spPr>
          <a:xfrm>
            <a:off x="7046100" y="-76199"/>
            <a:ext cx="830600" cy="830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37"/>
          <p:cNvSpPr txBox="1"/>
          <p:nvPr/>
        </p:nvSpPr>
        <p:spPr>
          <a:xfrm>
            <a:off x="555037" y="2114911"/>
            <a:ext cx="6895200" cy="1172100"/>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Proxima Nova"/>
              <a:buNone/>
            </a:pPr>
            <a:r>
              <a:rPr b="0" i="0" lang="en-IN" sz="4000" u="none" cap="none" strike="noStrike">
                <a:solidFill>
                  <a:schemeClr val="dk1"/>
                </a:solidFill>
                <a:latin typeface="Proxima Nova"/>
                <a:ea typeface="Proxima Nova"/>
                <a:cs typeface="Proxima Nova"/>
                <a:sym typeface="Proxima Nova"/>
              </a:rPr>
              <a:t>Thank You!</a:t>
            </a:r>
            <a:endParaRPr b="0" i="0" sz="4000" u="none" cap="none" strike="noStrike">
              <a:solidFill>
                <a:schemeClr val="dk1"/>
              </a:solidFill>
              <a:latin typeface="Proxima Nova"/>
              <a:ea typeface="Proxima Nova"/>
              <a:cs typeface="Proxima Nova"/>
              <a:sym typeface="Proxima Nova"/>
            </a:endParaRPr>
          </a:p>
        </p:txBody>
      </p:sp>
      <p:pic>
        <p:nvPicPr>
          <p:cNvPr id="1006" name="Google Shape;1006;p37"/>
          <p:cNvPicPr preferRelativeResize="0"/>
          <p:nvPr/>
        </p:nvPicPr>
        <p:blipFill rotWithShape="1">
          <a:blip r:embed="rId3">
            <a:alphaModFix/>
          </a:blip>
          <a:srcRect b="0" l="0" r="0" t="0"/>
          <a:stretch/>
        </p:blipFill>
        <p:spPr>
          <a:xfrm>
            <a:off x="7582370" y="0"/>
            <a:ext cx="1356541" cy="1577482"/>
          </a:xfrm>
          <a:prstGeom prst="rect">
            <a:avLst/>
          </a:prstGeom>
          <a:noFill/>
          <a:ln>
            <a:noFill/>
          </a:ln>
        </p:spPr>
      </p:pic>
      <p:sp>
        <p:nvSpPr>
          <p:cNvPr id="1007" name="Google Shape;1007;p37"/>
          <p:cNvSpPr txBox="1"/>
          <p:nvPr>
            <p:ph idx="12" type="sldNum"/>
          </p:nvPr>
        </p:nvSpPr>
        <p:spPr>
          <a:xfrm>
            <a:off x="6467475"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IN" sz="900">
                <a:latin typeface="Proxima Nova"/>
                <a:ea typeface="Proxima Nova"/>
                <a:cs typeface="Proxima Nova"/>
                <a:sym typeface="Proxima Nova"/>
              </a:rPr>
              <a:t>‹#›</a:t>
            </a:fld>
            <a:endParaRPr sz="900">
              <a:latin typeface="Proxima Nova"/>
              <a:ea typeface="Proxima Nova"/>
              <a:cs typeface="Proxima Nova"/>
              <a:sym typeface="Proxima Nova"/>
            </a:endParaRPr>
          </a:p>
        </p:txBody>
      </p:sp>
      <p:pic>
        <p:nvPicPr>
          <p:cNvPr id="1008" name="Google Shape;1008;p37"/>
          <p:cNvPicPr preferRelativeResize="0"/>
          <p:nvPr/>
        </p:nvPicPr>
        <p:blipFill rotWithShape="1">
          <a:blip r:embed="rId4">
            <a:alphaModFix/>
          </a:blip>
          <a:srcRect b="0" l="0" r="0" t="0"/>
          <a:stretch/>
        </p:blipFill>
        <p:spPr>
          <a:xfrm>
            <a:off x="5750231" y="102337"/>
            <a:ext cx="1544050" cy="1544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STER_UPGRAD">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